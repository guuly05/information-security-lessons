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Default Extension="jpg" ContentType="image/jpg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</p:sldIdLst>
  <p:sldSz cx="10693400" cy="7556500"/>
  <p:notesSz cx="10693400" cy="75565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5" Type="http://schemas.openxmlformats.org/officeDocument/2006/relationships/slide" Target="slides/slide50.xml"/><Relationship Id="rId56" Type="http://schemas.openxmlformats.org/officeDocument/2006/relationships/slide" Target="slides/slide51.xml"/><Relationship Id="rId57" Type="http://schemas.openxmlformats.org/officeDocument/2006/relationships/slide" Target="slides/slide52.xml"/><Relationship Id="rId58" Type="http://schemas.openxmlformats.org/officeDocument/2006/relationships/slide" Target="slides/slide53.xml"/><Relationship Id="rId59" Type="http://schemas.openxmlformats.org/officeDocument/2006/relationships/slide" Target="slides/slide54.xml"/><Relationship Id="rId60" Type="http://schemas.openxmlformats.org/officeDocument/2006/relationships/slide" Target="slides/slide55.xml"/><Relationship Id="rId61" Type="http://schemas.openxmlformats.org/officeDocument/2006/relationships/slide" Target="slides/slide56.xml"/><Relationship Id="rId62" Type="http://schemas.openxmlformats.org/officeDocument/2006/relationships/slide" Target="slides/slide57.xml"/><Relationship Id="rId63" Type="http://schemas.openxmlformats.org/officeDocument/2006/relationships/slide" Target="slides/slide58.xml"/><Relationship Id="rId64" Type="http://schemas.openxmlformats.org/officeDocument/2006/relationships/slide" Target="slides/slide59.xml"/><Relationship Id="rId65" Type="http://schemas.openxmlformats.org/officeDocument/2006/relationships/slide" Target="slides/slide60.xml"/><Relationship Id="rId66" Type="http://schemas.openxmlformats.org/officeDocument/2006/relationships/slide" Target="slides/slide61.xml"/><Relationship Id="rId67" Type="http://schemas.openxmlformats.org/officeDocument/2006/relationships/slide" Target="slides/slide62.xml"/><Relationship Id="rId68" Type="http://schemas.openxmlformats.org/officeDocument/2006/relationships/slide" Target="slides/slide63.xml"/><Relationship Id="rId69" Type="http://schemas.openxmlformats.org/officeDocument/2006/relationships/slide" Target="slides/slide64.xml"/><Relationship Id="rId70" Type="http://schemas.openxmlformats.org/officeDocument/2006/relationships/slide" Target="slides/slide65.xml"/><Relationship Id="rId71" Type="http://schemas.openxmlformats.org/officeDocument/2006/relationships/slide" Target="slides/slide66.xml"/><Relationship Id="rId72" Type="http://schemas.openxmlformats.org/officeDocument/2006/relationships/slide" Target="slides/slide67.xml"/><Relationship Id="rId73" Type="http://schemas.openxmlformats.org/officeDocument/2006/relationships/slide" Target="slides/slide68.xml"/><Relationship Id="rId74" Type="http://schemas.openxmlformats.org/officeDocument/2006/relationships/slide" Target="slides/slide69.xml"/><Relationship Id="rId75" Type="http://schemas.openxmlformats.org/officeDocument/2006/relationships/slide" Target="slides/slide70.xml"/><Relationship Id="rId76" Type="http://schemas.openxmlformats.org/officeDocument/2006/relationships/slide" Target="slides/slide71.xml"/><Relationship Id="rId77" Type="http://schemas.openxmlformats.org/officeDocument/2006/relationships/slide" Target="slides/slide72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2515"/>
            <a:ext cx="9089390" cy="1586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55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1640"/>
            <a:ext cx="7485380" cy="18891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45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680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55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3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45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680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55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1643486" y="1951227"/>
            <a:ext cx="3805554" cy="48583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5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652558" y="1945969"/>
            <a:ext cx="4010025" cy="48901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5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45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680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55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45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680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45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680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615141" y="228599"/>
            <a:ext cx="236854" cy="7099300"/>
          </a:xfrm>
          <a:custGeom>
            <a:avLst/>
            <a:gdLst/>
            <a:ahLst/>
            <a:cxnLst/>
            <a:rect l="l" t="t" r="r" b="b"/>
            <a:pathLst>
              <a:path w="236855" h="7099300">
                <a:moveTo>
                  <a:pt x="236601" y="0"/>
                </a:moveTo>
                <a:lnTo>
                  <a:pt x="0" y="0"/>
                </a:lnTo>
                <a:lnTo>
                  <a:pt x="0" y="7099068"/>
                </a:lnTo>
                <a:lnTo>
                  <a:pt x="236601" y="7099068"/>
                </a:lnTo>
                <a:lnTo>
                  <a:pt x="236601" y="0"/>
                </a:lnTo>
                <a:close/>
              </a:path>
            </a:pathLst>
          </a:custGeom>
          <a:solidFill>
            <a:srgbClr val="00D2A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33110" y="184348"/>
            <a:ext cx="8827178" cy="166120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55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92833" y="1805894"/>
            <a:ext cx="8240395" cy="45326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635756" y="7027545"/>
            <a:ext cx="3421888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534670" y="7027545"/>
            <a:ext cx="2459482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9057873" y="6751308"/>
            <a:ext cx="273050" cy="2292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5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680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homes.esat.kuleuven.be/~preneel" TargetMode="External"/><Relationship Id="rId3" Type="http://schemas.openxmlformats.org/officeDocument/2006/relationships/image" Target="../media/image1.pn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10.png"/><Relationship Id="rId9" Type="http://schemas.openxmlformats.org/officeDocument/2006/relationships/image" Target="../media/image11.png"/><Relationship Id="rId10" Type="http://schemas.openxmlformats.org/officeDocument/2006/relationships/image" Target="../media/image12.png"/><Relationship Id="rId11" Type="http://schemas.openxmlformats.org/officeDocument/2006/relationships/image" Target="../media/image13.png"/><Relationship Id="rId12" Type="http://schemas.openxmlformats.org/officeDocument/2006/relationships/image" Target="../media/image14.png"/><Relationship Id="rId13" Type="http://schemas.openxmlformats.org/officeDocument/2006/relationships/image" Target="../media/image15.png"/><Relationship Id="rId14" Type="http://schemas.openxmlformats.org/officeDocument/2006/relationships/image" Target="../media/image16.png"/><Relationship Id="rId15" Type="http://schemas.openxmlformats.org/officeDocument/2006/relationships/image" Target="../media/image17.png"/><Relationship Id="rId16" Type="http://schemas.openxmlformats.org/officeDocument/2006/relationships/image" Target="../media/image18.png"/><Relationship Id="rId17" Type="http://schemas.openxmlformats.org/officeDocument/2006/relationships/image" Target="../media/image19.png"/><Relationship Id="rId18" Type="http://schemas.openxmlformats.org/officeDocument/2006/relationships/image" Target="../media/image20.png"/><Relationship Id="rId19" Type="http://schemas.openxmlformats.org/officeDocument/2006/relationships/image" Target="../media/image21.png"/><Relationship Id="rId20" Type="http://schemas.openxmlformats.org/officeDocument/2006/relationships/image" Target="../media/image22.png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png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image" Target="../media/image28.png"/><Relationship Id="rId7" Type="http://schemas.openxmlformats.org/officeDocument/2006/relationships/image" Target="../media/image29.png"/><Relationship Id="rId8" Type="http://schemas.openxmlformats.org/officeDocument/2006/relationships/image" Target="../media/image30.png"/><Relationship Id="rId9" Type="http://schemas.openxmlformats.org/officeDocument/2006/relationships/image" Target="../media/image31.png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2.png"/><Relationship Id="rId3" Type="http://schemas.openxmlformats.org/officeDocument/2006/relationships/image" Target="../media/image33.png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4.jpg"/><Relationship Id="rId3" Type="http://schemas.openxmlformats.org/officeDocument/2006/relationships/image" Target="../media/image35.jpg"/></Relationships>
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Relationship Id="rId4" Type="http://schemas.openxmlformats.org/officeDocument/2006/relationships/image" Target="../media/image38.png"/></Relationships>
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9.jpg"/><Relationship Id="rId3" Type="http://schemas.openxmlformats.org/officeDocument/2006/relationships/image" Target="../media/image40.jpg"/></Relationships>
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1.jpg"/><Relationship Id="rId3" Type="http://schemas.openxmlformats.org/officeDocument/2006/relationships/image" Target="../media/image42.jpg"/></Relationships>
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3.png"/></Relationships>
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4.png"/><Relationship Id="rId3" Type="http://schemas.openxmlformats.org/officeDocument/2006/relationships/image" Target="../media/image45.png"/><Relationship Id="rId4" Type="http://schemas.openxmlformats.org/officeDocument/2006/relationships/image" Target="../media/image46.png"/></Relationships>
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7.png"/></Relationships>
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8.png"/><Relationship Id="rId3" Type="http://schemas.openxmlformats.org/officeDocument/2006/relationships/image" Target="../media/image49.png"/></Relationships>
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0.jpg"/></Relationships>
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1.jpg"/></Relationships>
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8.png"/></Relationships>
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2.jpg"/><Relationship Id="rId3" Type="http://schemas.openxmlformats.org/officeDocument/2006/relationships/image" Target="../media/image53.jpg"/><Relationship Id="rId4" Type="http://schemas.openxmlformats.org/officeDocument/2006/relationships/image" Target="../media/image54.jpg"/></Relationships>
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
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5.png"/><Relationship Id="rId3" Type="http://schemas.openxmlformats.org/officeDocument/2006/relationships/image" Target="../media/image56.png"/></Relationships>
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7.png"/><Relationship Id="rId3" Type="http://schemas.openxmlformats.org/officeDocument/2006/relationships/image" Target="../media/image58.png"/><Relationship Id="rId4" Type="http://schemas.openxmlformats.org/officeDocument/2006/relationships/image" Target="../media/image59.png"/><Relationship Id="rId5" Type="http://schemas.openxmlformats.org/officeDocument/2006/relationships/image" Target="../media/image60.png"/></Relationships>
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1.png"/><Relationship Id="rId3" Type="http://schemas.openxmlformats.org/officeDocument/2006/relationships/image" Target="../media/image62.png"/><Relationship Id="rId4" Type="http://schemas.openxmlformats.org/officeDocument/2006/relationships/image" Target="../media/image63.png"/><Relationship Id="rId5" Type="http://schemas.openxmlformats.org/officeDocument/2006/relationships/image" Target="../media/image64.png"/><Relationship Id="rId6" Type="http://schemas.openxmlformats.org/officeDocument/2006/relationships/image" Target="../media/image65.png"/><Relationship Id="rId7" Type="http://schemas.openxmlformats.org/officeDocument/2006/relationships/image" Target="../media/image66.png"/><Relationship Id="rId8" Type="http://schemas.openxmlformats.org/officeDocument/2006/relationships/image" Target="../media/image67.png"/><Relationship Id="rId9" Type="http://schemas.openxmlformats.org/officeDocument/2006/relationships/image" Target="../media/image68.png"/><Relationship Id="rId10" Type="http://schemas.openxmlformats.org/officeDocument/2006/relationships/image" Target="../media/image69.png"/><Relationship Id="rId11" Type="http://schemas.openxmlformats.org/officeDocument/2006/relationships/image" Target="../media/image70.png"/><Relationship Id="rId12" Type="http://schemas.openxmlformats.org/officeDocument/2006/relationships/image" Target="../media/image71.png"/><Relationship Id="rId13" Type="http://schemas.openxmlformats.org/officeDocument/2006/relationships/image" Target="../media/image72.png"/><Relationship Id="rId14" Type="http://schemas.openxmlformats.org/officeDocument/2006/relationships/image" Target="../media/image73.png"/><Relationship Id="rId15" Type="http://schemas.openxmlformats.org/officeDocument/2006/relationships/image" Target="../media/image74.png"/><Relationship Id="rId16" Type="http://schemas.openxmlformats.org/officeDocument/2006/relationships/image" Target="../media/image75.png"/><Relationship Id="rId17" Type="http://schemas.openxmlformats.org/officeDocument/2006/relationships/image" Target="../media/image76.png"/><Relationship Id="rId18" Type="http://schemas.openxmlformats.org/officeDocument/2006/relationships/image" Target="../media/image77.png"/><Relationship Id="rId19" Type="http://schemas.openxmlformats.org/officeDocument/2006/relationships/image" Target="../media/image78.png"/></Relationships>
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9.png"/><Relationship Id="rId3" Type="http://schemas.openxmlformats.org/officeDocument/2006/relationships/image" Target="../media/image48.png"/><Relationship Id="rId4" Type="http://schemas.openxmlformats.org/officeDocument/2006/relationships/image" Target="../media/image79.png"/></Relationships>
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
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0.png"/><Relationship Id="rId3" Type="http://schemas.openxmlformats.org/officeDocument/2006/relationships/image" Target="../media/image81.png"/><Relationship Id="rId4" Type="http://schemas.openxmlformats.org/officeDocument/2006/relationships/image" Target="../media/image82.png"/></Relationships>
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1.png"/><Relationship Id="rId3" Type="http://schemas.openxmlformats.org/officeDocument/2006/relationships/image" Target="../media/image62.png"/><Relationship Id="rId4" Type="http://schemas.openxmlformats.org/officeDocument/2006/relationships/image" Target="../media/image63.png"/><Relationship Id="rId5" Type="http://schemas.openxmlformats.org/officeDocument/2006/relationships/image" Target="../media/image81.png"/><Relationship Id="rId6" Type="http://schemas.openxmlformats.org/officeDocument/2006/relationships/image" Target="../media/image83.png"/><Relationship Id="rId7" Type="http://schemas.openxmlformats.org/officeDocument/2006/relationships/image" Target="../media/image70.png"/></Relationships>
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4.png"/></Relationships>
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5.jpg"/></Relationships>
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ece.gmu.edu/crypto_resources/web_resources/libraries.htm" TargetMode="External"/></Relationships>
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www.cacr.math.uwaterloo.ca/hac" TargetMode="External"/><Relationship Id="rId3" Type="http://schemas.openxmlformats.org/officeDocument/2006/relationships/hyperlink" Target="http://www.cs.bris.ac.uk/~nigel/Crypto_Book/" TargetMode="External"/></Relationships>
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www.iacr.org/" TargetMode="External"/><Relationship Id="rId3" Type="http://schemas.openxmlformats.org/officeDocument/2006/relationships/hyperlink" Target="http://www.ietf.org/" TargetMode="External"/><Relationship Id="rId4" Type="http://schemas.openxmlformats.org/officeDocument/2006/relationships/hyperlink" Target="http://www.faqs.org/faqs/" TargetMode="External"/><Relationship Id="rId5" Type="http://schemas.openxmlformats.org/officeDocument/2006/relationships/hyperlink" Target="http://www.counterpane.com/" TargetMode="External"/><Relationship Id="rId6" Type="http://schemas.openxmlformats.org/officeDocument/2006/relationships/hyperlink" Target="http://www.digicrime.org/" TargetMode="External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257799" y="1592330"/>
            <a:ext cx="6499860" cy="72009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b="1">
                <a:latin typeface="Times New Roman"/>
                <a:cs typeface="Times New Roman"/>
              </a:rPr>
              <a:t>Cryptographic</a:t>
            </a:r>
            <a:r>
              <a:rPr dirty="0" spc="-70" b="1">
                <a:latin typeface="Times New Roman"/>
                <a:cs typeface="Times New Roman"/>
              </a:rPr>
              <a:t> </a:t>
            </a:r>
            <a:r>
              <a:rPr dirty="0" spc="-10" b="1">
                <a:latin typeface="Times New Roman"/>
                <a:cs typeface="Times New Roman"/>
              </a:rPr>
              <a:t>algorithms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580635" y="3402291"/>
            <a:ext cx="5795645" cy="2214880"/>
          </a:xfrm>
          <a:prstGeom prst="rect">
            <a:avLst/>
          </a:prstGeom>
        </p:spPr>
        <p:txBody>
          <a:bodyPr wrap="square" lIns="0" tIns="10922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860"/>
              </a:spcBef>
            </a:pPr>
            <a:r>
              <a:rPr dirty="0" sz="3300">
                <a:latin typeface="Times New Roman"/>
                <a:cs typeface="Times New Roman"/>
              </a:rPr>
              <a:t>Prof.</a:t>
            </a:r>
            <a:r>
              <a:rPr dirty="0" sz="3300" spc="-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Bart </a:t>
            </a:r>
            <a:r>
              <a:rPr dirty="0" sz="3300" spc="-10">
                <a:latin typeface="Times New Roman"/>
                <a:cs typeface="Times New Roman"/>
              </a:rPr>
              <a:t>Preneel</a:t>
            </a:r>
            <a:endParaRPr sz="33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655"/>
              </a:spcBef>
            </a:pPr>
            <a:r>
              <a:rPr dirty="0" sz="2900" spc="-10">
                <a:latin typeface="Times New Roman"/>
                <a:cs typeface="Times New Roman"/>
              </a:rPr>
              <a:t>COSIC</a:t>
            </a:r>
            <a:endParaRPr sz="2900">
              <a:latin typeface="Times New Roman"/>
              <a:cs typeface="Times New Roman"/>
            </a:endParaRPr>
          </a:p>
          <a:p>
            <a:pPr algn="ctr" marL="12065" marR="5080" indent="-635">
              <a:lnSpc>
                <a:spcPct val="119000"/>
              </a:lnSpc>
              <a:spcBef>
                <a:spcPts val="100"/>
              </a:spcBef>
            </a:pPr>
            <a:r>
              <a:rPr dirty="0" sz="2900" spc="-10">
                <a:latin typeface="Times New Roman"/>
                <a:cs typeface="Times New Roman"/>
              </a:rPr>
              <a:t>Bart.Preneel(at)esatDOTkuleuven.be </a:t>
            </a:r>
            <a:r>
              <a:rPr dirty="0" sz="2900" spc="-10">
                <a:latin typeface="Times New Roman"/>
                <a:cs typeface="Times New Roman"/>
                <a:hlinkClick r:id="rId2"/>
              </a:rPr>
              <a:t>http://homes.esat.kuleuven.be/~preneel</a:t>
            </a:r>
            <a:endParaRPr sz="29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15283" y="381064"/>
            <a:ext cx="888402" cy="1514207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5197643" y="6685136"/>
            <a:ext cx="4622165" cy="421005"/>
          </a:xfrm>
          <a:prstGeom prst="rect">
            <a:avLst/>
          </a:prstGeom>
          <a:ln w="9859">
            <a:solidFill>
              <a:srgbClr val="000000"/>
            </a:solidFill>
          </a:ln>
        </p:spPr>
        <p:txBody>
          <a:bodyPr wrap="square" lIns="0" tIns="49530" rIns="0" bIns="0" rtlCol="0" vert="horz">
            <a:spAutoFit/>
          </a:bodyPr>
          <a:lstStyle/>
          <a:p>
            <a:pPr marL="490220">
              <a:lnSpc>
                <a:spcPct val="100000"/>
              </a:lnSpc>
              <a:spcBef>
                <a:spcPts val="390"/>
              </a:spcBef>
            </a:pPr>
            <a:r>
              <a:rPr dirty="0" sz="2050">
                <a:latin typeface="Times New Roman"/>
                <a:cs typeface="Times New Roman"/>
              </a:rPr>
              <a:t>©</a:t>
            </a:r>
            <a:r>
              <a:rPr dirty="0" sz="2050" spc="-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Bart</a:t>
            </a:r>
            <a:r>
              <a:rPr dirty="0" sz="2050" spc="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Preneel.</a:t>
            </a:r>
            <a:r>
              <a:rPr dirty="0" sz="2050" spc="-11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All rights</a:t>
            </a:r>
            <a:r>
              <a:rPr dirty="0" sz="2050" spc="10">
                <a:latin typeface="Times New Roman"/>
                <a:cs typeface="Times New Roman"/>
              </a:rPr>
              <a:t> </a:t>
            </a:r>
            <a:r>
              <a:rPr dirty="0" sz="2050" spc="-10">
                <a:latin typeface="Times New Roman"/>
                <a:cs typeface="Times New Roman"/>
              </a:rPr>
              <a:t>reserved</a:t>
            </a:r>
            <a:endParaRPr sz="20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549218" y="587780"/>
            <a:ext cx="1760855" cy="72009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10"/>
              <a:t>Outline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644143" y="1809151"/>
            <a:ext cx="7418070" cy="4869180"/>
          </a:xfrm>
          <a:prstGeom prst="rect">
            <a:avLst/>
          </a:prstGeom>
        </p:spPr>
        <p:txBody>
          <a:bodyPr wrap="square" lIns="0" tIns="163195" rIns="0" bIns="0" rtlCol="0" vert="horz">
            <a:spAutoFit/>
          </a:bodyPr>
          <a:lstStyle/>
          <a:p>
            <a:pPr marL="367030" indent="-354330">
              <a:lnSpc>
                <a:spcPct val="100000"/>
              </a:lnSpc>
              <a:spcBef>
                <a:spcPts val="1285"/>
              </a:spcBef>
              <a:buChar char="•"/>
              <a:tabLst>
                <a:tab pos="367030" algn="l"/>
              </a:tabLst>
            </a:pPr>
            <a:r>
              <a:rPr dirty="0" sz="3300">
                <a:latin typeface="Times New Roman"/>
                <a:cs typeface="Times New Roman"/>
              </a:rPr>
              <a:t>1.</a:t>
            </a:r>
            <a:r>
              <a:rPr dirty="0" sz="3300" spc="-20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Cryptology:</a:t>
            </a:r>
            <a:r>
              <a:rPr dirty="0" sz="3300" spc="-10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concepts</a:t>
            </a:r>
            <a:r>
              <a:rPr dirty="0" sz="3300" spc="-10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and</a:t>
            </a:r>
            <a:r>
              <a:rPr dirty="0" sz="3300" spc="-5">
                <a:latin typeface="Times New Roman"/>
                <a:cs typeface="Times New Roman"/>
              </a:rPr>
              <a:t> </a:t>
            </a:r>
            <a:r>
              <a:rPr dirty="0" sz="3300" spc="-10">
                <a:latin typeface="Times New Roman"/>
                <a:cs typeface="Times New Roman"/>
              </a:rPr>
              <a:t>algorithms</a:t>
            </a:r>
            <a:endParaRPr sz="3300">
              <a:latin typeface="Times New Roman"/>
              <a:cs typeface="Times New Roman"/>
            </a:endParaRPr>
          </a:p>
          <a:p>
            <a:pPr lvl="1" marL="780415" indent="-294640">
              <a:lnSpc>
                <a:spcPct val="100000"/>
              </a:lnSpc>
              <a:spcBef>
                <a:spcPts val="1025"/>
              </a:spcBef>
              <a:buChar char="–"/>
              <a:tabLst>
                <a:tab pos="780415" algn="l"/>
              </a:tabLst>
            </a:pPr>
            <a:r>
              <a:rPr dirty="0" sz="2900">
                <a:latin typeface="Times New Roman"/>
                <a:cs typeface="Times New Roman"/>
              </a:rPr>
              <a:t>symmetric</a:t>
            </a:r>
            <a:r>
              <a:rPr dirty="0" sz="2900" spc="-35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algorithms</a:t>
            </a:r>
            <a:r>
              <a:rPr dirty="0" sz="2900" spc="-35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for</a:t>
            </a:r>
            <a:r>
              <a:rPr dirty="0" sz="2900" spc="-35">
                <a:latin typeface="Times New Roman"/>
                <a:cs typeface="Times New Roman"/>
              </a:rPr>
              <a:t> </a:t>
            </a:r>
            <a:r>
              <a:rPr dirty="0" sz="2900" spc="-10">
                <a:latin typeface="Times New Roman"/>
                <a:cs typeface="Times New Roman"/>
              </a:rPr>
              <a:t>confidentiality</a:t>
            </a:r>
            <a:endParaRPr sz="2900">
              <a:latin typeface="Times New Roman"/>
              <a:cs typeface="Times New Roman"/>
            </a:endParaRPr>
          </a:p>
          <a:p>
            <a:pPr lvl="1" marL="780415" indent="-294640">
              <a:lnSpc>
                <a:spcPct val="100000"/>
              </a:lnSpc>
              <a:spcBef>
                <a:spcPts val="1075"/>
              </a:spcBef>
              <a:buChar char="–"/>
              <a:tabLst>
                <a:tab pos="780415" algn="l"/>
              </a:tabLst>
            </a:pPr>
            <a:r>
              <a:rPr dirty="0" sz="2900">
                <a:latin typeface="Times New Roman"/>
                <a:cs typeface="Times New Roman"/>
              </a:rPr>
              <a:t>symmetric</a:t>
            </a:r>
            <a:r>
              <a:rPr dirty="0" sz="2900" spc="-40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algorithms</a:t>
            </a:r>
            <a:r>
              <a:rPr dirty="0" sz="2900" spc="-40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for</a:t>
            </a:r>
            <a:r>
              <a:rPr dirty="0" sz="2900" spc="-40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data</a:t>
            </a:r>
            <a:r>
              <a:rPr dirty="0" sz="2900" spc="-40">
                <a:latin typeface="Times New Roman"/>
                <a:cs typeface="Times New Roman"/>
              </a:rPr>
              <a:t> </a:t>
            </a:r>
            <a:r>
              <a:rPr dirty="0" sz="2900" spc="-10">
                <a:latin typeface="Times New Roman"/>
                <a:cs typeface="Times New Roman"/>
              </a:rPr>
              <a:t>authentication</a:t>
            </a:r>
            <a:endParaRPr sz="2900">
              <a:latin typeface="Times New Roman"/>
              <a:cs typeface="Times New Roman"/>
            </a:endParaRPr>
          </a:p>
          <a:p>
            <a:pPr lvl="1" marL="780415" indent="-294640">
              <a:lnSpc>
                <a:spcPct val="100000"/>
              </a:lnSpc>
              <a:spcBef>
                <a:spcPts val="1075"/>
              </a:spcBef>
              <a:buChar char="–"/>
              <a:tabLst>
                <a:tab pos="780415" algn="l"/>
              </a:tabLst>
            </a:pPr>
            <a:r>
              <a:rPr dirty="0" sz="2900" spc="-10">
                <a:latin typeface="Times New Roman"/>
                <a:cs typeface="Times New Roman"/>
              </a:rPr>
              <a:t>public-</a:t>
            </a:r>
            <a:r>
              <a:rPr dirty="0" sz="2900">
                <a:latin typeface="Times New Roman"/>
                <a:cs typeface="Times New Roman"/>
              </a:rPr>
              <a:t>key</a:t>
            </a:r>
            <a:r>
              <a:rPr dirty="0" sz="2900" spc="15">
                <a:latin typeface="Times New Roman"/>
                <a:cs typeface="Times New Roman"/>
              </a:rPr>
              <a:t> </a:t>
            </a:r>
            <a:r>
              <a:rPr dirty="0" sz="2900" spc="-10">
                <a:latin typeface="Times New Roman"/>
                <a:cs typeface="Times New Roman"/>
              </a:rPr>
              <a:t>cryptology</a:t>
            </a:r>
            <a:endParaRPr sz="2900">
              <a:latin typeface="Times New Roman"/>
              <a:cs typeface="Times New Roman"/>
            </a:endParaRPr>
          </a:p>
          <a:p>
            <a:pPr marL="367030" indent="-354330">
              <a:lnSpc>
                <a:spcPct val="100000"/>
              </a:lnSpc>
              <a:spcBef>
                <a:spcPts val="1130"/>
              </a:spcBef>
              <a:buChar char="•"/>
              <a:tabLst>
                <a:tab pos="367030" algn="l"/>
              </a:tabLst>
            </a:pPr>
            <a:r>
              <a:rPr dirty="0" sz="3300">
                <a:solidFill>
                  <a:srgbClr val="B2B2B2"/>
                </a:solidFill>
                <a:latin typeface="Times New Roman"/>
                <a:cs typeface="Times New Roman"/>
              </a:rPr>
              <a:t>2.</a:t>
            </a:r>
            <a:r>
              <a:rPr dirty="0" sz="3300" spc="-15">
                <a:solidFill>
                  <a:srgbClr val="B2B2B2"/>
                </a:solidFill>
                <a:latin typeface="Times New Roman"/>
                <a:cs typeface="Times New Roman"/>
              </a:rPr>
              <a:t> </a:t>
            </a:r>
            <a:r>
              <a:rPr dirty="0" sz="3300">
                <a:solidFill>
                  <a:srgbClr val="B2B2B2"/>
                </a:solidFill>
                <a:latin typeface="Times New Roman"/>
                <a:cs typeface="Times New Roman"/>
              </a:rPr>
              <a:t>Cryptology:</a:t>
            </a:r>
            <a:r>
              <a:rPr dirty="0" sz="3300" spc="-5">
                <a:solidFill>
                  <a:srgbClr val="B2B2B2"/>
                </a:solidFill>
                <a:latin typeface="Times New Roman"/>
                <a:cs typeface="Times New Roman"/>
              </a:rPr>
              <a:t> </a:t>
            </a:r>
            <a:r>
              <a:rPr dirty="0" sz="3300" spc="-10">
                <a:solidFill>
                  <a:srgbClr val="B2B2B2"/>
                </a:solidFill>
                <a:latin typeface="Times New Roman"/>
                <a:cs typeface="Times New Roman"/>
              </a:rPr>
              <a:t>protocols</a:t>
            </a:r>
            <a:endParaRPr sz="3300">
              <a:latin typeface="Times New Roman"/>
              <a:cs typeface="Times New Roman"/>
            </a:endParaRPr>
          </a:p>
          <a:p>
            <a:pPr lvl="1" marL="780415" indent="-294640">
              <a:lnSpc>
                <a:spcPct val="100000"/>
              </a:lnSpc>
              <a:spcBef>
                <a:spcPts val="1060"/>
              </a:spcBef>
              <a:buChar char="–"/>
              <a:tabLst>
                <a:tab pos="780415" algn="l"/>
              </a:tabLst>
            </a:pPr>
            <a:r>
              <a:rPr dirty="0" sz="2900" spc="-10">
                <a:solidFill>
                  <a:srgbClr val="B2B2B2"/>
                </a:solidFill>
                <a:latin typeface="Times New Roman"/>
                <a:cs typeface="Times New Roman"/>
              </a:rPr>
              <a:t>identification/entity</a:t>
            </a:r>
            <a:r>
              <a:rPr dirty="0" sz="2900" spc="20">
                <a:solidFill>
                  <a:srgbClr val="B2B2B2"/>
                </a:solidFill>
                <a:latin typeface="Times New Roman"/>
                <a:cs typeface="Times New Roman"/>
              </a:rPr>
              <a:t> </a:t>
            </a:r>
            <a:r>
              <a:rPr dirty="0" sz="2900" spc="-10">
                <a:solidFill>
                  <a:srgbClr val="B2B2B2"/>
                </a:solidFill>
                <a:latin typeface="Times New Roman"/>
                <a:cs typeface="Times New Roman"/>
              </a:rPr>
              <a:t>authentication</a:t>
            </a:r>
            <a:endParaRPr sz="2900">
              <a:latin typeface="Times New Roman"/>
              <a:cs typeface="Times New Roman"/>
            </a:endParaRPr>
          </a:p>
          <a:p>
            <a:pPr lvl="1" marL="780415" indent="-294640">
              <a:lnSpc>
                <a:spcPct val="100000"/>
              </a:lnSpc>
              <a:spcBef>
                <a:spcPts val="1075"/>
              </a:spcBef>
              <a:buChar char="–"/>
              <a:tabLst>
                <a:tab pos="780415" algn="l"/>
              </a:tabLst>
            </a:pPr>
            <a:r>
              <a:rPr dirty="0" sz="2900">
                <a:solidFill>
                  <a:srgbClr val="B2B2B2"/>
                </a:solidFill>
                <a:latin typeface="Times New Roman"/>
                <a:cs typeface="Times New Roman"/>
              </a:rPr>
              <a:t>key</a:t>
            </a:r>
            <a:r>
              <a:rPr dirty="0" sz="2900" spc="-55">
                <a:solidFill>
                  <a:srgbClr val="B2B2B2"/>
                </a:solidFill>
                <a:latin typeface="Times New Roman"/>
                <a:cs typeface="Times New Roman"/>
              </a:rPr>
              <a:t> </a:t>
            </a:r>
            <a:r>
              <a:rPr dirty="0" sz="2900" spc="-10">
                <a:solidFill>
                  <a:srgbClr val="B2B2B2"/>
                </a:solidFill>
                <a:latin typeface="Times New Roman"/>
                <a:cs typeface="Times New Roman"/>
              </a:rPr>
              <a:t>establishment</a:t>
            </a:r>
            <a:endParaRPr sz="2900">
              <a:latin typeface="Times New Roman"/>
              <a:cs typeface="Times New Roman"/>
            </a:endParaRPr>
          </a:p>
          <a:p>
            <a:pPr marL="367030" indent="-354330">
              <a:lnSpc>
                <a:spcPct val="100000"/>
              </a:lnSpc>
              <a:spcBef>
                <a:spcPts val="1230"/>
              </a:spcBef>
              <a:buChar char="•"/>
              <a:tabLst>
                <a:tab pos="367030" algn="l"/>
              </a:tabLst>
            </a:pPr>
            <a:r>
              <a:rPr dirty="0" sz="3300">
                <a:solidFill>
                  <a:srgbClr val="B2B2B2"/>
                </a:solidFill>
                <a:latin typeface="Times New Roman"/>
                <a:cs typeface="Times New Roman"/>
              </a:rPr>
              <a:t>3.</a:t>
            </a:r>
            <a:r>
              <a:rPr dirty="0" sz="3300" spc="-5">
                <a:solidFill>
                  <a:srgbClr val="B2B2B2"/>
                </a:solidFill>
                <a:latin typeface="Times New Roman"/>
                <a:cs typeface="Times New Roman"/>
              </a:rPr>
              <a:t> </a:t>
            </a:r>
            <a:r>
              <a:rPr dirty="0" sz="3300" spc="-10">
                <a:solidFill>
                  <a:srgbClr val="B2B2B2"/>
                </a:solidFill>
                <a:latin typeface="Times New Roman"/>
                <a:cs typeface="Times New Roman"/>
              </a:rPr>
              <a:t>Public-</a:t>
            </a:r>
            <a:r>
              <a:rPr dirty="0" sz="3300">
                <a:solidFill>
                  <a:srgbClr val="B2B2B2"/>
                </a:solidFill>
                <a:latin typeface="Times New Roman"/>
                <a:cs typeface="Times New Roman"/>
              </a:rPr>
              <a:t>Key</a:t>
            </a:r>
            <a:r>
              <a:rPr dirty="0" sz="3300" spc="10">
                <a:solidFill>
                  <a:srgbClr val="B2B2B2"/>
                </a:solidFill>
                <a:latin typeface="Times New Roman"/>
                <a:cs typeface="Times New Roman"/>
              </a:rPr>
              <a:t> </a:t>
            </a:r>
            <a:r>
              <a:rPr dirty="0" sz="3300">
                <a:solidFill>
                  <a:srgbClr val="B2B2B2"/>
                </a:solidFill>
                <a:latin typeface="Times New Roman"/>
                <a:cs typeface="Times New Roman"/>
              </a:rPr>
              <a:t>Infrastructure</a:t>
            </a:r>
            <a:r>
              <a:rPr dirty="0" sz="3300" spc="10">
                <a:solidFill>
                  <a:srgbClr val="B2B2B2"/>
                </a:solidFill>
                <a:latin typeface="Times New Roman"/>
                <a:cs typeface="Times New Roman"/>
              </a:rPr>
              <a:t> </a:t>
            </a:r>
            <a:r>
              <a:rPr dirty="0" sz="3300" spc="-10">
                <a:solidFill>
                  <a:srgbClr val="B2B2B2"/>
                </a:solidFill>
                <a:latin typeface="Times New Roman"/>
                <a:cs typeface="Times New Roman"/>
              </a:rPr>
              <a:t>principles</a:t>
            </a:r>
            <a:endParaRPr sz="33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15283" y="381064"/>
            <a:ext cx="888402" cy="151420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16766" rIns="0" bIns="0" rtlCol="0" vert="horz">
            <a:spAutoFit/>
          </a:bodyPr>
          <a:lstStyle/>
          <a:p>
            <a:pPr marL="3218815">
              <a:lnSpc>
                <a:spcPct val="100000"/>
              </a:lnSpc>
              <a:spcBef>
                <a:spcPts val="105"/>
              </a:spcBef>
            </a:pPr>
            <a:r>
              <a:rPr dirty="0"/>
              <a:t>Outline</a:t>
            </a:r>
            <a:r>
              <a:rPr dirty="0" spc="-60"/>
              <a:t> </a:t>
            </a:r>
            <a:r>
              <a:rPr dirty="0" spc="-25"/>
              <a:t>(2)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644143" y="2744521"/>
            <a:ext cx="6396990" cy="3225800"/>
          </a:xfrm>
          <a:prstGeom prst="rect">
            <a:avLst/>
          </a:prstGeom>
        </p:spPr>
        <p:txBody>
          <a:bodyPr wrap="square" lIns="0" tIns="163195" rIns="0" bIns="0" rtlCol="0" vert="horz">
            <a:spAutoFit/>
          </a:bodyPr>
          <a:lstStyle/>
          <a:p>
            <a:pPr marL="367030" indent="-354330">
              <a:lnSpc>
                <a:spcPct val="100000"/>
              </a:lnSpc>
              <a:spcBef>
                <a:spcPts val="1285"/>
              </a:spcBef>
              <a:buChar char="•"/>
              <a:tabLst>
                <a:tab pos="367030" algn="l"/>
              </a:tabLst>
            </a:pPr>
            <a:r>
              <a:rPr dirty="0" sz="3300">
                <a:solidFill>
                  <a:srgbClr val="B2B2B2"/>
                </a:solidFill>
                <a:latin typeface="Times New Roman"/>
                <a:cs typeface="Times New Roman"/>
              </a:rPr>
              <a:t>4.</a:t>
            </a:r>
            <a:r>
              <a:rPr dirty="0" sz="3300" spc="-20">
                <a:solidFill>
                  <a:srgbClr val="B2B2B2"/>
                </a:solidFill>
                <a:latin typeface="Times New Roman"/>
                <a:cs typeface="Times New Roman"/>
              </a:rPr>
              <a:t> </a:t>
            </a:r>
            <a:r>
              <a:rPr dirty="0" sz="3300">
                <a:solidFill>
                  <a:srgbClr val="B2B2B2"/>
                </a:solidFill>
                <a:latin typeface="Times New Roman"/>
                <a:cs typeface="Times New Roman"/>
              </a:rPr>
              <a:t>Networking</a:t>
            </a:r>
            <a:r>
              <a:rPr dirty="0" sz="3300" spc="-5">
                <a:solidFill>
                  <a:srgbClr val="B2B2B2"/>
                </a:solidFill>
                <a:latin typeface="Times New Roman"/>
                <a:cs typeface="Times New Roman"/>
              </a:rPr>
              <a:t> </a:t>
            </a:r>
            <a:r>
              <a:rPr dirty="0" sz="3300" spc="-10">
                <a:solidFill>
                  <a:srgbClr val="B2B2B2"/>
                </a:solidFill>
                <a:latin typeface="Times New Roman"/>
                <a:cs typeface="Times New Roman"/>
              </a:rPr>
              <a:t>protocols</a:t>
            </a:r>
            <a:endParaRPr sz="3300">
              <a:latin typeface="Times New Roman"/>
              <a:cs typeface="Times New Roman"/>
            </a:endParaRPr>
          </a:p>
          <a:p>
            <a:pPr marL="485775">
              <a:lnSpc>
                <a:spcPct val="100000"/>
              </a:lnSpc>
              <a:spcBef>
                <a:spcPts val="1025"/>
              </a:spcBef>
            </a:pPr>
            <a:r>
              <a:rPr dirty="0" sz="2900">
                <a:solidFill>
                  <a:srgbClr val="B2B2B2"/>
                </a:solidFill>
                <a:latin typeface="Times New Roman"/>
                <a:cs typeface="Times New Roman"/>
              </a:rPr>
              <a:t>–</a:t>
            </a:r>
            <a:r>
              <a:rPr dirty="0" sz="2900" spc="105">
                <a:solidFill>
                  <a:srgbClr val="B2B2B2"/>
                </a:solidFill>
                <a:latin typeface="Times New Roman"/>
                <a:cs typeface="Times New Roman"/>
              </a:rPr>
              <a:t> </a:t>
            </a:r>
            <a:r>
              <a:rPr dirty="0" sz="2900">
                <a:solidFill>
                  <a:srgbClr val="B2B2B2"/>
                </a:solidFill>
                <a:latin typeface="Times New Roman"/>
                <a:cs typeface="Times New Roman"/>
              </a:rPr>
              <a:t>email,</a:t>
            </a:r>
            <a:r>
              <a:rPr dirty="0" sz="2900" spc="-40">
                <a:solidFill>
                  <a:srgbClr val="B2B2B2"/>
                </a:solidFill>
                <a:latin typeface="Times New Roman"/>
                <a:cs typeface="Times New Roman"/>
              </a:rPr>
              <a:t> </a:t>
            </a:r>
            <a:r>
              <a:rPr dirty="0" sz="2900">
                <a:solidFill>
                  <a:srgbClr val="B2B2B2"/>
                </a:solidFill>
                <a:latin typeface="Times New Roman"/>
                <a:cs typeface="Times New Roman"/>
              </a:rPr>
              <a:t>web,</a:t>
            </a:r>
            <a:r>
              <a:rPr dirty="0" sz="2900" spc="-40">
                <a:solidFill>
                  <a:srgbClr val="B2B2B2"/>
                </a:solidFill>
                <a:latin typeface="Times New Roman"/>
                <a:cs typeface="Times New Roman"/>
              </a:rPr>
              <a:t> </a:t>
            </a:r>
            <a:r>
              <a:rPr dirty="0" sz="2900">
                <a:solidFill>
                  <a:srgbClr val="B2B2B2"/>
                </a:solidFill>
                <a:latin typeface="Times New Roman"/>
                <a:cs typeface="Times New Roman"/>
              </a:rPr>
              <a:t>IPsec,</a:t>
            </a:r>
            <a:r>
              <a:rPr dirty="0" sz="2900" spc="-45">
                <a:solidFill>
                  <a:srgbClr val="B2B2B2"/>
                </a:solidFill>
                <a:latin typeface="Times New Roman"/>
                <a:cs typeface="Times New Roman"/>
              </a:rPr>
              <a:t> </a:t>
            </a:r>
            <a:r>
              <a:rPr dirty="0" sz="2900" spc="-10">
                <a:solidFill>
                  <a:srgbClr val="B2B2B2"/>
                </a:solidFill>
                <a:latin typeface="Times New Roman"/>
                <a:cs typeface="Times New Roman"/>
              </a:rPr>
              <a:t>SSL/TLS</a:t>
            </a:r>
            <a:endParaRPr sz="2900">
              <a:latin typeface="Times New Roman"/>
              <a:cs typeface="Times New Roman"/>
            </a:endParaRPr>
          </a:p>
          <a:p>
            <a:pPr marL="367030" indent="-354330">
              <a:lnSpc>
                <a:spcPct val="100000"/>
              </a:lnSpc>
              <a:spcBef>
                <a:spcPts val="1230"/>
              </a:spcBef>
              <a:buChar char="•"/>
              <a:tabLst>
                <a:tab pos="367030" algn="l"/>
              </a:tabLst>
            </a:pPr>
            <a:r>
              <a:rPr dirty="0" sz="3300">
                <a:solidFill>
                  <a:srgbClr val="B2B2B2"/>
                </a:solidFill>
                <a:latin typeface="Times New Roman"/>
                <a:cs typeface="Times New Roman"/>
              </a:rPr>
              <a:t>5.</a:t>
            </a:r>
            <a:r>
              <a:rPr dirty="0" sz="3300" spc="-20">
                <a:solidFill>
                  <a:srgbClr val="B2B2B2"/>
                </a:solidFill>
                <a:latin typeface="Times New Roman"/>
                <a:cs typeface="Times New Roman"/>
              </a:rPr>
              <a:t> </a:t>
            </a:r>
            <a:r>
              <a:rPr dirty="0" sz="3300">
                <a:solidFill>
                  <a:srgbClr val="B2B2B2"/>
                </a:solidFill>
                <a:latin typeface="Times New Roman"/>
                <a:cs typeface="Times New Roman"/>
              </a:rPr>
              <a:t>New</a:t>
            </a:r>
            <a:r>
              <a:rPr dirty="0" sz="3300" spc="-10">
                <a:solidFill>
                  <a:srgbClr val="B2B2B2"/>
                </a:solidFill>
                <a:latin typeface="Times New Roman"/>
                <a:cs typeface="Times New Roman"/>
              </a:rPr>
              <a:t> </a:t>
            </a:r>
            <a:r>
              <a:rPr dirty="0" sz="3300">
                <a:solidFill>
                  <a:srgbClr val="B2B2B2"/>
                </a:solidFill>
                <a:latin typeface="Times New Roman"/>
                <a:cs typeface="Times New Roman"/>
              </a:rPr>
              <a:t>developments</a:t>
            </a:r>
            <a:r>
              <a:rPr dirty="0" sz="3300" spc="-10">
                <a:solidFill>
                  <a:srgbClr val="B2B2B2"/>
                </a:solidFill>
                <a:latin typeface="Times New Roman"/>
                <a:cs typeface="Times New Roman"/>
              </a:rPr>
              <a:t> </a:t>
            </a:r>
            <a:r>
              <a:rPr dirty="0" sz="3300">
                <a:solidFill>
                  <a:srgbClr val="B2B2B2"/>
                </a:solidFill>
                <a:latin typeface="Times New Roman"/>
                <a:cs typeface="Times New Roman"/>
              </a:rPr>
              <a:t>in</a:t>
            </a:r>
            <a:r>
              <a:rPr dirty="0" sz="3300" spc="-10">
                <a:solidFill>
                  <a:srgbClr val="B2B2B2"/>
                </a:solidFill>
                <a:latin typeface="Times New Roman"/>
                <a:cs typeface="Times New Roman"/>
              </a:rPr>
              <a:t> cryptology</a:t>
            </a:r>
            <a:endParaRPr sz="3300">
              <a:latin typeface="Times New Roman"/>
              <a:cs typeface="Times New Roman"/>
            </a:endParaRPr>
          </a:p>
          <a:p>
            <a:pPr marL="367030" indent="-354330">
              <a:lnSpc>
                <a:spcPct val="100000"/>
              </a:lnSpc>
              <a:spcBef>
                <a:spcPts val="1220"/>
              </a:spcBef>
              <a:buChar char="•"/>
              <a:tabLst>
                <a:tab pos="367030" algn="l"/>
              </a:tabLst>
            </a:pPr>
            <a:r>
              <a:rPr dirty="0" sz="3300">
                <a:solidFill>
                  <a:srgbClr val="B2B2B2"/>
                </a:solidFill>
                <a:latin typeface="Times New Roman"/>
                <a:cs typeface="Times New Roman"/>
              </a:rPr>
              <a:t>6.</a:t>
            </a:r>
            <a:r>
              <a:rPr dirty="0" sz="3300" spc="-5">
                <a:solidFill>
                  <a:srgbClr val="B2B2B2"/>
                </a:solidFill>
                <a:latin typeface="Times New Roman"/>
                <a:cs typeface="Times New Roman"/>
              </a:rPr>
              <a:t> </a:t>
            </a:r>
            <a:r>
              <a:rPr dirty="0" sz="3300">
                <a:solidFill>
                  <a:srgbClr val="B2B2B2"/>
                </a:solidFill>
                <a:latin typeface="Times New Roman"/>
                <a:cs typeface="Times New Roman"/>
              </a:rPr>
              <a:t>Cryptography</a:t>
            </a:r>
            <a:r>
              <a:rPr dirty="0" sz="3300" spc="-5">
                <a:solidFill>
                  <a:srgbClr val="B2B2B2"/>
                </a:solidFill>
                <a:latin typeface="Times New Roman"/>
                <a:cs typeface="Times New Roman"/>
              </a:rPr>
              <a:t> </a:t>
            </a:r>
            <a:r>
              <a:rPr dirty="0" sz="3300">
                <a:solidFill>
                  <a:srgbClr val="B2B2B2"/>
                </a:solidFill>
                <a:latin typeface="Times New Roman"/>
                <a:cs typeface="Times New Roman"/>
              </a:rPr>
              <a:t>best</a:t>
            </a:r>
            <a:r>
              <a:rPr dirty="0" sz="3300" spc="-5">
                <a:solidFill>
                  <a:srgbClr val="B2B2B2"/>
                </a:solidFill>
                <a:latin typeface="Times New Roman"/>
                <a:cs typeface="Times New Roman"/>
              </a:rPr>
              <a:t> </a:t>
            </a:r>
            <a:r>
              <a:rPr dirty="0" sz="3300" spc="-10">
                <a:solidFill>
                  <a:srgbClr val="B2B2B2"/>
                </a:solidFill>
                <a:latin typeface="Times New Roman"/>
                <a:cs typeface="Times New Roman"/>
              </a:rPr>
              <a:t>practices</a:t>
            </a:r>
            <a:endParaRPr sz="3300">
              <a:latin typeface="Times New Roman"/>
              <a:cs typeface="Times New Roman"/>
            </a:endParaRPr>
          </a:p>
          <a:p>
            <a:pPr marL="367030" indent="-354330">
              <a:lnSpc>
                <a:spcPct val="100000"/>
              </a:lnSpc>
              <a:spcBef>
                <a:spcPts val="1215"/>
              </a:spcBef>
              <a:buChar char="•"/>
              <a:tabLst>
                <a:tab pos="367030" algn="l"/>
              </a:tabLst>
            </a:pPr>
            <a:r>
              <a:rPr dirty="0" sz="3300">
                <a:solidFill>
                  <a:srgbClr val="B2B2B2"/>
                </a:solidFill>
                <a:latin typeface="Times New Roman"/>
                <a:cs typeface="Times New Roman"/>
              </a:rPr>
              <a:t>7.</a:t>
            </a:r>
            <a:r>
              <a:rPr dirty="0" sz="3300" spc="-5">
                <a:solidFill>
                  <a:srgbClr val="B2B2B2"/>
                </a:solidFill>
                <a:latin typeface="Times New Roman"/>
                <a:cs typeface="Times New Roman"/>
              </a:rPr>
              <a:t> </a:t>
            </a:r>
            <a:r>
              <a:rPr dirty="0" sz="3300">
                <a:solidFill>
                  <a:srgbClr val="B2B2B2"/>
                </a:solidFill>
                <a:latin typeface="Times New Roman"/>
                <a:cs typeface="Times New Roman"/>
              </a:rPr>
              <a:t>Hash </a:t>
            </a:r>
            <a:r>
              <a:rPr dirty="0" sz="3300" spc="-10">
                <a:solidFill>
                  <a:srgbClr val="B2B2B2"/>
                </a:solidFill>
                <a:latin typeface="Times New Roman"/>
                <a:cs typeface="Times New Roman"/>
              </a:rPr>
              <a:t>functions</a:t>
            </a:r>
            <a:endParaRPr sz="33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15283" y="381064"/>
            <a:ext cx="888402" cy="151420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205161" y="646117"/>
            <a:ext cx="2627630" cy="72009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10"/>
              <a:t>Definitions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45019" y="2281203"/>
            <a:ext cx="1971039" cy="4044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450" spc="-10" b="1">
                <a:latin typeface="Times New Roman"/>
                <a:cs typeface="Times New Roman"/>
              </a:rPr>
              <a:t>confidentiality</a:t>
            </a:r>
            <a:endParaRPr sz="24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058163" y="3032193"/>
            <a:ext cx="1971039" cy="4044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450" spc="-10" b="1">
                <a:latin typeface="Times New Roman"/>
                <a:cs typeface="Times New Roman"/>
              </a:rPr>
              <a:t>authentication</a:t>
            </a:r>
            <a:endParaRPr sz="24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388649" y="1528570"/>
            <a:ext cx="621665" cy="4044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450" spc="-20" b="1">
                <a:latin typeface="Times New Roman"/>
                <a:cs typeface="Times New Roman"/>
              </a:rPr>
              <a:t>data</a:t>
            </a:r>
            <a:endParaRPr sz="24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422761" y="1528570"/>
            <a:ext cx="989330" cy="4044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450" spc="-10" b="1">
                <a:latin typeface="Times New Roman"/>
                <a:cs typeface="Times New Roman"/>
              </a:rPr>
              <a:t>entities</a:t>
            </a:r>
            <a:endParaRPr sz="24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757927" y="2162767"/>
            <a:ext cx="1551305" cy="487045"/>
          </a:xfrm>
          <a:prstGeom prst="rect">
            <a:avLst/>
          </a:prstGeom>
          <a:solidFill>
            <a:srgbClr val="FFFED5"/>
          </a:solidFill>
          <a:ln w="13146">
            <a:solidFill>
              <a:srgbClr val="000000"/>
            </a:solidFill>
          </a:ln>
        </p:spPr>
        <p:txBody>
          <a:bodyPr wrap="square" lIns="0" tIns="57785" rIns="0" bIns="0" rtlCol="0" vert="horz">
            <a:spAutoFit/>
          </a:bodyPr>
          <a:lstStyle/>
          <a:p>
            <a:pPr marL="94615">
              <a:lnSpc>
                <a:spcPct val="100000"/>
              </a:lnSpc>
              <a:spcBef>
                <a:spcPts val="455"/>
              </a:spcBef>
            </a:pPr>
            <a:r>
              <a:rPr dirty="0" sz="2450" spc="-10">
                <a:latin typeface="Times New Roman"/>
                <a:cs typeface="Times New Roman"/>
              </a:rPr>
              <a:t>encryption</a:t>
            </a:r>
            <a:endParaRPr sz="24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246935" y="2915400"/>
            <a:ext cx="2589530" cy="487045"/>
          </a:xfrm>
          <a:prstGeom prst="rect">
            <a:avLst/>
          </a:prstGeom>
          <a:solidFill>
            <a:srgbClr val="D4FDD5"/>
          </a:solidFill>
          <a:ln w="13146">
            <a:solidFill>
              <a:srgbClr val="000000"/>
            </a:solidFill>
          </a:ln>
        </p:spPr>
        <p:txBody>
          <a:bodyPr wrap="square" lIns="0" tIns="57785" rIns="0" bIns="0" rtlCol="0" vert="horz">
            <a:spAutoFit/>
          </a:bodyPr>
          <a:lstStyle/>
          <a:p>
            <a:pPr marL="94615">
              <a:lnSpc>
                <a:spcPct val="100000"/>
              </a:lnSpc>
              <a:spcBef>
                <a:spcPts val="455"/>
              </a:spcBef>
            </a:pPr>
            <a:r>
              <a:rPr dirty="0" sz="2450">
                <a:latin typeface="Times New Roman"/>
                <a:cs typeface="Times New Roman"/>
              </a:rPr>
              <a:t>data</a:t>
            </a:r>
            <a:r>
              <a:rPr dirty="0" sz="2450" spc="35">
                <a:latin typeface="Times New Roman"/>
                <a:cs typeface="Times New Roman"/>
              </a:rPr>
              <a:t> </a:t>
            </a:r>
            <a:r>
              <a:rPr dirty="0" sz="2450" spc="-10">
                <a:latin typeface="Times New Roman"/>
                <a:cs typeface="Times New Roman"/>
              </a:rPr>
              <a:t>authentication</a:t>
            </a:r>
            <a:endParaRPr sz="24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174872" y="2162767"/>
            <a:ext cx="1551305" cy="487045"/>
          </a:xfrm>
          <a:prstGeom prst="rect">
            <a:avLst/>
          </a:prstGeom>
          <a:solidFill>
            <a:srgbClr val="D4FCA9"/>
          </a:solidFill>
          <a:ln w="13146">
            <a:solidFill>
              <a:srgbClr val="000000"/>
            </a:solidFill>
          </a:ln>
        </p:spPr>
        <p:txBody>
          <a:bodyPr wrap="square" lIns="0" tIns="57785" rIns="0" bIns="0" rtlCol="0" vert="horz">
            <a:spAutoFit/>
          </a:bodyPr>
          <a:lstStyle/>
          <a:p>
            <a:pPr marL="94615">
              <a:lnSpc>
                <a:spcPct val="100000"/>
              </a:lnSpc>
              <a:spcBef>
                <a:spcPts val="455"/>
              </a:spcBef>
            </a:pPr>
            <a:r>
              <a:rPr dirty="0" sz="2450" spc="-10">
                <a:latin typeface="Times New Roman"/>
                <a:cs typeface="Times New Roman"/>
              </a:rPr>
              <a:t>anonymity</a:t>
            </a:r>
            <a:endParaRPr sz="24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013853" y="2915400"/>
            <a:ext cx="1881505" cy="487045"/>
          </a:xfrm>
          <a:prstGeom prst="rect">
            <a:avLst/>
          </a:prstGeom>
          <a:solidFill>
            <a:srgbClr val="D5F0FF"/>
          </a:solidFill>
          <a:ln w="13146">
            <a:solidFill>
              <a:srgbClr val="000000"/>
            </a:solidFill>
          </a:ln>
        </p:spPr>
        <p:txBody>
          <a:bodyPr wrap="square" lIns="0" tIns="57785" rIns="0" bIns="0" rtlCol="0" vert="horz">
            <a:spAutoFit/>
          </a:bodyPr>
          <a:lstStyle/>
          <a:p>
            <a:pPr marL="94615">
              <a:lnSpc>
                <a:spcPct val="100000"/>
              </a:lnSpc>
              <a:spcBef>
                <a:spcPts val="455"/>
              </a:spcBef>
            </a:pPr>
            <a:r>
              <a:rPr dirty="0" sz="2450" spc="-10">
                <a:latin typeface="Times New Roman"/>
                <a:cs typeface="Times New Roman"/>
              </a:rPr>
              <a:t>identification</a:t>
            </a:r>
            <a:endParaRPr sz="24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527274" y="4320423"/>
            <a:ext cx="4732020" cy="487045"/>
          </a:xfrm>
          <a:prstGeom prst="rect">
            <a:avLst/>
          </a:prstGeom>
          <a:solidFill>
            <a:srgbClr val="FFD8FF"/>
          </a:solidFill>
          <a:ln w="13146">
            <a:solidFill>
              <a:srgbClr val="000000"/>
            </a:solidFill>
          </a:ln>
        </p:spPr>
        <p:txBody>
          <a:bodyPr wrap="square" lIns="0" tIns="57785" rIns="0" bIns="0" rtlCol="0" vert="horz">
            <a:spAutoFit/>
          </a:bodyPr>
          <a:lstStyle/>
          <a:p>
            <a:pPr marL="94615">
              <a:lnSpc>
                <a:spcPct val="100000"/>
              </a:lnSpc>
              <a:spcBef>
                <a:spcPts val="455"/>
              </a:spcBef>
            </a:pPr>
            <a:r>
              <a:rPr dirty="0" sz="2450">
                <a:latin typeface="Times New Roman"/>
                <a:cs typeface="Times New Roman"/>
              </a:rPr>
              <a:t>Non-repudiation</a:t>
            </a:r>
            <a:r>
              <a:rPr dirty="0" sz="2450" spc="80">
                <a:latin typeface="Times New Roman"/>
                <a:cs typeface="Times New Roman"/>
              </a:rPr>
              <a:t> </a:t>
            </a:r>
            <a:r>
              <a:rPr dirty="0" sz="2450">
                <a:latin typeface="Times New Roman"/>
                <a:cs typeface="Times New Roman"/>
              </a:rPr>
              <a:t>of</a:t>
            </a:r>
            <a:r>
              <a:rPr dirty="0" sz="2450" spc="80">
                <a:latin typeface="Times New Roman"/>
                <a:cs typeface="Times New Roman"/>
              </a:rPr>
              <a:t> </a:t>
            </a:r>
            <a:r>
              <a:rPr dirty="0" sz="2450">
                <a:latin typeface="Times New Roman"/>
                <a:cs typeface="Times New Roman"/>
              </a:rPr>
              <a:t>origin,</a:t>
            </a:r>
            <a:r>
              <a:rPr dirty="0" sz="2450" spc="80">
                <a:latin typeface="Times New Roman"/>
                <a:cs typeface="Times New Roman"/>
              </a:rPr>
              <a:t> </a:t>
            </a:r>
            <a:r>
              <a:rPr dirty="0" sz="2450" spc="-10">
                <a:latin typeface="Times New Roman"/>
                <a:cs typeface="Times New Roman"/>
              </a:rPr>
              <a:t>receipt</a:t>
            </a:r>
            <a:endParaRPr sz="24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565063" y="5753383"/>
            <a:ext cx="4193540" cy="487045"/>
          </a:xfrm>
          <a:prstGeom prst="rect">
            <a:avLst/>
          </a:prstGeom>
          <a:solidFill>
            <a:srgbClr val="FFADD6"/>
          </a:solidFill>
          <a:ln w="13146">
            <a:solidFill>
              <a:srgbClr val="000000"/>
            </a:solidFill>
          </a:ln>
        </p:spPr>
        <p:txBody>
          <a:bodyPr wrap="square" lIns="0" tIns="57785" rIns="0" bIns="0" rtlCol="0" vert="horz">
            <a:spAutoFit/>
          </a:bodyPr>
          <a:lstStyle/>
          <a:p>
            <a:pPr marL="107314">
              <a:lnSpc>
                <a:spcPct val="100000"/>
              </a:lnSpc>
              <a:spcBef>
                <a:spcPts val="455"/>
              </a:spcBef>
            </a:pPr>
            <a:r>
              <a:rPr dirty="0" sz="2450">
                <a:latin typeface="Times New Roman"/>
                <a:cs typeface="Times New Roman"/>
              </a:rPr>
              <a:t>Notarisation</a:t>
            </a:r>
            <a:r>
              <a:rPr dirty="0" sz="2450" spc="75">
                <a:latin typeface="Times New Roman"/>
                <a:cs typeface="Times New Roman"/>
              </a:rPr>
              <a:t> </a:t>
            </a:r>
            <a:r>
              <a:rPr dirty="0" sz="2450">
                <a:latin typeface="Times New Roman"/>
                <a:cs typeface="Times New Roman"/>
              </a:rPr>
              <a:t>and</a:t>
            </a:r>
            <a:r>
              <a:rPr dirty="0" sz="2450" spc="30">
                <a:latin typeface="Times New Roman"/>
                <a:cs typeface="Times New Roman"/>
              </a:rPr>
              <a:t> </a:t>
            </a:r>
            <a:r>
              <a:rPr dirty="0" sz="2450" spc="-10">
                <a:latin typeface="Times New Roman"/>
                <a:cs typeface="Times New Roman"/>
              </a:rPr>
              <a:t>Timestamping</a:t>
            </a:r>
            <a:endParaRPr sz="24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565063" y="5045120"/>
            <a:ext cx="2295525" cy="487045"/>
          </a:xfrm>
          <a:prstGeom prst="rect">
            <a:avLst/>
          </a:prstGeom>
          <a:solidFill>
            <a:srgbClr val="FFADD6"/>
          </a:solidFill>
          <a:ln w="13146">
            <a:solidFill>
              <a:srgbClr val="000000"/>
            </a:solidFill>
          </a:ln>
        </p:spPr>
        <p:txBody>
          <a:bodyPr wrap="square" lIns="0" tIns="57785" rIns="0" bIns="0" rtlCol="0" vert="horz">
            <a:spAutoFit/>
          </a:bodyPr>
          <a:lstStyle/>
          <a:p>
            <a:pPr marL="94615">
              <a:lnSpc>
                <a:spcPct val="100000"/>
              </a:lnSpc>
              <a:spcBef>
                <a:spcPts val="455"/>
              </a:spcBef>
            </a:pPr>
            <a:r>
              <a:rPr dirty="0" sz="2450">
                <a:latin typeface="Times New Roman"/>
                <a:cs typeface="Times New Roman"/>
              </a:rPr>
              <a:t>Contract</a:t>
            </a:r>
            <a:r>
              <a:rPr dirty="0" sz="2450" spc="80">
                <a:latin typeface="Times New Roman"/>
                <a:cs typeface="Times New Roman"/>
              </a:rPr>
              <a:t> </a:t>
            </a:r>
            <a:r>
              <a:rPr dirty="0" sz="2450" spc="-10">
                <a:latin typeface="Times New Roman"/>
                <a:cs typeface="Times New Roman"/>
              </a:rPr>
              <a:t>signing</a:t>
            </a:r>
            <a:endParaRPr sz="245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563421" y="3664746"/>
            <a:ext cx="2051050" cy="487045"/>
          </a:xfrm>
          <a:prstGeom prst="rect">
            <a:avLst/>
          </a:prstGeom>
          <a:solidFill>
            <a:srgbClr val="FFD8FF"/>
          </a:solidFill>
          <a:ln w="13146">
            <a:solidFill>
              <a:srgbClr val="000000"/>
            </a:solidFill>
          </a:ln>
        </p:spPr>
        <p:txBody>
          <a:bodyPr wrap="square" lIns="0" tIns="57785" rIns="0" bIns="0" rtlCol="0" vert="horz">
            <a:spAutoFit/>
          </a:bodyPr>
          <a:lstStyle/>
          <a:p>
            <a:pPr marL="94615">
              <a:lnSpc>
                <a:spcPct val="100000"/>
              </a:lnSpc>
              <a:spcBef>
                <a:spcPts val="455"/>
              </a:spcBef>
            </a:pPr>
            <a:r>
              <a:rPr dirty="0" sz="2450" spc="-10">
                <a:latin typeface="Times New Roman"/>
                <a:cs typeface="Times New Roman"/>
              </a:rPr>
              <a:t>Authorisation</a:t>
            </a:r>
            <a:endParaRPr sz="245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38598" y="2175914"/>
            <a:ext cx="1789430" cy="1244600"/>
          </a:xfrm>
          <a:prstGeom prst="rect">
            <a:avLst/>
          </a:prstGeom>
          <a:ln w="9859">
            <a:solidFill>
              <a:srgbClr val="BFBFBF"/>
            </a:solidFill>
          </a:ln>
        </p:spPr>
        <p:txBody>
          <a:bodyPr wrap="square" lIns="0" tIns="48895" rIns="0" bIns="0" rtlCol="0" vert="horz">
            <a:spAutoFit/>
          </a:bodyPr>
          <a:lstStyle/>
          <a:p>
            <a:pPr marL="94615">
              <a:lnSpc>
                <a:spcPct val="100000"/>
              </a:lnSpc>
              <a:spcBef>
                <a:spcPts val="385"/>
              </a:spcBef>
            </a:pPr>
            <a:r>
              <a:rPr dirty="0" sz="1850" spc="-10">
                <a:solidFill>
                  <a:srgbClr val="FF0000"/>
                </a:solidFill>
                <a:latin typeface="Arial"/>
                <a:cs typeface="Arial"/>
              </a:rPr>
              <a:t>C</a:t>
            </a:r>
            <a:r>
              <a:rPr dirty="0" sz="1850" spc="-10">
                <a:solidFill>
                  <a:srgbClr val="808080"/>
                </a:solidFill>
                <a:latin typeface="Arial"/>
                <a:cs typeface="Arial"/>
              </a:rPr>
              <a:t>onfidentiality</a:t>
            </a:r>
            <a:endParaRPr sz="1850">
              <a:latin typeface="Arial"/>
              <a:cs typeface="Arial"/>
            </a:endParaRPr>
          </a:p>
          <a:p>
            <a:pPr marL="94615" marR="573405">
              <a:lnSpc>
                <a:spcPct val="149200"/>
              </a:lnSpc>
              <a:spcBef>
                <a:spcPts val="80"/>
              </a:spcBef>
            </a:pPr>
            <a:r>
              <a:rPr dirty="0" sz="1850" spc="-10">
                <a:solidFill>
                  <a:srgbClr val="FF0000"/>
                </a:solidFill>
                <a:latin typeface="Arial"/>
                <a:cs typeface="Arial"/>
              </a:rPr>
              <a:t>I</a:t>
            </a:r>
            <a:r>
              <a:rPr dirty="0" sz="1850" spc="-10">
                <a:solidFill>
                  <a:srgbClr val="808080"/>
                </a:solidFill>
                <a:latin typeface="Arial"/>
                <a:cs typeface="Arial"/>
              </a:rPr>
              <a:t>ntegrity </a:t>
            </a:r>
            <a:r>
              <a:rPr dirty="0" sz="1850" spc="-10">
                <a:solidFill>
                  <a:srgbClr val="FF0000"/>
                </a:solidFill>
                <a:latin typeface="Arial"/>
                <a:cs typeface="Arial"/>
              </a:rPr>
              <a:t>A</a:t>
            </a:r>
            <a:r>
              <a:rPr dirty="0" sz="1850" spc="-10">
                <a:solidFill>
                  <a:srgbClr val="808080"/>
                </a:solidFill>
                <a:latin typeface="Arial"/>
                <a:cs typeface="Arial"/>
              </a:rPr>
              <a:t>vailability</a:t>
            </a:r>
            <a:endParaRPr sz="1850">
              <a:latin typeface="Arial"/>
              <a:cs typeface="Arial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607350" y="4452435"/>
            <a:ext cx="3405504" cy="3109595"/>
            <a:chOff x="607350" y="4452435"/>
            <a:chExt cx="3405504" cy="3109595"/>
          </a:xfrm>
        </p:grpSpPr>
        <p:sp>
          <p:nvSpPr>
            <p:cNvPr id="17" name="object 17"/>
            <p:cNvSpPr/>
            <p:nvPr/>
          </p:nvSpPr>
          <p:spPr>
            <a:xfrm>
              <a:off x="612279" y="4457471"/>
              <a:ext cx="3395345" cy="3099435"/>
            </a:xfrm>
            <a:custGeom>
              <a:avLst/>
              <a:gdLst/>
              <a:ahLst/>
              <a:cxnLst/>
              <a:rect l="l" t="t" r="r" b="b"/>
              <a:pathLst>
                <a:path w="3395345" h="3099434">
                  <a:moveTo>
                    <a:pt x="1800834" y="3099028"/>
                  </a:moveTo>
                  <a:lnTo>
                    <a:pt x="1777314" y="3037548"/>
                  </a:lnTo>
                  <a:lnTo>
                    <a:pt x="1747177" y="3007410"/>
                  </a:lnTo>
                  <a:lnTo>
                    <a:pt x="1708975" y="2987649"/>
                  </a:lnTo>
                  <a:lnTo>
                    <a:pt x="1664970" y="2980550"/>
                  </a:lnTo>
                  <a:lnTo>
                    <a:pt x="1620977" y="2987649"/>
                  </a:lnTo>
                  <a:lnTo>
                    <a:pt x="1582762" y="3007410"/>
                  </a:lnTo>
                  <a:lnTo>
                    <a:pt x="1552625" y="3037548"/>
                  </a:lnTo>
                  <a:lnTo>
                    <a:pt x="1532864" y="3075775"/>
                  </a:lnTo>
                  <a:lnTo>
                    <a:pt x="1529105" y="3099028"/>
                  </a:lnTo>
                  <a:lnTo>
                    <a:pt x="1800834" y="3099028"/>
                  </a:lnTo>
                  <a:close/>
                </a:path>
                <a:path w="3395345" h="3099434">
                  <a:moveTo>
                    <a:pt x="1880590" y="2738818"/>
                  </a:moveTo>
                  <a:lnTo>
                    <a:pt x="1875066" y="2690939"/>
                  </a:lnTo>
                  <a:lnTo>
                    <a:pt x="1859356" y="2646984"/>
                  </a:lnTo>
                  <a:lnTo>
                    <a:pt x="1834718" y="2608199"/>
                  </a:lnTo>
                  <a:lnTo>
                    <a:pt x="1802371" y="2575864"/>
                  </a:lnTo>
                  <a:lnTo>
                    <a:pt x="1763610" y="2551214"/>
                  </a:lnTo>
                  <a:lnTo>
                    <a:pt x="1719656" y="2535504"/>
                  </a:lnTo>
                  <a:lnTo>
                    <a:pt x="1671777" y="2529979"/>
                  </a:lnTo>
                  <a:lnTo>
                    <a:pt x="1623898" y="2535504"/>
                  </a:lnTo>
                  <a:lnTo>
                    <a:pt x="1579956" y="2551214"/>
                  </a:lnTo>
                  <a:lnTo>
                    <a:pt x="1541183" y="2575864"/>
                  </a:lnTo>
                  <a:lnTo>
                    <a:pt x="1508848" y="2608199"/>
                  </a:lnTo>
                  <a:lnTo>
                    <a:pt x="1484198" y="2646984"/>
                  </a:lnTo>
                  <a:lnTo>
                    <a:pt x="1468488" y="2690939"/>
                  </a:lnTo>
                  <a:lnTo>
                    <a:pt x="1462976" y="2738818"/>
                  </a:lnTo>
                  <a:lnTo>
                    <a:pt x="1468488" y="2786710"/>
                  </a:lnTo>
                  <a:lnTo>
                    <a:pt x="1484198" y="2830665"/>
                  </a:lnTo>
                  <a:lnTo>
                    <a:pt x="1508848" y="2869438"/>
                  </a:lnTo>
                  <a:lnTo>
                    <a:pt x="1541183" y="2901772"/>
                  </a:lnTo>
                  <a:lnTo>
                    <a:pt x="1579956" y="2926435"/>
                  </a:lnTo>
                  <a:lnTo>
                    <a:pt x="1623898" y="2942145"/>
                  </a:lnTo>
                  <a:lnTo>
                    <a:pt x="1671777" y="2947657"/>
                  </a:lnTo>
                  <a:lnTo>
                    <a:pt x="1719656" y="2942145"/>
                  </a:lnTo>
                  <a:lnTo>
                    <a:pt x="1763610" y="2926435"/>
                  </a:lnTo>
                  <a:lnTo>
                    <a:pt x="1802371" y="2901772"/>
                  </a:lnTo>
                  <a:lnTo>
                    <a:pt x="1834718" y="2869438"/>
                  </a:lnTo>
                  <a:lnTo>
                    <a:pt x="1859356" y="2830665"/>
                  </a:lnTo>
                  <a:lnTo>
                    <a:pt x="1875066" y="2786710"/>
                  </a:lnTo>
                  <a:lnTo>
                    <a:pt x="1880590" y="2738818"/>
                  </a:lnTo>
                  <a:close/>
                </a:path>
                <a:path w="3395345" h="3099434">
                  <a:moveTo>
                    <a:pt x="3395345" y="1192187"/>
                  </a:moveTo>
                  <a:lnTo>
                    <a:pt x="3391598" y="1146530"/>
                  </a:lnTo>
                  <a:lnTo>
                    <a:pt x="3383940" y="1101166"/>
                  </a:lnTo>
                  <a:lnTo>
                    <a:pt x="3372332" y="1056347"/>
                  </a:lnTo>
                  <a:lnTo>
                    <a:pt x="3356737" y="1012355"/>
                  </a:lnTo>
                  <a:lnTo>
                    <a:pt x="3337115" y="969454"/>
                  </a:lnTo>
                  <a:lnTo>
                    <a:pt x="3313442" y="927900"/>
                  </a:lnTo>
                  <a:lnTo>
                    <a:pt x="3285680" y="887958"/>
                  </a:lnTo>
                  <a:lnTo>
                    <a:pt x="3291192" y="874356"/>
                  </a:lnTo>
                  <a:lnTo>
                    <a:pt x="3304844" y="832548"/>
                  </a:lnTo>
                  <a:lnTo>
                    <a:pt x="3314966" y="784313"/>
                  </a:lnTo>
                  <a:lnTo>
                    <a:pt x="3319399" y="736269"/>
                  </a:lnTo>
                  <a:lnTo>
                    <a:pt x="3318395" y="688771"/>
                  </a:lnTo>
                  <a:lnTo>
                    <a:pt x="3312160" y="642239"/>
                  </a:lnTo>
                  <a:lnTo>
                    <a:pt x="3300920" y="597039"/>
                  </a:lnTo>
                  <a:lnTo>
                    <a:pt x="3284905" y="553567"/>
                  </a:lnTo>
                  <a:lnTo>
                    <a:pt x="3264319" y="512216"/>
                  </a:lnTo>
                  <a:lnTo>
                    <a:pt x="3239376" y="473367"/>
                  </a:lnTo>
                  <a:lnTo>
                    <a:pt x="3210318" y="437400"/>
                  </a:lnTo>
                  <a:lnTo>
                    <a:pt x="3177362" y="404723"/>
                  </a:lnTo>
                  <a:lnTo>
                    <a:pt x="3140722" y="375716"/>
                  </a:lnTo>
                  <a:lnTo>
                    <a:pt x="3100616" y="350774"/>
                  </a:lnTo>
                  <a:lnTo>
                    <a:pt x="3057271" y="330263"/>
                  </a:lnTo>
                  <a:lnTo>
                    <a:pt x="3010903" y="314604"/>
                  </a:lnTo>
                  <a:lnTo>
                    <a:pt x="3005429" y="292912"/>
                  </a:lnTo>
                  <a:lnTo>
                    <a:pt x="2997962" y="263258"/>
                  </a:lnTo>
                  <a:lnTo>
                    <a:pt x="2978251" y="214528"/>
                  </a:lnTo>
                  <a:lnTo>
                    <a:pt x="2964294" y="190233"/>
                  </a:lnTo>
                  <a:lnTo>
                    <a:pt x="2952140" y="169075"/>
                  </a:lnTo>
                  <a:lnTo>
                    <a:pt x="2925813" y="135051"/>
                  </a:lnTo>
                  <a:lnTo>
                    <a:pt x="2882188" y="90576"/>
                  </a:lnTo>
                  <a:lnTo>
                    <a:pt x="2843784" y="61823"/>
                  </a:lnTo>
                  <a:lnTo>
                    <a:pt x="2803042" y="38582"/>
                  </a:lnTo>
                  <a:lnTo>
                    <a:pt x="2760472" y="20815"/>
                  </a:lnTo>
                  <a:lnTo>
                    <a:pt x="2716568" y="8483"/>
                  </a:lnTo>
                  <a:lnTo>
                    <a:pt x="2671851" y="1536"/>
                  </a:lnTo>
                  <a:lnTo>
                    <a:pt x="2628468" y="0"/>
                  </a:lnTo>
                  <a:lnTo>
                    <a:pt x="2626093" y="0"/>
                  </a:lnTo>
                  <a:lnTo>
                    <a:pt x="2581935" y="3657"/>
                  </a:lnTo>
                  <a:lnTo>
                    <a:pt x="2537764" y="12636"/>
                  </a:lnTo>
                  <a:lnTo>
                    <a:pt x="2494775" y="26835"/>
                  </a:lnTo>
                  <a:lnTo>
                    <a:pt x="2453475" y="46228"/>
                  </a:lnTo>
                  <a:lnTo>
                    <a:pt x="2414384" y="70751"/>
                  </a:lnTo>
                  <a:lnTo>
                    <a:pt x="2377986" y="100368"/>
                  </a:lnTo>
                  <a:lnTo>
                    <a:pt x="2344801" y="135051"/>
                  </a:lnTo>
                  <a:lnTo>
                    <a:pt x="2319312" y="105130"/>
                  </a:lnTo>
                  <a:lnTo>
                    <a:pt x="2290699" y="78409"/>
                  </a:lnTo>
                  <a:lnTo>
                    <a:pt x="2259266" y="55143"/>
                  </a:lnTo>
                  <a:lnTo>
                    <a:pt x="2225281" y="35572"/>
                  </a:lnTo>
                  <a:lnTo>
                    <a:pt x="2182279" y="17500"/>
                  </a:lnTo>
                  <a:lnTo>
                    <a:pt x="2138299" y="5664"/>
                  </a:lnTo>
                  <a:lnTo>
                    <a:pt x="2094712" y="0"/>
                  </a:lnTo>
                  <a:lnTo>
                    <a:pt x="2049640" y="0"/>
                  </a:lnTo>
                  <a:lnTo>
                    <a:pt x="2006041" y="5803"/>
                  </a:lnTo>
                  <a:lnTo>
                    <a:pt x="1963661" y="17106"/>
                  </a:lnTo>
                  <a:lnTo>
                    <a:pt x="1923046" y="33731"/>
                  </a:lnTo>
                  <a:lnTo>
                    <a:pt x="1884756" y="55486"/>
                  </a:lnTo>
                  <a:lnTo>
                    <a:pt x="1849323" y="82207"/>
                  </a:lnTo>
                  <a:lnTo>
                    <a:pt x="1817306" y="113690"/>
                  </a:lnTo>
                  <a:lnTo>
                    <a:pt x="1789252" y="149758"/>
                  </a:lnTo>
                  <a:lnTo>
                    <a:pt x="1765693" y="190233"/>
                  </a:lnTo>
                  <a:lnTo>
                    <a:pt x="1743354" y="169646"/>
                  </a:lnTo>
                  <a:lnTo>
                    <a:pt x="1694611" y="133642"/>
                  </a:lnTo>
                  <a:lnTo>
                    <a:pt x="1623961" y="97815"/>
                  </a:lnTo>
                  <a:lnTo>
                    <a:pt x="1578444" y="82854"/>
                  </a:lnTo>
                  <a:lnTo>
                    <a:pt x="1532255" y="73380"/>
                  </a:lnTo>
                  <a:lnTo>
                    <a:pt x="1485849" y="69240"/>
                  </a:lnTo>
                  <a:lnTo>
                    <a:pt x="1439621" y="70319"/>
                  </a:lnTo>
                  <a:lnTo>
                    <a:pt x="1394015" y="76466"/>
                  </a:lnTo>
                  <a:lnTo>
                    <a:pt x="1349451" y="87579"/>
                  </a:lnTo>
                  <a:lnTo>
                    <a:pt x="1306347" y="103505"/>
                  </a:lnTo>
                  <a:lnTo>
                    <a:pt x="1265135" y="124117"/>
                  </a:lnTo>
                  <a:lnTo>
                    <a:pt x="1226235" y="149275"/>
                  </a:lnTo>
                  <a:lnTo>
                    <a:pt x="1190078" y="178879"/>
                  </a:lnTo>
                  <a:lnTo>
                    <a:pt x="1157084" y="212763"/>
                  </a:lnTo>
                  <a:lnTo>
                    <a:pt x="1127671" y="250825"/>
                  </a:lnTo>
                  <a:lnTo>
                    <a:pt x="1102283" y="292912"/>
                  </a:lnTo>
                  <a:lnTo>
                    <a:pt x="1057414" y="269290"/>
                  </a:lnTo>
                  <a:lnTo>
                    <a:pt x="1010793" y="250190"/>
                  </a:lnTo>
                  <a:lnTo>
                    <a:pt x="962723" y="235648"/>
                  </a:lnTo>
                  <a:lnTo>
                    <a:pt x="913561" y="225767"/>
                  </a:lnTo>
                  <a:lnTo>
                    <a:pt x="863638" y="220586"/>
                  </a:lnTo>
                  <a:lnTo>
                    <a:pt x="813295" y="220192"/>
                  </a:lnTo>
                  <a:lnTo>
                    <a:pt x="762850" y="224637"/>
                  </a:lnTo>
                  <a:lnTo>
                    <a:pt x="715327" y="233337"/>
                  </a:lnTo>
                  <a:lnTo>
                    <a:pt x="669582" y="246062"/>
                  </a:lnTo>
                  <a:lnTo>
                    <a:pt x="625754" y="262610"/>
                  </a:lnTo>
                  <a:lnTo>
                    <a:pt x="584022" y="282765"/>
                  </a:lnTo>
                  <a:lnTo>
                    <a:pt x="544550" y="306298"/>
                  </a:lnTo>
                  <a:lnTo>
                    <a:pt x="507479" y="333032"/>
                  </a:lnTo>
                  <a:lnTo>
                    <a:pt x="472986" y="362724"/>
                  </a:lnTo>
                  <a:lnTo>
                    <a:pt x="441210" y="395173"/>
                  </a:lnTo>
                  <a:lnTo>
                    <a:pt x="412343" y="430161"/>
                  </a:lnTo>
                  <a:lnTo>
                    <a:pt x="386511" y="467499"/>
                  </a:lnTo>
                  <a:lnTo>
                    <a:pt x="363905" y="506945"/>
                  </a:lnTo>
                  <a:lnTo>
                    <a:pt x="344665" y="548309"/>
                  </a:lnTo>
                  <a:lnTo>
                    <a:pt x="328955" y="591375"/>
                  </a:lnTo>
                  <a:lnTo>
                    <a:pt x="316941" y="635927"/>
                  </a:lnTo>
                  <a:lnTo>
                    <a:pt x="308787" y="681748"/>
                  </a:lnTo>
                  <a:lnTo>
                    <a:pt x="304634" y="728637"/>
                  </a:lnTo>
                  <a:lnTo>
                    <a:pt x="304660" y="776363"/>
                  </a:lnTo>
                  <a:lnTo>
                    <a:pt x="309016" y="824738"/>
                  </a:lnTo>
                  <a:lnTo>
                    <a:pt x="306158" y="832548"/>
                  </a:lnTo>
                  <a:lnTo>
                    <a:pt x="260629" y="840473"/>
                  </a:lnTo>
                  <a:lnTo>
                    <a:pt x="217068" y="854354"/>
                  </a:lnTo>
                  <a:lnTo>
                    <a:pt x="175983" y="873848"/>
                  </a:lnTo>
                  <a:lnTo>
                    <a:pt x="137896" y="898639"/>
                  </a:lnTo>
                  <a:lnTo>
                    <a:pt x="103327" y="928370"/>
                  </a:lnTo>
                  <a:lnTo>
                    <a:pt x="72796" y="962710"/>
                  </a:lnTo>
                  <a:lnTo>
                    <a:pt x="46812" y="1001318"/>
                  </a:lnTo>
                  <a:lnTo>
                    <a:pt x="26098" y="1043292"/>
                  </a:lnTo>
                  <a:lnTo>
                    <a:pt x="11493" y="1086662"/>
                  </a:lnTo>
                  <a:lnTo>
                    <a:pt x="2844" y="1130858"/>
                  </a:lnTo>
                  <a:lnTo>
                    <a:pt x="0" y="1175321"/>
                  </a:lnTo>
                  <a:lnTo>
                    <a:pt x="2806" y="1219479"/>
                  </a:lnTo>
                  <a:lnTo>
                    <a:pt x="11137" y="1262799"/>
                  </a:lnTo>
                  <a:lnTo>
                    <a:pt x="24828" y="1304683"/>
                  </a:lnTo>
                  <a:lnTo>
                    <a:pt x="43751" y="1344599"/>
                  </a:lnTo>
                  <a:lnTo>
                    <a:pt x="67754" y="1381975"/>
                  </a:lnTo>
                  <a:lnTo>
                    <a:pt x="96685" y="1416227"/>
                  </a:lnTo>
                  <a:lnTo>
                    <a:pt x="130403" y="1446834"/>
                  </a:lnTo>
                  <a:lnTo>
                    <a:pt x="168770" y="1473187"/>
                  </a:lnTo>
                  <a:lnTo>
                    <a:pt x="137375" y="1512189"/>
                  </a:lnTo>
                  <a:lnTo>
                    <a:pt x="112217" y="1554873"/>
                  </a:lnTo>
                  <a:lnTo>
                    <a:pt x="93522" y="1600530"/>
                  </a:lnTo>
                  <a:lnTo>
                    <a:pt x="81546" y="1648396"/>
                  </a:lnTo>
                  <a:lnTo>
                    <a:pt x="76530" y="1697748"/>
                  </a:lnTo>
                  <a:lnTo>
                    <a:pt x="78714" y="1747812"/>
                  </a:lnTo>
                  <a:lnTo>
                    <a:pt x="87236" y="1793709"/>
                  </a:lnTo>
                  <a:lnTo>
                    <a:pt x="101473" y="1837029"/>
                  </a:lnTo>
                  <a:lnTo>
                    <a:pt x="120967" y="1877390"/>
                  </a:lnTo>
                  <a:lnTo>
                    <a:pt x="145275" y="1914436"/>
                  </a:lnTo>
                  <a:lnTo>
                    <a:pt x="173926" y="1947824"/>
                  </a:lnTo>
                  <a:lnTo>
                    <a:pt x="206502" y="1977186"/>
                  </a:lnTo>
                  <a:lnTo>
                    <a:pt x="242519" y="2002167"/>
                  </a:lnTo>
                  <a:lnTo>
                    <a:pt x="281533" y="2022398"/>
                  </a:lnTo>
                  <a:lnTo>
                    <a:pt x="323100" y="2037537"/>
                  </a:lnTo>
                  <a:lnTo>
                    <a:pt x="366763" y="2047214"/>
                  </a:lnTo>
                  <a:lnTo>
                    <a:pt x="412064" y="2051075"/>
                  </a:lnTo>
                  <a:lnTo>
                    <a:pt x="458558" y="2048751"/>
                  </a:lnTo>
                  <a:lnTo>
                    <a:pt x="460654" y="2052447"/>
                  </a:lnTo>
                  <a:lnTo>
                    <a:pt x="490918" y="2099792"/>
                  </a:lnTo>
                  <a:lnTo>
                    <a:pt x="519417" y="2137092"/>
                  </a:lnTo>
                  <a:lnTo>
                    <a:pt x="550265" y="2171636"/>
                  </a:lnTo>
                  <a:lnTo>
                    <a:pt x="583285" y="2203386"/>
                  </a:lnTo>
                  <a:lnTo>
                    <a:pt x="618274" y="2232279"/>
                  </a:lnTo>
                  <a:lnTo>
                    <a:pt x="655066" y="2258263"/>
                  </a:lnTo>
                  <a:lnTo>
                    <a:pt x="693458" y="2281313"/>
                  </a:lnTo>
                  <a:lnTo>
                    <a:pt x="733285" y="2301379"/>
                  </a:lnTo>
                  <a:lnTo>
                    <a:pt x="774357" y="2318397"/>
                  </a:lnTo>
                  <a:lnTo>
                    <a:pt x="816470" y="2332342"/>
                  </a:lnTo>
                  <a:lnTo>
                    <a:pt x="859459" y="2343150"/>
                  </a:lnTo>
                  <a:lnTo>
                    <a:pt x="903147" y="2350782"/>
                  </a:lnTo>
                  <a:lnTo>
                    <a:pt x="947318" y="2355189"/>
                  </a:lnTo>
                  <a:lnTo>
                    <a:pt x="991819" y="2356320"/>
                  </a:lnTo>
                  <a:lnTo>
                    <a:pt x="1036447" y="2354148"/>
                  </a:lnTo>
                  <a:lnTo>
                    <a:pt x="1081011" y="2348611"/>
                  </a:lnTo>
                  <a:lnTo>
                    <a:pt x="1125347" y="2339670"/>
                  </a:lnTo>
                  <a:lnTo>
                    <a:pt x="1169263" y="2327262"/>
                  </a:lnTo>
                  <a:lnTo>
                    <a:pt x="1212557" y="2311362"/>
                  </a:lnTo>
                  <a:lnTo>
                    <a:pt x="1255077" y="2291905"/>
                  </a:lnTo>
                  <a:lnTo>
                    <a:pt x="1296606" y="2268855"/>
                  </a:lnTo>
                  <a:lnTo>
                    <a:pt x="1327912" y="2311362"/>
                  </a:lnTo>
                  <a:lnTo>
                    <a:pt x="1362786" y="2350097"/>
                  </a:lnTo>
                  <a:lnTo>
                    <a:pt x="1401229" y="2385187"/>
                  </a:lnTo>
                  <a:lnTo>
                    <a:pt x="1442847" y="2416289"/>
                  </a:lnTo>
                  <a:lnTo>
                    <a:pt x="1487322" y="2443175"/>
                  </a:lnTo>
                  <a:lnTo>
                    <a:pt x="1534363" y="2465616"/>
                  </a:lnTo>
                  <a:lnTo>
                    <a:pt x="1583651" y="2483396"/>
                  </a:lnTo>
                  <a:lnTo>
                    <a:pt x="1630451" y="2495410"/>
                  </a:lnTo>
                  <a:lnTo>
                    <a:pt x="1677314" y="2503005"/>
                  </a:lnTo>
                  <a:lnTo>
                    <a:pt x="1723999" y="2506307"/>
                  </a:lnTo>
                  <a:lnTo>
                    <a:pt x="1770278" y="2505443"/>
                  </a:lnTo>
                  <a:lnTo>
                    <a:pt x="1815909" y="2500541"/>
                  </a:lnTo>
                  <a:lnTo>
                    <a:pt x="1860664" y="2491727"/>
                  </a:lnTo>
                  <a:lnTo>
                    <a:pt x="1904314" y="2479129"/>
                  </a:lnTo>
                  <a:lnTo>
                    <a:pt x="1946630" y="2462873"/>
                  </a:lnTo>
                  <a:lnTo>
                    <a:pt x="1987169" y="2443175"/>
                  </a:lnTo>
                  <a:lnTo>
                    <a:pt x="2026285" y="2419883"/>
                  </a:lnTo>
                  <a:lnTo>
                    <a:pt x="2063165" y="2393404"/>
                  </a:lnTo>
                  <a:lnTo>
                    <a:pt x="2097773" y="2363762"/>
                  </a:lnTo>
                  <a:lnTo>
                    <a:pt x="2129866" y="2331085"/>
                  </a:lnTo>
                  <a:lnTo>
                    <a:pt x="2159216" y="2295512"/>
                  </a:lnTo>
                  <a:lnTo>
                    <a:pt x="2177554" y="2268855"/>
                  </a:lnTo>
                  <a:lnTo>
                    <a:pt x="2185606" y="2257158"/>
                  </a:lnTo>
                  <a:lnTo>
                    <a:pt x="2208771" y="2216150"/>
                  </a:lnTo>
                  <a:lnTo>
                    <a:pt x="2228507" y="2172614"/>
                  </a:lnTo>
                  <a:lnTo>
                    <a:pt x="2244560" y="2126678"/>
                  </a:lnTo>
                  <a:lnTo>
                    <a:pt x="2288438" y="2150935"/>
                  </a:lnTo>
                  <a:lnTo>
                    <a:pt x="2334501" y="2170112"/>
                  </a:lnTo>
                  <a:lnTo>
                    <a:pt x="2382304" y="2184095"/>
                  </a:lnTo>
                  <a:lnTo>
                    <a:pt x="2431415" y="2192731"/>
                  </a:lnTo>
                  <a:lnTo>
                    <a:pt x="2481402" y="2195906"/>
                  </a:lnTo>
                  <a:lnTo>
                    <a:pt x="2527858" y="2193925"/>
                  </a:lnTo>
                  <a:lnTo>
                    <a:pt x="2572994" y="2187371"/>
                  </a:lnTo>
                  <a:lnTo>
                    <a:pt x="2616606" y="2176475"/>
                  </a:lnTo>
                  <a:lnTo>
                    <a:pt x="2658453" y="2161476"/>
                  </a:lnTo>
                  <a:lnTo>
                    <a:pt x="2698305" y="2142579"/>
                  </a:lnTo>
                  <a:lnTo>
                    <a:pt x="2724823" y="2126678"/>
                  </a:lnTo>
                  <a:lnTo>
                    <a:pt x="2735923" y="2120023"/>
                  </a:lnTo>
                  <a:lnTo>
                    <a:pt x="2771102" y="2094026"/>
                  </a:lnTo>
                  <a:lnTo>
                    <a:pt x="2803575" y="2064829"/>
                  </a:lnTo>
                  <a:lnTo>
                    <a:pt x="2818358" y="2048751"/>
                  </a:lnTo>
                  <a:lnTo>
                    <a:pt x="2833154" y="2032660"/>
                  </a:lnTo>
                  <a:lnTo>
                    <a:pt x="2859570" y="1997748"/>
                  </a:lnTo>
                  <a:lnTo>
                    <a:pt x="2882620" y="1960295"/>
                  </a:lnTo>
                  <a:lnTo>
                    <a:pt x="2902064" y="1920557"/>
                  </a:lnTo>
                  <a:lnTo>
                    <a:pt x="2917672" y="1878761"/>
                  </a:lnTo>
                  <a:lnTo>
                    <a:pt x="2929204" y="1835111"/>
                  </a:lnTo>
                  <a:lnTo>
                    <a:pt x="2936443" y="1789861"/>
                  </a:lnTo>
                  <a:lnTo>
                    <a:pt x="2939161" y="1743214"/>
                  </a:lnTo>
                  <a:lnTo>
                    <a:pt x="2992831" y="1732648"/>
                  </a:lnTo>
                  <a:lnTo>
                    <a:pt x="3044914" y="1716659"/>
                  </a:lnTo>
                  <a:lnTo>
                    <a:pt x="3095053" y="1695437"/>
                  </a:lnTo>
                  <a:lnTo>
                    <a:pt x="3142831" y="1669135"/>
                  </a:lnTo>
                  <a:lnTo>
                    <a:pt x="3187852" y="1637931"/>
                  </a:lnTo>
                  <a:lnTo>
                    <a:pt x="3224911" y="1606537"/>
                  </a:lnTo>
                  <a:lnTo>
                    <a:pt x="3258439" y="1572526"/>
                  </a:lnTo>
                  <a:lnTo>
                    <a:pt x="3288398" y="1536166"/>
                  </a:lnTo>
                  <a:lnTo>
                    <a:pt x="3314750" y="1497711"/>
                  </a:lnTo>
                  <a:lnTo>
                    <a:pt x="3337471" y="1457426"/>
                  </a:lnTo>
                  <a:lnTo>
                    <a:pt x="3356508" y="1415580"/>
                  </a:lnTo>
                  <a:lnTo>
                    <a:pt x="3371824" y="1372438"/>
                  </a:lnTo>
                  <a:lnTo>
                    <a:pt x="3383407" y="1328267"/>
                  </a:lnTo>
                  <a:lnTo>
                    <a:pt x="3391217" y="1283322"/>
                  </a:lnTo>
                  <a:lnTo>
                    <a:pt x="3395205" y="1237869"/>
                  </a:lnTo>
                  <a:lnTo>
                    <a:pt x="3395256" y="1219479"/>
                  </a:lnTo>
                  <a:lnTo>
                    <a:pt x="3395345" y="1192187"/>
                  </a:lnTo>
                  <a:close/>
                </a:path>
              </a:pathLst>
            </a:custGeom>
            <a:solidFill>
              <a:srgbClr val="A8D6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612280" y="4457364"/>
              <a:ext cx="3395345" cy="3099435"/>
            </a:xfrm>
            <a:custGeom>
              <a:avLst/>
              <a:gdLst/>
              <a:ahLst/>
              <a:cxnLst/>
              <a:rect l="l" t="t" r="r" b="b"/>
              <a:pathLst>
                <a:path w="3395345" h="3099434">
                  <a:moveTo>
                    <a:pt x="309018" y="824841"/>
                  </a:moveTo>
                  <a:lnTo>
                    <a:pt x="304661" y="776466"/>
                  </a:lnTo>
                  <a:lnTo>
                    <a:pt x="304638" y="728730"/>
                  </a:lnTo>
                  <a:lnTo>
                    <a:pt x="308787" y="681845"/>
                  </a:lnTo>
                  <a:lnTo>
                    <a:pt x="316949" y="636023"/>
                  </a:lnTo>
                  <a:lnTo>
                    <a:pt x="328964" y="591475"/>
                  </a:lnTo>
                  <a:lnTo>
                    <a:pt x="344672" y="548414"/>
                  </a:lnTo>
                  <a:lnTo>
                    <a:pt x="363912" y="507051"/>
                  </a:lnTo>
                  <a:lnTo>
                    <a:pt x="386523" y="467598"/>
                  </a:lnTo>
                  <a:lnTo>
                    <a:pt x="412347" y="430268"/>
                  </a:lnTo>
                  <a:lnTo>
                    <a:pt x="441222" y="395271"/>
                  </a:lnTo>
                  <a:lnTo>
                    <a:pt x="472988" y="362820"/>
                  </a:lnTo>
                  <a:lnTo>
                    <a:pt x="507485" y="333126"/>
                  </a:lnTo>
                  <a:lnTo>
                    <a:pt x="544554" y="306402"/>
                  </a:lnTo>
                  <a:lnTo>
                    <a:pt x="584033" y="282859"/>
                  </a:lnTo>
                  <a:lnTo>
                    <a:pt x="625763" y="262709"/>
                  </a:lnTo>
                  <a:lnTo>
                    <a:pt x="669582" y="246165"/>
                  </a:lnTo>
                  <a:lnTo>
                    <a:pt x="715332" y="233437"/>
                  </a:lnTo>
                  <a:lnTo>
                    <a:pt x="762852" y="224738"/>
                  </a:lnTo>
                  <a:lnTo>
                    <a:pt x="813297" y="220291"/>
                  </a:lnTo>
                  <a:lnTo>
                    <a:pt x="863649" y="220690"/>
                  </a:lnTo>
                  <a:lnTo>
                    <a:pt x="913572" y="225866"/>
                  </a:lnTo>
                  <a:lnTo>
                    <a:pt x="962732" y="235754"/>
                  </a:lnTo>
                  <a:lnTo>
                    <a:pt x="1010795" y="250285"/>
                  </a:lnTo>
                  <a:lnTo>
                    <a:pt x="1057425" y="269392"/>
                  </a:lnTo>
                  <a:lnTo>
                    <a:pt x="1102290" y="293007"/>
                  </a:lnTo>
                  <a:lnTo>
                    <a:pt x="1127681" y="250920"/>
                  </a:lnTo>
                  <a:lnTo>
                    <a:pt x="1157085" y="212866"/>
                  </a:lnTo>
                  <a:lnTo>
                    <a:pt x="1190079" y="178976"/>
                  </a:lnTo>
                  <a:lnTo>
                    <a:pt x="1226238" y="149381"/>
                  </a:lnTo>
                  <a:lnTo>
                    <a:pt x="1265135" y="124212"/>
                  </a:lnTo>
                  <a:lnTo>
                    <a:pt x="1306348" y="103600"/>
                  </a:lnTo>
                  <a:lnTo>
                    <a:pt x="1349451" y="87676"/>
                  </a:lnTo>
                  <a:lnTo>
                    <a:pt x="1394019" y="76571"/>
                  </a:lnTo>
                  <a:lnTo>
                    <a:pt x="1439627" y="70415"/>
                  </a:lnTo>
                  <a:lnTo>
                    <a:pt x="1485851" y="69341"/>
                  </a:lnTo>
                  <a:lnTo>
                    <a:pt x="1532266" y="73478"/>
                  </a:lnTo>
                  <a:lnTo>
                    <a:pt x="1578448" y="82957"/>
                  </a:lnTo>
                  <a:lnTo>
                    <a:pt x="1623970" y="97910"/>
                  </a:lnTo>
                  <a:lnTo>
                    <a:pt x="1668410" y="118468"/>
                  </a:lnTo>
                  <a:lnTo>
                    <a:pt x="1719639" y="150852"/>
                  </a:lnTo>
                  <a:lnTo>
                    <a:pt x="1765700" y="190332"/>
                  </a:lnTo>
                  <a:lnTo>
                    <a:pt x="1789254" y="149861"/>
                  </a:lnTo>
                  <a:lnTo>
                    <a:pt x="1817314" y="113791"/>
                  </a:lnTo>
                  <a:lnTo>
                    <a:pt x="1849333" y="82306"/>
                  </a:lnTo>
                  <a:lnTo>
                    <a:pt x="1884763" y="55591"/>
                  </a:lnTo>
                  <a:lnTo>
                    <a:pt x="1923056" y="33828"/>
                  </a:lnTo>
                  <a:lnTo>
                    <a:pt x="1963665" y="17204"/>
                  </a:lnTo>
                  <a:lnTo>
                    <a:pt x="2006042" y="5901"/>
                  </a:lnTo>
                  <a:lnTo>
                    <a:pt x="2049639" y="105"/>
                  </a:lnTo>
                  <a:lnTo>
                    <a:pt x="2093910" y="0"/>
                  </a:lnTo>
                  <a:lnTo>
                    <a:pt x="2138306" y="5769"/>
                  </a:lnTo>
                  <a:lnTo>
                    <a:pt x="2182279" y="17597"/>
                  </a:lnTo>
                  <a:lnTo>
                    <a:pt x="2225283" y="35669"/>
                  </a:lnTo>
                  <a:lnTo>
                    <a:pt x="2259265" y="55246"/>
                  </a:lnTo>
                  <a:lnTo>
                    <a:pt x="2290709" y="78515"/>
                  </a:lnTo>
                  <a:lnTo>
                    <a:pt x="2319319" y="105232"/>
                  </a:lnTo>
                  <a:lnTo>
                    <a:pt x="2344802" y="135151"/>
                  </a:lnTo>
                  <a:lnTo>
                    <a:pt x="2377993" y="100470"/>
                  </a:lnTo>
                  <a:lnTo>
                    <a:pt x="2414389" y="70847"/>
                  </a:lnTo>
                  <a:lnTo>
                    <a:pt x="2453485" y="46322"/>
                  </a:lnTo>
                  <a:lnTo>
                    <a:pt x="2494778" y="26938"/>
                  </a:lnTo>
                  <a:lnTo>
                    <a:pt x="2537765" y="12736"/>
                  </a:lnTo>
                  <a:lnTo>
                    <a:pt x="2581942" y="3758"/>
                  </a:lnTo>
                  <a:lnTo>
                    <a:pt x="2626805" y="46"/>
                  </a:lnTo>
                  <a:lnTo>
                    <a:pt x="2671851" y="1641"/>
                  </a:lnTo>
                  <a:lnTo>
                    <a:pt x="2716576" y="8584"/>
                  </a:lnTo>
                  <a:lnTo>
                    <a:pt x="2760476" y="20919"/>
                  </a:lnTo>
                  <a:lnTo>
                    <a:pt x="2803049" y="38685"/>
                  </a:lnTo>
                  <a:lnTo>
                    <a:pt x="2843789" y="61926"/>
                  </a:lnTo>
                  <a:lnTo>
                    <a:pt x="2882194" y="90682"/>
                  </a:lnTo>
                  <a:lnTo>
                    <a:pt x="2919999" y="127639"/>
                  </a:lnTo>
                  <a:lnTo>
                    <a:pt x="2952147" y="169171"/>
                  </a:lnTo>
                  <a:lnTo>
                    <a:pt x="2978263" y="214627"/>
                  </a:lnTo>
                  <a:lnTo>
                    <a:pt x="2997972" y="263354"/>
                  </a:lnTo>
                  <a:lnTo>
                    <a:pt x="3010902" y="314700"/>
                  </a:lnTo>
                  <a:lnTo>
                    <a:pt x="3057270" y="330366"/>
                  </a:lnTo>
                  <a:lnTo>
                    <a:pt x="3100618" y="350867"/>
                  </a:lnTo>
                  <a:lnTo>
                    <a:pt x="3140723" y="375816"/>
                  </a:lnTo>
                  <a:lnTo>
                    <a:pt x="3177367" y="404824"/>
                  </a:lnTo>
                  <a:lnTo>
                    <a:pt x="3210327" y="437501"/>
                  </a:lnTo>
                  <a:lnTo>
                    <a:pt x="3239385" y="473461"/>
                  </a:lnTo>
                  <a:lnTo>
                    <a:pt x="3264318" y="512312"/>
                  </a:lnTo>
                  <a:lnTo>
                    <a:pt x="3284907" y="553669"/>
                  </a:lnTo>
                  <a:lnTo>
                    <a:pt x="3300931" y="597140"/>
                  </a:lnTo>
                  <a:lnTo>
                    <a:pt x="3312169" y="642339"/>
                  </a:lnTo>
                  <a:lnTo>
                    <a:pt x="3318402" y="688876"/>
                  </a:lnTo>
                  <a:lnTo>
                    <a:pt x="3319407" y="736363"/>
                  </a:lnTo>
                  <a:lnTo>
                    <a:pt x="3314966" y="784411"/>
                  </a:lnTo>
                  <a:lnTo>
                    <a:pt x="3304856" y="832632"/>
                  </a:lnTo>
                  <a:lnTo>
                    <a:pt x="3291191" y="874459"/>
                  </a:lnTo>
                  <a:lnTo>
                    <a:pt x="3285682" y="888057"/>
                  </a:lnTo>
                  <a:lnTo>
                    <a:pt x="3313446" y="927997"/>
                  </a:lnTo>
                  <a:lnTo>
                    <a:pt x="3337119" y="969552"/>
                  </a:lnTo>
                  <a:lnTo>
                    <a:pt x="3356738" y="1012457"/>
                  </a:lnTo>
                  <a:lnTo>
                    <a:pt x="3372335" y="1056448"/>
                  </a:lnTo>
                  <a:lnTo>
                    <a:pt x="3383946" y="1101260"/>
                  </a:lnTo>
                  <a:lnTo>
                    <a:pt x="3391606" y="1146627"/>
                  </a:lnTo>
                  <a:lnTo>
                    <a:pt x="3395348" y="1192286"/>
                  </a:lnTo>
                  <a:lnTo>
                    <a:pt x="3395207" y="1237971"/>
                  </a:lnTo>
                  <a:lnTo>
                    <a:pt x="3391218" y="1283418"/>
                  </a:lnTo>
                  <a:lnTo>
                    <a:pt x="3383416" y="1328362"/>
                  </a:lnTo>
                  <a:lnTo>
                    <a:pt x="3371835" y="1372538"/>
                  </a:lnTo>
                  <a:lnTo>
                    <a:pt x="3356509" y="1415681"/>
                  </a:lnTo>
                  <a:lnTo>
                    <a:pt x="3337473" y="1457527"/>
                  </a:lnTo>
                  <a:lnTo>
                    <a:pt x="3314761" y="1497810"/>
                  </a:lnTo>
                  <a:lnTo>
                    <a:pt x="3288409" y="1536267"/>
                  </a:lnTo>
                  <a:lnTo>
                    <a:pt x="3258450" y="1572632"/>
                  </a:lnTo>
                  <a:lnTo>
                    <a:pt x="3224920" y="1606641"/>
                  </a:lnTo>
                  <a:lnTo>
                    <a:pt x="3187852" y="1638028"/>
                  </a:lnTo>
                  <a:lnTo>
                    <a:pt x="3142832" y="1669236"/>
                  </a:lnTo>
                  <a:lnTo>
                    <a:pt x="3095057" y="1695538"/>
                  </a:lnTo>
                  <a:lnTo>
                    <a:pt x="3044924" y="1716764"/>
                  </a:lnTo>
                  <a:lnTo>
                    <a:pt x="2992830" y="1732747"/>
                  </a:lnTo>
                  <a:lnTo>
                    <a:pt x="2939171" y="1743318"/>
                  </a:lnTo>
                  <a:lnTo>
                    <a:pt x="2936454" y="1789959"/>
                  </a:lnTo>
                  <a:lnTo>
                    <a:pt x="2929211" y="1835215"/>
                  </a:lnTo>
                  <a:lnTo>
                    <a:pt x="2917671" y="1878858"/>
                  </a:lnTo>
                  <a:lnTo>
                    <a:pt x="2902066" y="1920663"/>
                  </a:lnTo>
                  <a:lnTo>
                    <a:pt x="2882625" y="1960400"/>
                  </a:lnTo>
                  <a:lnTo>
                    <a:pt x="2859578" y="1997843"/>
                  </a:lnTo>
                  <a:lnTo>
                    <a:pt x="2833155" y="2032764"/>
                  </a:lnTo>
                  <a:lnTo>
                    <a:pt x="2803587" y="2064935"/>
                  </a:lnTo>
                  <a:lnTo>
                    <a:pt x="2771103" y="2094128"/>
                  </a:lnTo>
                  <a:lnTo>
                    <a:pt x="2735933" y="2120117"/>
                  </a:lnTo>
                  <a:lnTo>
                    <a:pt x="2698309" y="2142674"/>
                  </a:lnTo>
                  <a:lnTo>
                    <a:pt x="2658459" y="2161571"/>
                  </a:lnTo>
                  <a:lnTo>
                    <a:pt x="2616614" y="2176580"/>
                  </a:lnTo>
                  <a:lnTo>
                    <a:pt x="2573004" y="2187475"/>
                  </a:lnTo>
                  <a:lnTo>
                    <a:pt x="2527859" y="2194027"/>
                  </a:lnTo>
                  <a:lnTo>
                    <a:pt x="2481409" y="2196009"/>
                  </a:lnTo>
                  <a:lnTo>
                    <a:pt x="2431424" y="2192830"/>
                  </a:lnTo>
                  <a:lnTo>
                    <a:pt x="2382311" y="2184191"/>
                  </a:lnTo>
                  <a:lnTo>
                    <a:pt x="2334506" y="2170217"/>
                  </a:lnTo>
                  <a:lnTo>
                    <a:pt x="2288444" y="2151038"/>
                  </a:lnTo>
                  <a:lnTo>
                    <a:pt x="2244560" y="2126779"/>
                  </a:lnTo>
                  <a:lnTo>
                    <a:pt x="2228506" y="2172714"/>
                  </a:lnTo>
                  <a:lnTo>
                    <a:pt x="2208777" y="2216248"/>
                  </a:lnTo>
                  <a:lnTo>
                    <a:pt x="2185606" y="2257256"/>
                  </a:lnTo>
                  <a:lnTo>
                    <a:pt x="2159227" y="2295610"/>
                  </a:lnTo>
                  <a:lnTo>
                    <a:pt x="2129871" y="2331186"/>
                  </a:lnTo>
                  <a:lnTo>
                    <a:pt x="2097774" y="2363857"/>
                  </a:lnTo>
                  <a:lnTo>
                    <a:pt x="2063169" y="2393497"/>
                  </a:lnTo>
                  <a:lnTo>
                    <a:pt x="2026287" y="2419980"/>
                  </a:lnTo>
                  <a:lnTo>
                    <a:pt x="1987364" y="2443181"/>
                  </a:lnTo>
                  <a:lnTo>
                    <a:pt x="1946632" y="2462974"/>
                  </a:lnTo>
                  <a:lnTo>
                    <a:pt x="1904325" y="2479232"/>
                  </a:lnTo>
                  <a:lnTo>
                    <a:pt x="1860675" y="2491830"/>
                  </a:lnTo>
                  <a:lnTo>
                    <a:pt x="1815917" y="2500641"/>
                  </a:lnTo>
                  <a:lnTo>
                    <a:pt x="1770283" y="2505540"/>
                  </a:lnTo>
                  <a:lnTo>
                    <a:pt x="1724007" y="2506401"/>
                  </a:lnTo>
                  <a:lnTo>
                    <a:pt x="1677322" y="2503098"/>
                  </a:lnTo>
                  <a:lnTo>
                    <a:pt x="1630462" y="2495505"/>
                  </a:lnTo>
                  <a:lnTo>
                    <a:pt x="1583660" y="2483496"/>
                  </a:lnTo>
                  <a:lnTo>
                    <a:pt x="1534365" y="2465720"/>
                  </a:lnTo>
                  <a:lnTo>
                    <a:pt x="1487329" y="2443277"/>
                  </a:lnTo>
                  <a:lnTo>
                    <a:pt x="1442853" y="2416391"/>
                  </a:lnTo>
                  <a:lnTo>
                    <a:pt x="1401240" y="2385290"/>
                  </a:lnTo>
                  <a:lnTo>
                    <a:pt x="1362793" y="2350200"/>
                  </a:lnTo>
                  <a:lnTo>
                    <a:pt x="1327815" y="2311346"/>
                  </a:lnTo>
                  <a:lnTo>
                    <a:pt x="1296608" y="2268956"/>
                  </a:lnTo>
                  <a:lnTo>
                    <a:pt x="1255076" y="2292003"/>
                  </a:lnTo>
                  <a:lnTo>
                    <a:pt x="1212567" y="2311456"/>
                  </a:lnTo>
                  <a:lnTo>
                    <a:pt x="1169265" y="2327361"/>
                  </a:lnTo>
                  <a:lnTo>
                    <a:pt x="1125354" y="2339763"/>
                  </a:lnTo>
                  <a:lnTo>
                    <a:pt x="1081020" y="2348711"/>
                  </a:lnTo>
                  <a:lnTo>
                    <a:pt x="1036448" y="2354249"/>
                  </a:lnTo>
                  <a:lnTo>
                    <a:pt x="991821" y="2356425"/>
                  </a:lnTo>
                  <a:lnTo>
                    <a:pt x="947327" y="2355285"/>
                  </a:lnTo>
                  <a:lnTo>
                    <a:pt x="903148" y="2350876"/>
                  </a:lnTo>
                  <a:lnTo>
                    <a:pt x="859470" y="2343244"/>
                  </a:lnTo>
                  <a:lnTo>
                    <a:pt x="816479" y="2332435"/>
                  </a:lnTo>
                  <a:lnTo>
                    <a:pt x="774358" y="2318496"/>
                  </a:lnTo>
                  <a:lnTo>
                    <a:pt x="733293" y="2301474"/>
                  </a:lnTo>
                  <a:lnTo>
                    <a:pt x="693468" y="2281415"/>
                  </a:lnTo>
                  <a:lnTo>
                    <a:pt x="655069" y="2258366"/>
                  </a:lnTo>
                  <a:lnTo>
                    <a:pt x="618281" y="2232372"/>
                  </a:lnTo>
                  <a:lnTo>
                    <a:pt x="583287" y="2203481"/>
                  </a:lnTo>
                  <a:lnTo>
                    <a:pt x="550274" y="2171738"/>
                  </a:lnTo>
                  <a:lnTo>
                    <a:pt x="519426" y="2137191"/>
                  </a:lnTo>
                  <a:lnTo>
                    <a:pt x="490928" y="2099886"/>
                  </a:lnTo>
                  <a:lnTo>
                    <a:pt x="464964" y="2059870"/>
                  </a:lnTo>
                  <a:lnTo>
                    <a:pt x="458559" y="2048856"/>
                  </a:lnTo>
                  <a:lnTo>
                    <a:pt x="412067" y="2051174"/>
                  </a:lnTo>
                  <a:lnTo>
                    <a:pt x="366765" y="2047315"/>
                  </a:lnTo>
                  <a:lnTo>
                    <a:pt x="323105" y="2037639"/>
                  </a:lnTo>
                  <a:lnTo>
                    <a:pt x="281540" y="2022503"/>
                  </a:lnTo>
                  <a:lnTo>
                    <a:pt x="242521" y="2002267"/>
                  </a:lnTo>
                  <a:lnTo>
                    <a:pt x="206503" y="1977288"/>
                  </a:lnTo>
                  <a:lnTo>
                    <a:pt x="173936" y="1947926"/>
                  </a:lnTo>
                  <a:lnTo>
                    <a:pt x="145274" y="1914539"/>
                  </a:lnTo>
                  <a:lnTo>
                    <a:pt x="120970" y="1877485"/>
                  </a:lnTo>
                  <a:lnTo>
                    <a:pt x="101475" y="1837124"/>
                  </a:lnTo>
                  <a:lnTo>
                    <a:pt x="87243" y="1793813"/>
                  </a:lnTo>
                  <a:lnTo>
                    <a:pt x="78726" y="1747911"/>
                  </a:lnTo>
                  <a:lnTo>
                    <a:pt x="76537" y="1697841"/>
                  </a:lnTo>
                  <a:lnTo>
                    <a:pt x="81552" y="1648500"/>
                  </a:lnTo>
                  <a:lnTo>
                    <a:pt x="93527" y="1600631"/>
                  </a:lnTo>
                  <a:lnTo>
                    <a:pt x="112219" y="1554978"/>
                  </a:lnTo>
                  <a:lnTo>
                    <a:pt x="137384" y="1512284"/>
                  </a:lnTo>
                  <a:lnTo>
                    <a:pt x="168777" y="1473293"/>
                  </a:lnTo>
                  <a:lnTo>
                    <a:pt x="130411" y="1446928"/>
                  </a:lnTo>
                  <a:lnTo>
                    <a:pt x="96689" y="1416332"/>
                  </a:lnTo>
                  <a:lnTo>
                    <a:pt x="67755" y="1382069"/>
                  </a:lnTo>
                  <a:lnTo>
                    <a:pt x="43755" y="1344701"/>
                  </a:lnTo>
                  <a:lnTo>
                    <a:pt x="24834" y="1304789"/>
                  </a:lnTo>
                  <a:lnTo>
                    <a:pt x="11137" y="1262896"/>
                  </a:lnTo>
                  <a:lnTo>
                    <a:pt x="2811" y="1219584"/>
                  </a:lnTo>
                  <a:lnTo>
                    <a:pt x="0" y="1175415"/>
                  </a:lnTo>
                  <a:lnTo>
                    <a:pt x="2849" y="1130952"/>
                  </a:lnTo>
                  <a:lnTo>
                    <a:pt x="11503" y="1086757"/>
                  </a:lnTo>
                  <a:lnTo>
                    <a:pt x="26109" y="1043392"/>
                  </a:lnTo>
                  <a:lnTo>
                    <a:pt x="46812" y="1001419"/>
                  </a:lnTo>
                  <a:lnTo>
                    <a:pt x="72798" y="962806"/>
                  </a:lnTo>
                  <a:lnTo>
                    <a:pt x="103335" y="928465"/>
                  </a:lnTo>
                  <a:lnTo>
                    <a:pt x="137906" y="898734"/>
                  </a:lnTo>
                  <a:lnTo>
                    <a:pt x="175992" y="873949"/>
                  </a:lnTo>
                  <a:lnTo>
                    <a:pt x="217075" y="854448"/>
                  </a:lnTo>
                  <a:lnTo>
                    <a:pt x="260637" y="840568"/>
                  </a:lnTo>
                  <a:lnTo>
                    <a:pt x="306161" y="832646"/>
                  </a:lnTo>
                  <a:lnTo>
                    <a:pt x="309018" y="824841"/>
                  </a:lnTo>
                  <a:close/>
                </a:path>
                <a:path w="3395345" h="3099434">
                  <a:moveTo>
                    <a:pt x="1529116" y="3099134"/>
                  </a:moveTo>
                  <a:lnTo>
                    <a:pt x="1552630" y="3037650"/>
                  </a:lnTo>
                  <a:lnTo>
                    <a:pt x="1582764" y="3007512"/>
                  </a:lnTo>
                  <a:lnTo>
                    <a:pt x="1620976" y="2987748"/>
                  </a:lnTo>
                  <a:lnTo>
                    <a:pt x="1664976" y="2980650"/>
                  </a:lnTo>
                  <a:lnTo>
                    <a:pt x="1708975" y="2987748"/>
                  </a:lnTo>
                  <a:lnTo>
                    <a:pt x="1747188" y="3007512"/>
                  </a:lnTo>
                  <a:lnTo>
                    <a:pt x="1777322" y="3037650"/>
                  </a:lnTo>
                  <a:lnTo>
                    <a:pt x="1797083" y="3075869"/>
                  </a:lnTo>
                  <a:lnTo>
                    <a:pt x="1800835" y="3099134"/>
                  </a:lnTo>
                </a:path>
                <a:path w="3395345" h="3099434">
                  <a:moveTo>
                    <a:pt x="1880591" y="2738919"/>
                  </a:moveTo>
                  <a:lnTo>
                    <a:pt x="1875076" y="2786803"/>
                  </a:lnTo>
                  <a:lnTo>
                    <a:pt x="1859368" y="2830760"/>
                  </a:lnTo>
                  <a:lnTo>
                    <a:pt x="1834719" y="2869535"/>
                  </a:lnTo>
                  <a:lnTo>
                    <a:pt x="1802382" y="2901876"/>
                  </a:lnTo>
                  <a:lnTo>
                    <a:pt x="1763613" y="2926529"/>
                  </a:lnTo>
                  <a:lnTo>
                    <a:pt x="1719662" y="2942240"/>
                  </a:lnTo>
                  <a:lnTo>
                    <a:pt x="1671785" y="2947755"/>
                  </a:lnTo>
                  <a:lnTo>
                    <a:pt x="1623907" y="2942240"/>
                  </a:lnTo>
                  <a:lnTo>
                    <a:pt x="1579957" y="2926529"/>
                  </a:lnTo>
                  <a:lnTo>
                    <a:pt x="1541187" y="2901876"/>
                  </a:lnTo>
                  <a:lnTo>
                    <a:pt x="1508851" y="2869535"/>
                  </a:lnTo>
                  <a:lnTo>
                    <a:pt x="1484202" y="2830760"/>
                  </a:lnTo>
                  <a:lnTo>
                    <a:pt x="1468493" y="2786803"/>
                  </a:lnTo>
                  <a:lnTo>
                    <a:pt x="1462979" y="2738919"/>
                  </a:lnTo>
                  <a:lnTo>
                    <a:pt x="1468493" y="2691034"/>
                  </a:lnTo>
                  <a:lnTo>
                    <a:pt x="1484202" y="2647077"/>
                  </a:lnTo>
                  <a:lnTo>
                    <a:pt x="1508851" y="2608302"/>
                  </a:lnTo>
                  <a:lnTo>
                    <a:pt x="1541187" y="2575961"/>
                  </a:lnTo>
                  <a:lnTo>
                    <a:pt x="1579957" y="2551308"/>
                  </a:lnTo>
                  <a:lnTo>
                    <a:pt x="1623907" y="2535598"/>
                  </a:lnTo>
                  <a:lnTo>
                    <a:pt x="1671785" y="2530082"/>
                  </a:lnTo>
                  <a:lnTo>
                    <a:pt x="1719662" y="2535598"/>
                  </a:lnTo>
                  <a:lnTo>
                    <a:pt x="1763613" y="2551308"/>
                  </a:lnTo>
                  <a:lnTo>
                    <a:pt x="1802382" y="2575961"/>
                  </a:lnTo>
                  <a:lnTo>
                    <a:pt x="1834719" y="2608302"/>
                  </a:lnTo>
                  <a:lnTo>
                    <a:pt x="1859368" y="2647077"/>
                  </a:lnTo>
                  <a:lnTo>
                    <a:pt x="1875076" y="2691034"/>
                  </a:lnTo>
                  <a:lnTo>
                    <a:pt x="1880591" y="2738919"/>
                  </a:lnTo>
                  <a:close/>
                </a:path>
                <a:path w="3395345" h="3099434">
                  <a:moveTo>
                    <a:pt x="371270" y="1509767"/>
                  </a:moveTo>
                  <a:lnTo>
                    <a:pt x="319369" y="1509849"/>
                  </a:lnTo>
                  <a:lnTo>
                    <a:pt x="268344" y="1502036"/>
                  </a:lnTo>
                  <a:lnTo>
                    <a:pt x="219068" y="1486529"/>
                  </a:lnTo>
                  <a:lnTo>
                    <a:pt x="172416" y="1463533"/>
                  </a:lnTo>
                </a:path>
                <a:path w="3395345" h="3099434">
                  <a:moveTo>
                    <a:pt x="546722" y="2015731"/>
                  </a:moveTo>
                  <a:lnTo>
                    <a:pt x="525551" y="2023408"/>
                  </a:lnTo>
                  <a:lnTo>
                    <a:pt x="503947" y="2029667"/>
                  </a:lnTo>
                  <a:lnTo>
                    <a:pt x="481979" y="2034490"/>
                  </a:lnTo>
                  <a:lnTo>
                    <a:pt x="459719" y="2037858"/>
                  </a:lnTo>
                </a:path>
                <a:path w="3395345" h="3099434">
                  <a:moveTo>
                    <a:pt x="1296415" y="2258851"/>
                  </a:moveTo>
                  <a:lnTo>
                    <a:pt x="1281317" y="2234703"/>
                  </a:lnTo>
                  <a:lnTo>
                    <a:pt x="1267529" y="2209795"/>
                  </a:lnTo>
                  <a:lnTo>
                    <a:pt x="1255078" y="2184180"/>
                  </a:lnTo>
                  <a:lnTo>
                    <a:pt x="1243992" y="2157913"/>
                  </a:lnTo>
                </a:path>
                <a:path w="3395345" h="3099434">
                  <a:moveTo>
                    <a:pt x="2265834" y="2007145"/>
                  </a:moveTo>
                  <a:lnTo>
                    <a:pt x="2262784" y="2035224"/>
                  </a:lnTo>
                  <a:lnTo>
                    <a:pt x="2258272" y="2063082"/>
                  </a:lnTo>
                  <a:lnTo>
                    <a:pt x="2252307" y="2090661"/>
                  </a:lnTo>
                  <a:lnTo>
                    <a:pt x="2244903" y="2117902"/>
                  </a:lnTo>
                </a:path>
                <a:path w="3395345" h="3099434">
                  <a:moveTo>
                    <a:pt x="2682051" y="1322801"/>
                  </a:moveTo>
                  <a:lnTo>
                    <a:pt x="2723493" y="1345838"/>
                  </a:lnTo>
                  <a:lnTo>
                    <a:pt x="2761864" y="1372730"/>
                  </a:lnTo>
                  <a:lnTo>
                    <a:pt x="2796972" y="1403163"/>
                  </a:lnTo>
                  <a:lnTo>
                    <a:pt x="2828625" y="1436828"/>
                  </a:lnTo>
                  <a:lnTo>
                    <a:pt x="2856630" y="1473411"/>
                  </a:lnTo>
                  <a:lnTo>
                    <a:pt x="2880795" y="1512600"/>
                  </a:lnTo>
                  <a:lnTo>
                    <a:pt x="2900928" y="1554085"/>
                  </a:lnTo>
                  <a:lnTo>
                    <a:pt x="2916837" y="1597553"/>
                  </a:lnTo>
                  <a:lnTo>
                    <a:pt x="2928329" y="1642693"/>
                  </a:lnTo>
                  <a:lnTo>
                    <a:pt x="2935212" y="1689192"/>
                  </a:lnTo>
                  <a:lnTo>
                    <a:pt x="2937294" y="1736739"/>
                  </a:lnTo>
                </a:path>
                <a:path w="3395345" h="3099434">
                  <a:moveTo>
                    <a:pt x="3284082" y="881923"/>
                  </a:moveTo>
                  <a:lnTo>
                    <a:pt x="3262502" y="925508"/>
                  </a:lnTo>
                  <a:lnTo>
                    <a:pt x="3236176" y="966166"/>
                  </a:lnTo>
                  <a:lnTo>
                    <a:pt x="3205389" y="1003507"/>
                  </a:lnTo>
                  <a:lnTo>
                    <a:pt x="3170428" y="1037140"/>
                  </a:lnTo>
                </a:path>
                <a:path w="3395345" h="3099434">
                  <a:moveTo>
                    <a:pt x="3011367" y="305998"/>
                  </a:moveTo>
                  <a:lnTo>
                    <a:pt x="3014185" y="324200"/>
                  </a:lnTo>
                  <a:lnTo>
                    <a:pt x="3016127" y="342506"/>
                  </a:lnTo>
                  <a:lnTo>
                    <a:pt x="3017188" y="360885"/>
                  </a:lnTo>
                  <a:lnTo>
                    <a:pt x="3017366" y="379304"/>
                  </a:lnTo>
                </a:path>
                <a:path w="3395345" h="3099434">
                  <a:moveTo>
                    <a:pt x="2285539" y="220492"/>
                  </a:moveTo>
                  <a:lnTo>
                    <a:pt x="2297536" y="195580"/>
                  </a:lnTo>
                  <a:lnTo>
                    <a:pt x="2311277" y="171633"/>
                  </a:lnTo>
                  <a:lnTo>
                    <a:pt x="2326704" y="148745"/>
                  </a:lnTo>
                  <a:lnTo>
                    <a:pt x="2343762" y="127006"/>
                  </a:lnTo>
                </a:path>
                <a:path w="3395345" h="3099434">
                  <a:moveTo>
                    <a:pt x="1740970" y="265044"/>
                  </a:moveTo>
                  <a:lnTo>
                    <a:pt x="1746142" y="244255"/>
                  </a:lnTo>
                  <a:lnTo>
                    <a:pt x="1752579" y="223849"/>
                  </a:lnTo>
                  <a:lnTo>
                    <a:pt x="1760262" y="203884"/>
                  </a:lnTo>
                  <a:lnTo>
                    <a:pt x="1769170" y="184419"/>
                  </a:lnTo>
                </a:path>
                <a:path w="3395345" h="3099434">
                  <a:moveTo>
                    <a:pt x="1101887" y="292424"/>
                  </a:moveTo>
                  <a:lnTo>
                    <a:pt x="1129133" y="309615"/>
                  </a:lnTo>
                  <a:lnTo>
                    <a:pt x="1155270" y="328418"/>
                  </a:lnTo>
                  <a:lnTo>
                    <a:pt x="1180225" y="348779"/>
                  </a:lnTo>
                  <a:lnTo>
                    <a:pt x="1203929" y="370644"/>
                  </a:lnTo>
                </a:path>
                <a:path w="3395345" h="3099434">
                  <a:moveTo>
                    <a:pt x="326838" y="907157"/>
                  </a:moveTo>
                  <a:lnTo>
                    <a:pt x="321175" y="886861"/>
                  </a:lnTo>
                  <a:lnTo>
                    <a:pt x="316315" y="866364"/>
                  </a:lnTo>
                  <a:lnTo>
                    <a:pt x="312266" y="845689"/>
                  </a:lnTo>
                  <a:lnTo>
                    <a:pt x="309030" y="824862"/>
                  </a:lnTo>
                </a:path>
              </a:pathLst>
            </a:custGeom>
            <a:ln w="98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1165033" y="4861686"/>
            <a:ext cx="2058035" cy="12877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12700" marR="5080" indent="-1270">
              <a:lnSpc>
                <a:spcPct val="101000"/>
              </a:lnSpc>
              <a:spcBef>
                <a:spcPts val="95"/>
              </a:spcBef>
            </a:pPr>
            <a:r>
              <a:rPr dirty="0" sz="2050">
                <a:latin typeface="Arial"/>
                <a:cs typeface="Arial"/>
              </a:rPr>
              <a:t>Don’t</a:t>
            </a:r>
            <a:r>
              <a:rPr dirty="0" sz="2050" spc="3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use</a:t>
            </a:r>
            <a:r>
              <a:rPr dirty="0" sz="2050" spc="45">
                <a:latin typeface="Arial"/>
                <a:cs typeface="Arial"/>
              </a:rPr>
              <a:t> </a:t>
            </a:r>
            <a:r>
              <a:rPr dirty="0" sz="2050" spc="-25">
                <a:latin typeface="Arial"/>
                <a:cs typeface="Arial"/>
              </a:rPr>
              <a:t>the </a:t>
            </a:r>
            <a:r>
              <a:rPr dirty="0" sz="2050" spc="-20">
                <a:latin typeface="Arial"/>
                <a:cs typeface="Arial"/>
              </a:rPr>
              <a:t>word </a:t>
            </a:r>
            <a:r>
              <a:rPr dirty="0" sz="2050" spc="-10">
                <a:latin typeface="Arial"/>
                <a:cs typeface="Arial"/>
              </a:rPr>
              <a:t>authentication </a:t>
            </a:r>
            <a:r>
              <a:rPr dirty="0" sz="2050">
                <a:latin typeface="Arial"/>
                <a:cs typeface="Arial"/>
              </a:rPr>
              <a:t>without</a:t>
            </a:r>
            <a:r>
              <a:rPr dirty="0" sz="2050" spc="7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defining</a:t>
            </a:r>
            <a:r>
              <a:rPr dirty="0" sz="2050" spc="70">
                <a:latin typeface="Arial"/>
                <a:cs typeface="Arial"/>
              </a:rPr>
              <a:t> </a:t>
            </a:r>
            <a:r>
              <a:rPr dirty="0" sz="2050" spc="-25">
                <a:latin typeface="Arial"/>
                <a:cs typeface="Arial"/>
              </a:rPr>
              <a:t>it</a:t>
            </a:r>
            <a:endParaRPr sz="205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9175284" y="6751308"/>
            <a:ext cx="117475" cy="229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80"/>
              </a:lnSpc>
            </a:pPr>
            <a:r>
              <a:rPr dirty="0" sz="1450" spc="-50">
                <a:latin typeface="Times New Roman"/>
                <a:cs typeface="Times New Roman"/>
              </a:rPr>
              <a:t>4</a:t>
            </a:r>
            <a:endParaRPr sz="14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892657" y="2811872"/>
            <a:ext cx="4213225" cy="3369310"/>
            <a:chOff x="5892657" y="2811872"/>
            <a:chExt cx="4213225" cy="3369310"/>
          </a:xfrm>
        </p:grpSpPr>
        <p:sp>
          <p:nvSpPr>
            <p:cNvPr id="3" name="object 3"/>
            <p:cNvSpPr/>
            <p:nvPr/>
          </p:nvSpPr>
          <p:spPr>
            <a:xfrm>
              <a:off x="5899230" y="2818444"/>
              <a:ext cx="4199890" cy="3355975"/>
            </a:xfrm>
            <a:custGeom>
              <a:avLst/>
              <a:gdLst/>
              <a:ahLst/>
              <a:cxnLst/>
              <a:rect l="l" t="t" r="r" b="b"/>
              <a:pathLst>
                <a:path w="4199890" h="3355975">
                  <a:moveTo>
                    <a:pt x="4199667" y="0"/>
                  </a:moveTo>
                  <a:lnTo>
                    <a:pt x="0" y="0"/>
                  </a:lnTo>
                  <a:lnTo>
                    <a:pt x="0" y="3355624"/>
                  </a:lnTo>
                  <a:lnTo>
                    <a:pt x="4199667" y="3355624"/>
                  </a:lnTo>
                  <a:lnTo>
                    <a:pt x="419966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5899230" y="2818445"/>
              <a:ext cx="4199890" cy="3355975"/>
            </a:xfrm>
            <a:custGeom>
              <a:avLst/>
              <a:gdLst/>
              <a:ahLst/>
              <a:cxnLst/>
              <a:rect l="l" t="t" r="r" b="b"/>
              <a:pathLst>
                <a:path w="4199890" h="3355975">
                  <a:moveTo>
                    <a:pt x="0" y="0"/>
                  </a:moveTo>
                  <a:lnTo>
                    <a:pt x="4199667" y="0"/>
                  </a:lnTo>
                  <a:lnTo>
                    <a:pt x="4199667" y="3355624"/>
                  </a:lnTo>
                  <a:lnTo>
                    <a:pt x="0" y="3355624"/>
                  </a:lnTo>
                  <a:lnTo>
                    <a:pt x="0" y="0"/>
                  </a:lnTo>
                  <a:close/>
                </a:path>
              </a:pathLst>
            </a:custGeom>
            <a:ln w="1314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" name="object 5"/>
          <p:cNvGrpSpPr/>
          <p:nvPr/>
        </p:nvGrpSpPr>
        <p:grpSpPr>
          <a:xfrm>
            <a:off x="608474" y="2811777"/>
            <a:ext cx="4430395" cy="3369310"/>
            <a:chOff x="608474" y="2811777"/>
            <a:chExt cx="4430395" cy="3369310"/>
          </a:xfrm>
        </p:grpSpPr>
        <p:sp>
          <p:nvSpPr>
            <p:cNvPr id="6" name="object 6"/>
            <p:cNvSpPr/>
            <p:nvPr/>
          </p:nvSpPr>
          <p:spPr>
            <a:xfrm>
              <a:off x="615141" y="2818445"/>
              <a:ext cx="4417060" cy="3355975"/>
            </a:xfrm>
            <a:custGeom>
              <a:avLst/>
              <a:gdLst/>
              <a:ahLst/>
              <a:cxnLst/>
              <a:rect l="l" t="t" r="r" b="b"/>
              <a:pathLst>
                <a:path w="4417060" h="3355975">
                  <a:moveTo>
                    <a:pt x="4416552" y="0"/>
                  </a:moveTo>
                  <a:lnTo>
                    <a:pt x="0" y="0"/>
                  </a:lnTo>
                  <a:lnTo>
                    <a:pt x="0" y="3355624"/>
                  </a:lnTo>
                  <a:lnTo>
                    <a:pt x="4416552" y="3355624"/>
                  </a:lnTo>
                  <a:lnTo>
                    <a:pt x="441655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615141" y="2818445"/>
              <a:ext cx="4417060" cy="3355975"/>
            </a:xfrm>
            <a:custGeom>
              <a:avLst/>
              <a:gdLst/>
              <a:ahLst/>
              <a:cxnLst/>
              <a:rect l="l" t="t" r="r" b="b"/>
              <a:pathLst>
                <a:path w="4417060" h="3355975">
                  <a:moveTo>
                    <a:pt x="0" y="0"/>
                  </a:moveTo>
                  <a:lnTo>
                    <a:pt x="4416551" y="0"/>
                  </a:lnTo>
                  <a:lnTo>
                    <a:pt x="4416551" y="3355624"/>
                  </a:lnTo>
                  <a:lnTo>
                    <a:pt x="0" y="3355624"/>
                  </a:lnTo>
                  <a:lnTo>
                    <a:pt x="0" y="0"/>
                  </a:lnTo>
                  <a:close/>
                </a:path>
              </a:pathLst>
            </a:custGeom>
            <a:ln w="1314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89409" rIns="0" bIns="0" rtlCol="0" vert="horz">
            <a:spAutoFit/>
          </a:bodyPr>
          <a:lstStyle/>
          <a:p>
            <a:pPr marL="1868805">
              <a:lnSpc>
                <a:spcPct val="100000"/>
              </a:lnSpc>
              <a:spcBef>
                <a:spcPts val="105"/>
              </a:spcBef>
            </a:pPr>
            <a:r>
              <a:rPr dirty="0"/>
              <a:t>Cryptology:</a:t>
            </a:r>
            <a:r>
              <a:rPr dirty="0" spc="-55"/>
              <a:t> </a:t>
            </a:r>
            <a:r>
              <a:rPr dirty="0"/>
              <a:t>basic</a:t>
            </a:r>
            <a:r>
              <a:rPr dirty="0" spc="-50"/>
              <a:t> </a:t>
            </a:r>
            <a:r>
              <a:rPr dirty="0" spc="-10"/>
              <a:t>principles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713725" y="3515205"/>
            <a:ext cx="1025525" cy="993140"/>
          </a:xfrm>
          <a:prstGeom prst="rect">
            <a:avLst/>
          </a:prstGeom>
          <a:solidFill>
            <a:srgbClr val="00FCD6"/>
          </a:solidFill>
          <a:ln w="13145">
            <a:solidFill>
              <a:srgbClr val="929292"/>
            </a:solidFill>
          </a:ln>
        </p:spPr>
        <p:txBody>
          <a:bodyPr wrap="square" lIns="0" tIns="49530" rIns="0" bIns="0" rtlCol="0" vert="horz">
            <a:spAutoFit/>
          </a:bodyPr>
          <a:lstStyle/>
          <a:p>
            <a:pPr marL="238760" marR="103505" indent="-123189">
              <a:lnSpc>
                <a:spcPct val="101099"/>
              </a:lnSpc>
              <a:spcBef>
                <a:spcPts val="390"/>
              </a:spcBef>
            </a:pPr>
            <a:r>
              <a:rPr dirty="0" sz="2900" spc="-10">
                <a:latin typeface="Times New Roman"/>
                <a:cs typeface="Times New Roman"/>
              </a:rPr>
              <a:t>Clear </a:t>
            </a:r>
            <a:r>
              <a:rPr dirty="0" sz="2900" spc="-20">
                <a:latin typeface="Times New Roman"/>
                <a:cs typeface="Times New Roman"/>
              </a:rPr>
              <a:t>text</a:t>
            </a:r>
            <a:endParaRPr sz="2900">
              <a:latin typeface="Times New Roman"/>
              <a:cs typeface="Times New Roman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2323831" y="3464169"/>
            <a:ext cx="881380" cy="1068705"/>
            <a:chOff x="2323831" y="3464169"/>
            <a:chExt cx="881380" cy="1068705"/>
          </a:xfrm>
        </p:grpSpPr>
        <p:sp>
          <p:nvSpPr>
            <p:cNvPr id="11" name="object 11"/>
            <p:cNvSpPr/>
            <p:nvPr/>
          </p:nvSpPr>
          <p:spPr>
            <a:xfrm>
              <a:off x="2330499" y="3470837"/>
              <a:ext cx="868044" cy="1055370"/>
            </a:xfrm>
            <a:custGeom>
              <a:avLst/>
              <a:gdLst/>
              <a:ahLst/>
              <a:cxnLst/>
              <a:rect l="l" t="t" r="r" b="b"/>
              <a:pathLst>
                <a:path w="868044" h="1055370">
                  <a:moveTo>
                    <a:pt x="867537" y="0"/>
                  </a:moveTo>
                  <a:lnTo>
                    <a:pt x="0" y="0"/>
                  </a:lnTo>
                  <a:lnTo>
                    <a:pt x="0" y="1055000"/>
                  </a:lnTo>
                  <a:lnTo>
                    <a:pt x="867537" y="1055000"/>
                  </a:lnTo>
                  <a:lnTo>
                    <a:pt x="867537" y="0"/>
                  </a:lnTo>
                  <a:close/>
                </a:path>
              </a:pathLst>
            </a:custGeom>
            <a:solidFill>
              <a:srgbClr val="D7AE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2330498" y="3470836"/>
              <a:ext cx="868044" cy="1055370"/>
            </a:xfrm>
            <a:custGeom>
              <a:avLst/>
              <a:gdLst/>
              <a:ahLst/>
              <a:cxnLst/>
              <a:rect l="l" t="t" r="r" b="b"/>
              <a:pathLst>
                <a:path w="868044" h="1055370">
                  <a:moveTo>
                    <a:pt x="0" y="0"/>
                  </a:moveTo>
                  <a:lnTo>
                    <a:pt x="867536" y="0"/>
                  </a:lnTo>
                  <a:lnTo>
                    <a:pt x="867536" y="1055000"/>
                  </a:lnTo>
                  <a:lnTo>
                    <a:pt x="0" y="1055000"/>
                  </a:lnTo>
                  <a:lnTo>
                    <a:pt x="0" y="0"/>
                  </a:lnTo>
                  <a:close/>
                </a:path>
              </a:pathLst>
            </a:custGeom>
            <a:ln w="1314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2330499" y="3470837"/>
            <a:ext cx="868044" cy="1055370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algn="just" marL="175260" marR="86995" indent="-76200">
              <a:lnSpc>
                <a:spcPct val="101000"/>
              </a:lnSpc>
              <a:spcBef>
                <a:spcPts val="420"/>
              </a:spcBef>
            </a:pPr>
            <a:r>
              <a:rPr dirty="0" sz="2050" spc="-25">
                <a:latin typeface="Times New Roman"/>
                <a:cs typeface="Times New Roman"/>
              </a:rPr>
              <a:t>CRYP TOB OX</a:t>
            </a:r>
            <a:endParaRPr sz="2050">
              <a:latin typeface="Times New Roman"/>
              <a:cs typeface="Times New Roman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7627732" y="3442900"/>
            <a:ext cx="880744" cy="1068705"/>
            <a:chOff x="7627732" y="3442900"/>
            <a:chExt cx="880744" cy="1068705"/>
          </a:xfrm>
        </p:grpSpPr>
        <p:sp>
          <p:nvSpPr>
            <p:cNvPr id="15" name="object 15"/>
            <p:cNvSpPr/>
            <p:nvPr/>
          </p:nvSpPr>
          <p:spPr>
            <a:xfrm>
              <a:off x="7634304" y="3449473"/>
              <a:ext cx="868044" cy="1055370"/>
            </a:xfrm>
            <a:custGeom>
              <a:avLst/>
              <a:gdLst/>
              <a:ahLst/>
              <a:cxnLst/>
              <a:rect l="l" t="t" r="r" b="b"/>
              <a:pathLst>
                <a:path w="868045" h="1055370">
                  <a:moveTo>
                    <a:pt x="867537" y="0"/>
                  </a:moveTo>
                  <a:lnTo>
                    <a:pt x="0" y="0"/>
                  </a:lnTo>
                  <a:lnTo>
                    <a:pt x="0" y="1055000"/>
                  </a:lnTo>
                  <a:lnTo>
                    <a:pt x="867537" y="1055000"/>
                  </a:lnTo>
                  <a:lnTo>
                    <a:pt x="867537" y="0"/>
                  </a:lnTo>
                  <a:close/>
                </a:path>
              </a:pathLst>
            </a:custGeom>
            <a:solidFill>
              <a:srgbClr val="D7AE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7634304" y="3449473"/>
              <a:ext cx="868044" cy="1055370"/>
            </a:xfrm>
            <a:custGeom>
              <a:avLst/>
              <a:gdLst/>
              <a:ahLst/>
              <a:cxnLst/>
              <a:rect l="l" t="t" r="r" b="b"/>
              <a:pathLst>
                <a:path w="868045" h="1055370">
                  <a:moveTo>
                    <a:pt x="0" y="0"/>
                  </a:moveTo>
                  <a:lnTo>
                    <a:pt x="867536" y="0"/>
                  </a:lnTo>
                  <a:lnTo>
                    <a:pt x="867536" y="1055000"/>
                  </a:lnTo>
                  <a:lnTo>
                    <a:pt x="0" y="1055000"/>
                  </a:lnTo>
                  <a:lnTo>
                    <a:pt x="0" y="0"/>
                  </a:lnTo>
                  <a:close/>
                </a:path>
              </a:pathLst>
            </a:custGeom>
            <a:ln w="1314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/>
          <p:cNvSpPr txBox="1"/>
          <p:nvPr/>
        </p:nvSpPr>
        <p:spPr>
          <a:xfrm>
            <a:off x="7634303" y="3449473"/>
            <a:ext cx="868044" cy="1055370"/>
          </a:xfrm>
          <a:prstGeom prst="rect">
            <a:avLst/>
          </a:prstGeom>
        </p:spPr>
        <p:txBody>
          <a:bodyPr wrap="square" lIns="0" tIns="22225" rIns="0" bIns="0" rtlCol="0" vert="horz">
            <a:spAutoFit/>
          </a:bodyPr>
          <a:lstStyle/>
          <a:p>
            <a:pPr marL="175260" marR="86995" indent="-76200">
              <a:lnSpc>
                <a:spcPct val="101000"/>
              </a:lnSpc>
              <a:spcBef>
                <a:spcPts val="175"/>
              </a:spcBef>
            </a:pPr>
            <a:r>
              <a:rPr dirty="0" sz="2050" spc="-25">
                <a:latin typeface="Times New Roman"/>
                <a:cs typeface="Times New Roman"/>
              </a:rPr>
              <a:t>CRYP TOB</a:t>
            </a:r>
            <a:endParaRPr sz="2050">
              <a:latin typeface="Times New Roman"/>
              <a:cs typeface="Times New Roman"/>
            </a:endParaRPr>
          </a:p>
          <a:p>
            <a:pPr marL="246379">
              <a:lnSpc>
                <a:spcPct val="100000"/>
              </a:lnSpc>
              <a:spcBef>
                <a:spcPts val="434"/>
              </a:spcBef>
            </a:pPr>
            <a:r>
              <a:rPr dirty="0" sz="2050" spc="-25">
                <a:latin typeface="Times New Roman"/>
                <a:cs typeface="Times New Roman"/>
              </a:rPr>
              <a:t>OX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9034193" y="3465906"/>
            <a:ext cx="1025525" cy="993140"/>
          </a:xfrm>
          <a:prstGeom prst="rect">
            <a:avLst/>
          </a:prstGeom>
          <a:solidFill>
            <a:srgbClr val="00FCD6"/>
          </a:solidFill>
          <a:ln w="13145">
            <a:solidFill>
              <a:srgbClr val="929292"/>
            </a:solidFill>
          </a:ln>
        </p:spPr>
        <p:txBody>
          <a:bodyPr wrap="square" lIns="0" tIns="49530" rIns="0" bIns="0" rtlCol="0" vert="horz">
            <a:spAutoFit/>
          </a:bodyPr>
          <a:lstStyle/>
          <a:p>
            <a:pPr marL="238760" marR="103505" indent="-123189">
              <a:lnSpc>
                <a:spcPct val="101099"/>
              </a:lnSpc>
              <a:spcBef>
                <a:spcPts val="390"/>
              </a:spcBef>
            </a:pPr>
            <a:r>
              <a:rPr dirty="0" sz="2900" spc="-10">
                <a:latin typeface="Times New Roman"/>
                <a:cs typeface="Times New Roman"/>
              </a:rPr>
              <a:t>Clear </a:t>
            </a:r>
            <a:r>
              <a:rPr dirty="0" sz="2900" spc="-20">
                <a:latin typeface="Times New Roman"/>
                <a:cs typeface="Times New Roman"/>
              </a:rPr>
              <a:t>text</a:t>
            </a:r>
            <a:endParaRPr sz="29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809255" y="3590797"/>
            <a:ext cx="1104265" cy="739775"/>
          </a:xfrm>
          <a:prstGeom prst="rect">
            <a:avLst/>
          </a:prstGeom>
          <a:solidFill>
            <a:srgbClr val="00FCD6"/>
          </a:solidFill>
          <a:ln w="13145">
            <a:solidFill>
              <a:srgbClr val="929292"/>
            </a:solidFill>
          </a:ln>
        </p:spPr>
        <p:txBody>
          <a:bodyPr wrap="square" lIns="0" tIns="53340" rIns="0" bIns="0" rtlCol="0" vert="horz">
            <a:spAutoFit/>
          </a:bodyPr>
          <a:lstStyle/>
          <a:p>
            <a:pPr marL="225425" marR="180340" indent="-32384">
              <a:lnSpc>
                <a:spcPct val="101000"/>
              </a:lnSpc>
              <a:spcBef>
                <a:spcPts val="420"/>
              </a:spcBef>
            </a:pPr>
            <a:r>
              <a:rPr dirty="0" sz="2050" spc="-20">
                <a:latin typeface="Times New Roman"/>
                <a:cs typeface="Times New Roman"/>
              </a:rPr>
              <a:t>%^C&amp; @&amp;^(</a:t>
            </a:r>
            <a:endParaRPr sz="2050">
              <a:latin typeface="Times New Roman"/>
              <a:cs typeface="Times New Roman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5182854" y="3812644"/>
            <a:ext cx="644525" cy="330835"/>
            <a:chOff x="5182854" y="3812644"/>
            <a:chExt cx="644525" cy="330835"/>
          </a:xfrm>
        </p:grpSpPr>
        <p:sp>
          <p:nvSpPr>
            <p:cNvPr id="21" name="object 21"/>
            <p:cNvSpPr/>
            <p:nvPr/>
          </p:nvSpPr>
          <p:spPr>
            <a:xfrm>
              <a:off x="5189427" y="3819217"/>
              <a:ext cx="631190" cy="317500"/>
            </a:xfrm>
            <a:custGeom>
              <a:avLst/>
              <a:gdLst/>
              <a:ahLst/>
              <a:cxnLst/>
              <a:rect l="l" t="t" r="r" b="b"/>
              <a:pathLst>
                <a:path w="631189" h="317500">
                  <a:moveTo>
                    <a:pt x="473201" y="0"/>
                  </a:moveTo>
                  <a:lnTo>
                    <a:pt x="473201" y="79288"/>
                  </a:lnTo>
                  <a:lnTo>
                    <a:pt x="0" y="79288"/>
                  </a:lnTo>
                  <a:lnTo>
                    <a:pt x="0" y="237867"/>
                  </a:lnTo>
                  <a:lnTo>
                    <a:pt x="473201" y="237867"/>
                  </a:lnTo>
                  <a:lnTo>
                    <a:pt x="473201" y="317157"/>
                  </a:lnTo>
                  <a:lnTo>
                    <a:pt x="630935" y="158578"/>
                  </a:lnTo>
                  <a:lnTo>
                    <a:pt x="47320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5189427" y="3819217"/>
              <a:ext cx="631190" cy="317500"/>
            </a:xfrm>
            <a:custGeom>
              <a:avLst/>
              <a:gdLst/>
              <a:ahLst/>
              <a:cxnLst/>
              <a:rect l="l" t="t" r="r" b="b"/>
              <a:pathLst>
                <a:path w="631189" h="317500">
                  <a:moveTo>
                    <a:pt x="0" y="79289"/>
                  </a:moveTo>
                  <a:lnTo>
                    <a:pt x="473201" y="79289"/>
                  </a:lnTo>
                  <a:lnTo>
                    <a:pt x="473201" y="0"/>
                  </a:lnTo>
                  <a:lnTo>
                    <a:pt x="630935" y="158578"/>
                  </a:lnTo>
                  <a:lnTo>
                    <a:pt x="473201" y="317156"/>
                  </a:lnTo>
                  <a:lnTo>
                    <a:pt x="473201" y="237867"/>
                  </a:lnTo>
                  <a:lnTo>
                    <a:pt x="0" y="237867"/>
                  </a:lnTo>
                  <a:lnTo>
                    <a:pt x="0" y="79289"/>
                  </a:lnTo>
                  <a:close/>
                </a:path>
              </a:pathLst>
            </a:custGeom>
            <a:ln w="131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3" name="object 23"/>
          <p:cNvGrpSpPr/>
          <p:nvPr/>
        </p:nvGrpSpPr>
        <p:grpSpPr>
          <a:xfrm>
            <a:off x="1831007" y="1346527"/>
            <a:ext cx="5128260" cy="4654550"/>
            <a:chOff x="1831007" y="1346527"/>
            <a:chExt cx="5128260" cy="4654550"/>
          </a:xfrm>
        </p:grpSpPr>
        <p:sp>
          <p:nvSpPr>
            <p:cNvPr id="24" name="object 24"/>
            <p:cNvSpPr/>
            <p:nvPr/>
          </p:nvSpPr>
          <p:spPr>
            <a:xfrm>
              <a:off x="1837580" y="3903024"/>
              <a:ext cx="394335" cy="317500"/>
            </a:xfrm>
            <a:custGeom>
              <a:avLst/>
              <a:gdLst/>
              <a:ahLst/>
              <a:cxnLst/>
              <a:rect l="l" t="t" r="r" b="b"/>
              <a:pathLst>
                <a:path w="394335" h="317500">
                  <a:moveTo>
                    <a:pt x="295751" y="0"/>
                  </a:moveTo>
                  <a:lnTo>
                    <a:pt x="295751" y="79289"/>
                  </a:lnTo>
                  <a:lnTo>
                    <a:pt x="0" y="79289"/>
                  </a:lnTo>
                  <a:lnTo>
                    <a:pt x="0" y="237868"/>
                  </a:lnTo>
                  <a:lnTo>
                    <a:pt x="295751" y="237868"/>
                  </a:lnTo>
                  <a:lnTo>
                    <a:pt x="295751" y="317158"/>
                  </a:lnTo>
                  <a:lnTo>
                    <a:pt x="394335" y="158578"/>
                  </a:lnTo>
                  <a:lnTo>
                    <a:pt x="29575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1837580" y="3903024"/>
              <a:ext cx="394335" cy="317500"/>
            </a:xfrm>
            <a:custGeom>
              <a:avLst/>
              <a:gdLst/>
              <a:ahLst/>
              <a:cxnLst/>
              <a:rect l="l" t="t" r="r" b="b"/>
              <a:pathLst>
                <a:path w="394335" h="317500">
                  <a:moveTo>
                    <a:pt x="0" y="79289"/>
                  </a:moveTo>
                  <a:lnTo>
                    <a:pt x="295751" y="79289"/>
                  </a:lnTo>
                  <a:lnTo>
                    <a:pt x="295751" y="0"/>
                  </a:lnTo>
                  <a:lnTo>
                    <a:pt x="394334" y="158578"/>
                  </a:lnTo>
                  <a:lnTo>
                    <a:pt x="295751" y="317157"/>
                  </a:lnTo>
                  <a:lnTo>
                    <a:pt x="295751" y="237868"/>
                  </a:lnTo>
                  <a:lnTo>
                    <a:pt x="0" y="237868"/>
                  </a:lnTo>
                  <a:lnTo>
                    <a:pt x="0" y="79289"/>
                  </a:lnTo>
                  <a:close/>
                </a:path>
              </a:pathLst>
            </a:custGeom>
            <a:ln w="1314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3276903" y="3819217"/>
              <a:ext cx="394335" cy="317500"/>
            </a:xfrm>
            <a:custGeom>
              <a:avLst/>
              <a:gdLst/>
              <a:ahLst/>
              <a:cxnLst/>
              <a:rect l="l" t="t" r="r" b="b"/>
              <a:pathLst>
                <a:path w="394335" h="317500">
                  <a:moveTo>
                    <a:pt x="295749" y="0"/>
                  </a:moveTo>
                  <a:lnTo>
                    <a:pt x="295749" y="79288"/>
                  </a:lnTo>
                  <a:lnTo>
                    <a:pt x="0" y="79288"/>
                  </a:lnTo>
                  <a:lnTo>
                    <a:pt x="0" y="237867"/>
                  </a:lnTo>
                  <a:lnTo>
                    <a:pt x="295749" y="237867"/>
                  </a:lnTo>
                  <a:lnTo>
                    <a:pt x="295749" y="317157"/>
                  </a:lnTo>
                  <a:lnTo>
                    <a:pt x="394334" y="158578"/>
                  </a:lnTo>
                  <a:lnTo>
                    <a:pt x="29574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3276902" y="3819216"/>
              <a:ext cx="394335" cy="317500"/>
            </a:xfrm>
            <a:custGeom>
              <a:avLst/>
              <a:gdLst/>
              <a:ahLst/>
              <a:cxnLst/>
              <a:rect l="l" t="t" r="r" b="b"/>
              <a:pathLst>
                <a:path w="394335" h="317500">
                  <a:moveTo>
                    <a:pt x="0" y="79289"/>
                  </a:moveTo>
                  <a:lnTo>
                    <a:pt x="295751" y="79289"/>
                  </a:lnTo>
                  <a:lnTo>
                    <a:pt x="295751" y="0"/>
                  </a:lnTo>
                  <a:lnTo>
                    <a:pt x="394334" y="158578"/>
                  </a:lnTo>
                  <a:lnTo>
                    <a:pt x="295751" y="317156"/>
                  </a:lnTo>
                  <a:lnTo>
                    <a:pt x="295751" y="237867"/>
                  </a:lnTo>
                  <a:lnTo>
                    <a:pt x="0" y="237867"/>
                  </a:lnTo>
                  <a:lnTo>
                    <a:pt x="0" y="79289"/>
                  </a:lnTo>
                  <a:close/>
                </a:path>
              </a:pathLst>
            </a:custGeom>
            <a:ln w="1314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2685401" y="4821632"/>
              <a:ext cx="197485" cy="927100"/>
            </a:xfrm>
            <a:custGeom>
              <a:avLst/>
              <a:gdLst/>
              <a:ahLst/>
              <a:cxnLst/>
              <a:rect l="l" t="t" r="r" b="b"/>
              <a:pathLst>
                <a:path w="197485" h="927100">
                  <a:moveTo>
                    <a:pt x="98582" y="0"/>
                  </a:moveTo>
                  <a:lnTo>
                    <a:pt x="0" y="231706"/>
                  </a:lnTo>
                  <a:lnTo>
                    <a:pt x="49291" y="231706"/>
                  </a:lnTo>
                  <a:lnTo>
                    <a:pt x="49291" y="926821"/>
                  </a:lnTo>
                  <a:lnTo>
                    <a:pt x="147874" y="926821"/>
                  </a:lnTo>
                  <a:lnTo>
                    <a:pt x="147874" y="231706"/>
                  </a:lnTo>
                  <a:lnTo>
                    <a:pt x="197166" y="231706"/>
                  </a:lnTo>
                  <a:lnTo>
                    <a:pt x="98582" y="0"/>
                  </a:lnTo>
                  <a:close/>
                </a:path>
              </a:pathLst>
            </a:custGeom>
            <a:solidFill>
              <a:srgbClr val="FF26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2685400" y="4821631"/>
              <a:ext cx="197485" cy="927100"/>
            </a:xfrm>
            <a:custGeom>
              <a:avLst/>
              <a:gdLst/>
              <a:ahLst/>
              <a:cxnLst/>
              <a:rect l="l" t="t" r="r" b="b"/>
              <a:pathLst>
                <a:path w="197485" h="927100">
                  <a:moveTo>
                    <a:pt x="0" y="231706"/>
                  </a:moveTo>
                  <a:lnTo>
                    <a:pt x="98583" y="0"/>
                  </a:lnTo>
                  <a:lnTo>
                    <a:pt x="197167" y="231706"/>
                  </a:lnTo>
                  <a:lnTo>
                    <a:pt x="147875" y="231706"/>
                  </a:lnTo>
                  <a:lnTo>
                    <a:pt x="147875" y="926822"/>
                  </a:lnTo>
                  <a:lnTo>
                    <a:pt x="49291" y="926822"/>
                  </a:lnTo>
                  <a:lnTo>
                    <a:pt x="49291" y="231706"/>
                  </a:lnTo>
                  <a:lnTo>
                    <a:pt x="0" y="231706"/>
                  </a:lnTo>
                  <a:close/>
                </a:path>
              </a:pathLst>
            </a:custGeom>
            <a:ln w="13144">
              <a:solidFill>
                <a:srgbClr val="FF26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0" name="object 3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45601" y="1346527"/>
              <a:ext cx="3913163" cy="2108304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1948837" y="4819518"/>
              <a:ext cx="605155" cy="1174750"/>
            </a:xfrm>
            <a:custGeom>
              <a:avLst/>
              <a:gdLst/>
              <a:ahLst/>
              <a:cxnLst/>
              <a:rect l="l" t="t" r="r" b="b"/>
              <a:pathLst>
                <a:path w="605155" h="1174750">
                  <a:moveTo>
                    <a:pt x="329801" y="1174255"/>
                  </a:moveTo>
                  <a:lnTo>
                    <a:pt x="226914" y="1087613"/>
                  </a:lnTo>
                  <a:lnTo>
                    <a:pt x="263558" y="1062958"/>
                  </a:lnTo>
                  <a:lnTo>
                    <a:pt x="263558" y="1034077"/>
                  </a:lnTo>
                  <a:lnTo>
                    <a:pt x="226914" y="1008014"/>
                  </a:lnTo>
                  <a:lnTo>
                    <a:pt x="263558" y="985473"/>
                  </a:lnTo>
                  <a:lnTo>
                    <a:pt x="257921" y="976315"/>
                  </a:lnTo>
                  <a:lnTo>
                    <a:pt x="226209" y="955888"/>
                  </a:lnTo>
                  <a:lnTo>
                    <a:pt x="220571" y="891082"/>
                  </a:lnTo>
                  <a:lnTo>
                    <a:pt x="216343" y="884742"/>
                  </a:lnTo>
                  <a:lnTo>
                    <a:pt x="264263" y="847408"/>
                  </a:lnTo>
                  <a:lnTo>
                    <a:pt x="264263" y="815005"/>
                  </a:lnTo>
                  <a:lnTo>
                    <a:pt x="226209" y="776967"/>
                  </a:lnTo>
                  <a:lnTo>
                    <a:pt x="263558" y="743155"/>
                  </a:lnTo>
                  <a:lnTo>
                    <a:pt x="263558" y="709343"/>
                  </a:lnTo>
                  <a:lnTo>
                    <a:pt x="226914" y="665669"/>
                  </a:lnTo>
                  <a:lnTo>
                    <a:pt x="219867" y="594524"/>
                  </a:lnTo>
                  <a:lnTo>
                    <a:pt x="175471" y="594524"/>
                  </a:lnTo>
                  <a:lnTo>
                    <a:pt x="175471" y="498724"/>
                  </a:lnTo>
                  <a:lnTo>
                    <a:pt x="148692" y="498724"/>
                  </a:lnTo>
                  <a:lnTo>
                    <a:pt x="148692" y="414898"/>
                  </a:lnTo>
                  <a:lnTo>
                    <a:pt x="119094" y="414898"/>
                  </a:lnTo>
                  <a:lnTo>
                    <a:pt x="105705" y="374747"/>
                  </a:lnTo>
                  <a:lnTo>
                    <a:pt x="45805" y="374747"/>
                  </a:lnTo>
                  <a:lnTo>
                    <a:pt x="45805" y="339526"/>
                  </a:lnTo>
                  <a:lnTo>
                    <a:pt x="0" y="339526"/>
                  </a:lnTo>
                  <a:lnTo>
                    <a:pt x="0" y="173989"/>
                  </a:lnTo>
                  <a:lnTo>
                    <a:pt x="45100" y="173989"/>
                  </a:lnTo>
                  <a:lnTo>
                    <a:pt x="45100" y="150039"/>
                  </a:lnTo>
                  <a:lnTo>
                    <a:pt x="95839" y="150039"/>
                  </a:lnTo>
                  <a:lnTo>
                    <a:pt x="107819" y="139473"/>
                  </a:lnTo>
                  <a:lnTo>
                    <a:pt x="119799" y="112705"/>
                  </a:lnTo>
                  <a:lnTo>
                    <a:pt x="148692" y="112705"/>
                  </a:lnTo>
                  <a:lnTo>
                    <a:pt x="217048" y="0"/>
                  </a:lnTo>
                  <a:lnTo>
                    <a:pt x="399566" y="0"/>
                  </a:lnTo>
                  <a:lnTo>
                    <a:pt x="372586" y="35225"/>
                  </a:lnTo>
                  <a:lnTo>
                    <a:pt x="364882" y="45082"/>
                  </a:lnTo>
                  <a:lnTo>
                    <a:pt x="258625" y="45082"/>
                  </a:lnTo>
                  <a:lnTo>
                    <a:pt x="218457" y="116932"/>
                  </a:lnTo>
                  <a:lnTo>
                    <a:pt x="499556" y="116932"/>
                  </a:lnTo>
                  <a:lnTo>
                    <a:pt x="510204" y="150744"/>
                  </a:lnTo>
                  <a:lnTo>
                    <a:pt x="564467" y="150744"/>
                  </a:lnTo>
                  <a:lnTo>
                    <a:pt x="565079" y="173989"/>
                  </a:lnTo>
                  <a:lnTo>
                    <a:pt x="565171" y="177511"/>
                  </a:lnTo>
                  <a:lnTo>
                    <a:pt x="585608" y="178216"/>
                  </a:lnTo>
                  <a:lnTo>
                    <a:pt x="604635" y="178216"/>
                  </a:lnTo>
                  <a:lnTo>
                    <a:pt x="604635" y="342344"/>
                  </a:lnTo>
                  <a:lnTo>
                    <a:pt x="564467" y="343048"/>
                  </a:lnTo>
                  <a:lnTo>
                    <a:pt x="563819" y="374747"/>
                  </a:lnTo>
                  <a:lnTo>
                    <a:pt x="563762" y="377565"/>
                  </a:lnTo>
                  <a:lnTo>
                    <a:pt x="512318" y="377565"/>
                  </a:lnTo>
                  <a:lnTo>
                    <a:pt x="497520" y="418421"/>
                  </a:lnTo>
                  <a:lnTo>
                    <a:pt x="469332" y="419125"/>
                  </a:lnTo>
                  <a:lnTo>
                    <a:pt x="467307" y="498724"/>
                  </a:lnTo>
                  <a:lnTo>
                    <a:pt x="467218" y="502246"/>
                  </a:lnTo>
                  <a:lnTo>
                    <a:pt x="448191" y="502246"/>
                  </a:lnTo>
                  <a:lnTo>
                    <a:pt x="441848" y="514925"/>
                  </a:lnTo>
                  <a:lnTo>
                    <a:pt x="441848" y="598046"/>
                  </a:lnTo>
                  <a:lnTo>
                    <a:pt x="408022" y="598750"/>
                  </a:lnTo>
                  <a:lnTo>
                    <a:pt x="409532" y="955888"/>
                  </a:lnTo>
                  <a:lnTo>
                    <a:pt x="409657" y="985473"/>
                  </a:lnTo>
                  <a:lnTo>
                    <a:pt x="409753" y="1008014"/>
                  </a:lnTo>
                  <a:lnTo>
                    <a:pt x="409863" y="1034077"/>
                  </a:lnTo>
                  <a:lnTo>
                    <a:pt x="409985" y="1062958"/>
                  </a:lnTo>
                  <a:lnTo>
                    <a:pt x="410089" y="1087613"/>
                  </a:lnTo>
                  <a:lnTo>
                    <a:pt x="410137" y="1098883"/>
                  </a:lnTo>
                  <a:lnTo>
                    <a:pt x="329801" y="1174255"/>
                  </a:lnTo>
                  <a:close/>
                </a:path>
                <a:path w="605155" h="1174750">
                  <a:moveTo>
                    <a:pt x="499556" y="116932"/>
                  </a:moveTo>
                  <a:lnTo>
                    <a:pt x="401680" y="116932"/>
                  </a:lnTo>
                  <a:lnTo>
                    <a:pt x="364331" y="45786"/>
                  </a:lnTo>
                  <a:lnTo>
                    <a:pt x="364882" y="45082"/>
                  </a:lnTo>
                  <a:lnTo>
                    <a:pt x="365036" y="45082"/>
                  </a:lnTo>
                  <a:lnTo>
                    <a:pt x="372586" y="35225"/>
                  </a:lnTo>
                  <a:lnTo>
                    <a:pt x="399566" y="704"/>
                  </a:lnTo>
                  <a:lnTo>
                    <a:pt x="463694" y="112001"/>
                  </a:lnTo>
                  <a:lnTo>
                    <a:pt x="498225" y="112705"/>
                  </a:lnTo>
                  <a:lnTo>
                    <a:pt x="499556" y="116932"/>
                  </a:lnTo>
                  <a:close/>
                </a:path>
              </a:pathLst>
            </a:custGeom>
            <a:solidFill>
              <a:srgbClr val="FF9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1963636" y="4825858"/>
              <a:ext cx="605790" cy="1175385"/>
            </a:xfrm>
            <a:custGeom>
              <a:avLst/>
              <a:gdLst/>
              <a:ahLst/>
              <a:cxnLst/>
              <a:rect l="l" t="t" r="r" b="b"/>
              <a:pathLst>
                <a:path w="605789" h="1175385">
                  <a:moveTo>
                    <a:pt x="329801" y="1174960"/>
                  </a:moveTo>
                  <a:lnTo>
                    <a:pt x="226914" y="1087613"/>
                  </a:lnTo>
                  <a:lnTo>
                    <a:pt x="263558" y="1062959"/>
                  </a:lnTo>
                  <a:lnTo>
                    <a:pt x="263558" y="1034078"/>
                  </a:lnTo>
                  <a:lnTo>
                    <a:pt x="226914" y="1008014"/>
                  </a:lnTo>
                  <a:lnTo>
                    <a:pt x="263558" y="985473"/>
                  </a:lnTo>
                  <a:lnTo>
                    <a:pt x="257921" y="976316"/>
                  </a:lnTo>
                  <a:lnTo>
                    <a:pt x="226209" y="955888"/>
                  </a:lnTo>
                  <a:lnTo>
                    <a:pt x="220572" y="891082"/>
                  </a:lnTo>
                  <a:lnTo>
                    <a:pt x="216343" y="885446"/>
                  </a:lnTo>
                  <a:lnTo>
                    <a:pt x="264263" y="847408"/>
                  </a:lnTo>
                  <a:lnTo>
                    <a:pt x="264263" y="815005"/>
                  </a:lnTo>
                  <a:lnTo>
                    <a:pt x="226209" y="776967"/>
                  </a:lnTo>
                  <a:lnTo>
                    <a:pt x="263558" y="743155"/>
                  </a:lnTo>
                  <a:lnTo>
                    <a:pt x="263558" y="709343"/>
                  </a:lnTo>
                  <a:lnTo>
                    <a:pt x="226914" y="665670"/>
                  </a:lnTo>
                  <a:lnTo>
                    <a:pt x="219867" y="594524"/>
                  </a:lnTo>
                  <a:lnTo>
                    <a:pt x="175471" y="594524"/>
                  </a:lnTo>
                  <a:lnTo>
                    <a:pt x="175471" y="498724"/>
                  </a:lnTo>
                  <a:lnTo>
                    <a:pt x="149397" y="498724"/>
                  </a:lnTo>
                  <a:lnTo>
                    <a:pt x="149397" y="414899"/>
                  </a:lnTo>
                  <a:lnTo>
                    <a:pt x="119094" y="414899"/>
                  </a:lnTo>
                  <a:lnTo>
                    <a:pt x="105705" y="374747"/>
                  </a:lnTo>
                  <a:lnTo>
                    <a:pt x="45805" y="374747"/>
                  </a:lnTo>
                  <a:lnTo>
                    <a:pt x="45805" y="339526"/>
                  </a:lnTo>
                  <a:lnTo>
                    <a:pt x="0" y="339526"/>
                  </a:lnTo>
                  <a:lnTo>
                    <a:pt x="0" y="173989"/>
                  </a:lnTo>
                  <a:lnTo>
                    <a:pt x="45100" y="173989"/>
                  </a:lnTo>
                  <a:lnTo>
                    <a:pt x="45100" y="150039"/>
                  </a:lnTo>
                  <a:lnTo>
                    <a:pt x="95839" y="150039"/>
                  </a:lnTo>
                  <a:lnTo>
                    <a:pt x="107819" y="139473"/>
                  </a:lnTo>
                  <a:lnTo>
                    <a:pt x="119799" y="112706"/>
                  </a:lnTo>
                  <a:lnTo>
                    <a:pt x="149397" y="112706"/>
                  </a:lnTo>
                  <a:lnTo>
                    <a:pt x="217048" y="0"/>
                  </a:lnTo>
                  <a:lnTo>
                    <a:pt x="399566" y="0"/>
                  </a:lnTo>
                  <a:lnTo>
                    <a:pt x="372585" y="35225"/>
                  </a:lnTo>
                  <a:lnTo>
                    <a:pt x="364882" y="45082"/>
                  </a:lnTo>
                  <a:lnTo>
                    <a:pt x="258626" y="45082"/>
                  </a:lnTo>
                  <a:lnTo>
                    <a:pt x="218458" y="116932"/>
                  </a:lnTo>
                  <a:lnTo>
                    <a:pt x="499556" y="116932"/>
                  </a:lnTo>
                  <a:lnTo>
                    <a:pt x="510204" y="150744"/>
                  </a:lnTo>
                  <a:lnTo>
                    <a:pt x="564467" y="150744"/>
                  </a:lnTo>
                  <a:lnTo>
                    <a:pt x="565079" y="173989"/>
                  </a:lnTo>
                  <a:lnTo>
                    <a:pt x="565171" y="177512"/>
                  </a:lnTo>
                  <a:lnTo>
                    <a:pt x="585608" y="178216"/>
                  </a:lnTo>
                  <a:lnTo>
                    <a:pt x="605340" y="178216"/>
                  </a:lnTo>
                  <a:lnTo>
                    <a:pt x="605340" y="342344"/>
                  </a:lnTo>
                  <a:lnTo>
                    <a:pt x="564467" y="343049"/>
                  </a:lnTo>
                  <a:lnTo>
                    <a:pt x="563820" y="374747"/>
                  </a:lnTo>
                  <a:lnTo>
                    <a:pt x="563762" y="377565"/>
                  </a:lnTo>
                  <a:lnTo>
                    <a:pt x="512319" y="377565"/>
                  </a:lnTo>
                  <a:lnTo>
                    <a:pt x="497520" y="418421"/>
                  </a:lnTo>
                  <a:lnTo>
                    <a:pt x="469332" y="419125"/>
                  </a:lnTo>
                  <a:lnTo>
                    <a:pt x="467307" y="498724"/>
                  </a:lnTo>
                  <a:lnTo>
                    <a:pt x="467218" y="502246"/>
                  </a:lnTo>
                  <a:lnTo>
                    <a:pt x="448191" y="502246"/>
                  </a:lnTo>
                  <a:lnTo>
                    <a:pt x="443258" y="509290"/>
                  </a:lnTo>
                  <a:lnTo>
                    <a:pt x="443258" y="598750"/>
                  </a:lnTo>
                  <a:lnTo>
                    <a:pt x="408022" y="598750"/>
                  </a:lnTo>
                  <a:lnTo>
                    <a:pt x="409532" y="955888"/>
                  </a:lnTo>
                  <a:lnTo>
                    <a:pt x="409657" y="985473"/>
                  </a:lnTo>
                  <a:lnTo>
                    <a:pt x="409753" y="1008014"/>
                  </a:lnTo>
                  <a:lnTo>
                    <a:pt x="409863" y="1034078"/>
                  </a:lnTo>
                  <a:lnTo>
                    <a:pt x="409985" y="1062959"/>
                  </a:lnTo>
                  <a:lnTo>
                    <a:pt x="410089" y="1087613"/>
                  </a:lnTo>
                  <a:lnTo>
                    <a:pt x="410137" y="1098883"/>
                  </a:lnTo>
                  <a:lnTo>
                    <a:pt x="329801" y="1174960"/>
                  </a:lnTo>
                  <a:close/>
                </a:path>
                <a:path w="605789" h="1175385">
                  <a:moveTo>
                    <a:pt x="499556" y="116932"/>
                  </a:moveTo>
                  <a:lnTo>
                    <a:pt x="401680" y="116932"/>
                  </a:lnTo>
                  <a:lnTo>
                    <a:pt x="364331" y="45786"/>
                  </a:lnTo>
                  <a:lnTo>
                    <a:pt x="364882" y="45082"/>
                  </a:lnTo>
                  <a:lnTo>
                    <a:pt x="365036" y="45082"/>
                  </a:lnTo>
                  <a:lnTo>
                    <a:pt x="372585" y="35225"/>
                  </a:lnTo>
                  <a:lnTo>
                    <a:pt x="399566" y="704"/>
                  </a:lnTo>
                  <a:lnTo>
                    <a:pt x="464399" y="112001"/>
                  </a:lnTo>
                  <a:lnTo>
                    <a:pt x="498225" y="112706"/>
                  </a:lnTo>
                  <a:lnTo>
                    <a:pt x="499556" y="116932"/>
                  </a:lnTo>
                  <a:close/>
                </a:path>
              </a:pathLst>
            </a:custGeom>
            <a:solidFill>
              <a:srgbClr val="BF7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2048200" y="5014640"/>
              <a:ext cx="427990" cy="134620"/>
            </a:xfrm>
            <a:custGeom>
              <a:avLst/>
              <a:gdLst/>
              <a:ahLst/>
              <a:cxnLst/>
              <a:rect l="l" t="t" r="r" b="b"/>
              <a:pathLst>
                <a:path w="427989" h="134620">
                  <a:moveTo>
                    <a:pt x="34530" y="134542"/>
                  </a:moveTo>
                  <a:lnTo>
                    <a:pt x="0" y="69736"/>
                  </a:lnTo>
                  <a:lnTo>
                    <a:pt x="37349" y="0"/>
                  </a:lnTo>
                  <a:lnTo>
                    <a:pt x="427754" y="0"/>
                  </a:lnTo>
                  <a:lnTo>
                    <a:pt x="424231" y="4930"/>
                  </a:lnTo>
                  <a:lnTo>
                    <a:pt x="41577" y="4930"/>
                  </a:lnTo>
                  <a:lnTo>
                    <a:pt x="7047" y="69736"/>
                  </a:lnTo>
                  <a:lnTo>
                    <a:pt x="40872" y="130316"/>
                  </a:lnTo>
                  <a:lnTo>
                    <a:pt x="34530" y="134542"/>
                  </a:lnTo>
                  <a:close/>
                </a:path>
              </a:pathLst>
            </a:custGeom>
            <a:solidFill>
              <a:srgbClr val="BF7F3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2011553" y="4967452"/>
              <a:ext cx="514350" cy="1005205"/>
            </a:xfrm>
            <a:custGeom>
              <a:avLst/>
              <a:gdLst/>
              <a:ahLst/>
              <a:cxnLst/>
              <a:rect l="l" t="t" r="r" b="b"/>
              <a:pathLst>
                <a:path w="514350" h="1005204">
                  <a:moveTo>
                    <a:pt x="248056" y="362064"/>
                  </a:moveTo>
                  <a:lnTo>
                    <a:pt x="234657" y="381787"/>
                  </a:lnTo>
                  <a:lnTo>
                    <a:pt x="236067" y="993927"/>
                  </a:lnTo>
                  <a:lnTo>
                    <a:pt x="247345" y="1003782"/>
                  </a:lnTo>
                  <a:lnTo>
                    <a:pt x="248056" y="362064"/>
                  </a:lnTo>
                  <a:close/>
                </a:path>
                <a:path w="514350" h="1005204">
                  <a:moveTo>
                    <a:pt x="320636" y="994625"/>
                  </a:moveTo>
                  <a:lnTo>
                    <a:pt x="318528" y="378968"/>
                  </a:lnTo>
                  <a:lnTo>
                    <a:pt x="308660" y="429691"/>
                  </a:lnTo>
                  <a:lnTo>
                    <a:pt x="310070" y="1005192"/>
                  </a:lnTo>
                  <a:lnTo>
                    <a:pt x="320636" y="994625"/>
                  </a:lnTo>
                  <a:close/>
                </a:path>
                <a:path w="514350" h="1005204">
                  <a:moveTo>
                    <a:pt x="451713" y="0"/>
                  </a:moveTo>
                  <a:lnTo>
                    <a:pt x="50736" y="0"/>
                  </a:lnTo>
                  <a:lnTo>
                    <a:pt x="50736" y="7048"/>
                  </a:lnTo>
                  <a:lnTo>
                    <a:pt x="451713" y="7048"/>
                  </a:lnTo>
                  <a:lnTo>
                    <a:pt x="451713" y="0"/>
                  </a:lnTo>
                  <a:close/>
                </a:path>
                <a:path w="514350" h="1005204">
                  <a:moveTo>
                    <a:pt x="498221" y="110591"/>
                  </a:moveTo>
                  <a:lnTo>
                    <a:pt x="463689" y="46494"/>
                  </a:lnTo>
                  <a:lnTo>
                    <a:pt x="457352" y="50711"/>
                  </a:lnTo>
                  <a:lnTo>
                    <a:pt x="491172" y="110591"/>
                  </a:lnTo>
                  <a:lnTo>
                    <a:pt x="456641" y="176098"/>
                  </a:lnTo>
                  <a:lnTo>
                    <a:pt x="73990" y="176098"/>
                  </a:lnTo>
                  <a:lnTo>
                    <a:pt x="70472" y="181038"/>
                  </a:lnTo>
                  <a:lnTo>
                    <a:pt x="460870" y="181038"/>
                  </a:lnTo>
                  <a:lnTo>
                    <a:pt x="498221" y="110591"/>
                  </a:lnTo>
                  <a:close/>
                </a:path>
                <a:path w="514350" h="1005204">
                  <a:moveTo>
                    <a:pt x="513727" y="26771"/>
                  </a:moveTo>
                  <a:lnTo>
                    <a:pt x="0" y="26771"/>
                  </a:lnTo>
                  <a:lnTo>
                    <a:pt x="0" y="33108"/>
                  </a:lnTo>
                  <a:lnTo>
                    <a:pt x="513727" y="33108"/>
                  </a:lnTo>
                  <a:lnTo>
                    <a:pt x="513727" y="26771"/>
                  </a:lnTo>
                  <a:close/>
                </a:path>
              </a:pathLst>
            </a:custGeom>
            <a:solidFill>
              <a:srgbClr val="FF9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2010841" y="5166804"/>
              <a:ext cx="516890" cy="833119"/>
            </a:xfrm>
            <a:custGeom>
              <a:avLst/>
              <a:gdLst/>
              <a:ahLst/>
              <a:cxnLst/>
              <a:rect l="l" t="t" r="r" b="b"/>
              <a:pathLst>
                <a:path w="516889" h="833120">
                  <a:moveTo>
                    <a:pt x="319239" y="181025"/>
                  </a:moveTo>
                  <a:lnTo>
                    <a:pt x="279768" y="249351"/>
                  </a:lnTo>
                  <a:lnTo>
                    <a:pt x="282587" y="832612"/>
                  </a:lnTo>
                  <a:lnTo>
                    <a:pt x="294563" y="820635"/>
                  </a:lnTo>
                  <a:lnTo>
                    <a:pt x="294563" y="259918"/>
                  </a:lnTo>
                  <a:lnTo>
                    <a:pt x="310070" y="223291"/>
                  </a:lnTo>
                  <a:lnTo>
                    <a:pt x="319239" y="181025"/>
                  </a:lnTo>
                  <a:close/>
                </a:path>
                <a:path w="516889" h="833120">
                  <a:moveTo>
                    <a:pt x="403796" y="157073"/>
                  </a:moveTo>
                  <a:lnTo>
                    <a:pt x="128257" y="157073"/>
                  </a:lnTo>
                  <a:lnTo>
                    <a:pt x="128257" y="168351"/>
                  </a:lnTo>
                  <a:lnTo>
                    <a:pt x="156451" y="168351"/>
                  </a:lnTo>
                  <a:lnTo>
                    <a:pt x="156451" y="233159"/>
                  </a:lnTo>
                  <a:lnTo>
                    <a:pt x="174764" y="254990"/>
                  </a:lnTo>
                  <a:lnTo>
                    <a:pt x="180403" y="186664"/>
                  </a:lnTo>
                  <a:lnTo>
                    <a:pt x="235369" y="186664"/>
                  </a:lnTo>
                  <a:lnTo>
                    <a:pt x="248056" y="168351"/>
                  </a:lnTo>
                  <a:lnTo>
                    <a:pt x="396748" y="168351"/>
                  </a:lnTo>
                  <a:lnTo>
                    <a:pt x="403796" y="157073"/>
                  </a:lnTo>
                  <a:close/>
                </a:path>
                <a:path w="516889" h="833120">
                  <a:moveTo>
                    <a:pt x="421411" y="77482"/>
                  </a:moveTo>
                  <a:lnTo>
                    <a:pt x="105714" y="77482"/>
                  </a:lnTo>
                  <a:lnTo>
                    <a:pt x="105714" y="91567"/>
                  </a:lnTo>
                  <a:lnTo>
                    <a:pt x="421411" y="91567"/>
                  </a:lnTo>
                  <a:lnTo>
                    <a:pt x="421411" y="77482"/>
                  </a:lnTo>
                  <a:close/>
                </a:path>
                <a:path w="516889" h="833120">
                  <a:moveTo>
                    <a:pt x="466521" y="32397"/>
                  </a:moveTo>
                  <a:lnTo>
                    <a:pt x="59194" y="33108"/>
                  </a:lnTo>
                  <a:lnTo>
                    <a:pt x="62725" y="45783"/>
                  </a:lnTo>
                  <a:lnTo>
                    <a:pt x="462292" y="45072"/>
                  </a:lnTo>
                  <a:lnTo>
                    <a:pt x="466521" y="32397"/>
                  </a:lnTo>
                  <a:close/>
                </a:path>
                <a:path w="516889" h="833120">
                  <a:moveTo>
                    <a:pt x="516547" y="0"/>
                  </a:moveTo>
                  <a:lnTo>
                    <a:pt x="0" y="0"/>
                  </a:lnTo>
                  <a:lnTo>
                    <a:pt x="0" y="15494"/>
                  </a:lnTo>
                  <a:lnTo>
                    <a:pt x="516547" y="15494"/>
                  </a:lnTo>
                  <a:lnTo>
                    <a:pt x="516547" y="0"/>
                  </a:lnTo>
                  <a:close/>
                </a:path>
              </a:pathLst>
            </a:custGeom>
            <a:solidFill>
              <a:srgbClr val="BF7F3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6" name="object 36"/>
          <p:cNvSpPr txBox="1"/>
          <p:nvPr/>
        </p:nvSpPr>
        <p:spPr>
          <a:xfrm>
            <a:off x="5978097" y="3590797"/>
            <a:ext cx="1104265" cy="739775"/>
          </a:xfrm>
          <a:prstGeom prst="rect">
            <a:avLst/>
          </a:prstGeom>
          <a:solidFill>
            <a:srgbClr val="00FCD6"/>
          </a:solidFill>
          <a:ln w="13145">
            <a:solidFill>
              <a:srgbClr val="929292"/>
            </a:solidFill>
          </a:ln>
        </p:spPr>
        <p:txBody>
          <a:bodyPr wrap="square" lIns="0" tIns="53340" rIns="0" bIns="0" rtlCol="0" vert="horz">
            <a:spAutoFit/>
          </a:bodyPr>
          <a:lstStyle/>
          <a:p>
            <a:pPr marL="225425" marR="180340" indent="-32384">
              <a:lnSpc>
                <a:spcPct val="101000"/>
              </a:lnSpc>
              <a:spcBef>
                <a:spcPts val="420"/>
              </a:spcBef>
            </a:pPr>
            <a:r>
              <a:rPr dirty="0" sz="2050" spc="-20">
                <a:latin typeface="Times New Roman"/>
                <a:cs typeface="Times New Roman"/>
              </a:rPr>
              <a:t>%^C&amp; @&amp;^(</a:t>
            </a:r>
            <a:endParaRPr sz="2050">
              <a:latin typeface="Times New Roman"/>
              <a:cs typeface="Times New Roman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7154529" y="3812644"/>
            <a:ext cx="407670" cy="330835"/>
            <a:chOff x="7154529" y="3812644"/>
            <a:chExt cx="407670" cy="330835"/>
          </a:xfrm>
        </p:grpSpPr>
        <p:sp>
          <p:nvSpPr>
            <p:cNvPr id="38" name="object 38"/>
            <p:cNvSpPr/>
            <p:nvPr/>
          </p:nvSpPr>
          <p:spPr>
            <a:xfrm>
              <a:off x="7161102" y="3819217"/>
              <a:ext cx="394335" cy="317500"/>
            </a:xfrm>
            <a:custGeom>
              <a:avLst/>
              <a:gdLst/>
              <a:ahLst/>
              <a:cxnLst/>
              <a:rect l="l" t="t" r="r" b="b"/>
              <a:pathLst>
                <a:path w="394334" h="317500">
                  <a:moveTo>
                    <a:pt x="295751" y="0"/>
                  </a:moveTo>
                  <a:lnTo>
                    <a:pt x="295751" y="79288"/>
                  </a:lnTo>
                  <a:lnTo>
                    <a:pt x="0" y="79288"/>
                  </a:lnTo>
                  <a:lnTo>
                    <a:pt x="0" y="237867"/>
                  </a:lnTo>
                  <a:lnTo>
                    <a:pt x="295751" y="237867"/>
                  </a:lnTo>
                  <a:lnTo>
                    <a:pt x="295751" y="317157"/>
                  </a:lnTo>
                  <a:lnTo>
                    <a:pt x="394334" y="158578"/>
                  </a:lnTo>
                  <a:lnTo>
                    <a:pt x="29575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7161102" y="3819216"/>
              <a:ext cx="394335" cy="317500"/>
            </a:xfrm>
            <a:custGeom>
              <a:avLst/>
              <a:gdLst/>
              <a:ahLst/>
              <a:cxnLst/>
              <a:rect l="l" t="t" r="r" b="b"/>
              <a:pathLst>
                <a:path w="394334" h="317500">
                  <a:moveTo>
                    <a:pt x="0" y="79289"/>
                  </a:moveTo>
                  <a:lnTo>
                    <a:pt x="295751" y="79289"/>
                  </a:lnTo>
                  <a:lnTo>
                    <a:pt x="295751" y="0"/>
                  </a:lnTo>
                  <a:lnTo>
                    <a:pt x="394334" y="158578"/>
                  </a:lnTo>
                  <a:lnTo>
                    <a:pt x="295751" y="317156"/>
                  </a:lnTo>
                  <a:lnTo>
                    <a:pt x="295751" y="237867"/>
                  </a:lnTo>
                  <a:lnTo>
                    <a:pt x="0" y="237867"/>
                  </a:lnTo>
                  <a:lnTo>
                    <a:pt x="0" y="79289"/>
                  </a:lnTo>
                  <a:close/>
                </a:path>
              </a:pathLst>
            </a:custGeom>
            <a:ln w="1314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0" name="object 40"/>
          <p:cNvGrpSpPr/>
          <p:nvPr/>
        </p:nvGrpSpPr>
        <p:grpSpPr>
          <a:xfrm>
            <a:off x="8574135" y="3812644"/>
            <a:ext cx="407670" cy="330835"/>
            <a:chOff x="8574135" y="3812644"/>
            <a:chExt cx="407670" cy="330835"/>
          </a:xfrm>
        </p:grpSpPr>
        <p:sp>
          <p:nvSpPr>
            <p:cNvPr id="41" name="object 41"/>
            <p:cNvSpPr/>
            <p:nvPr/>
          </p:nvSpPr>
          <p:spPr>
            <a:xfrm>
              <a:off x="8580708" y="3819217"/>
              <a:ext cx="394335" cy="317500"/>
            </a:xfrm>
            <a:custGeom>
              <a:avLst/>
              <a:gdLst/>
              <a:ahLst/>
              <a:cxnLst/>
              <a:rect l="l" t="t" r="r" b="b"/>
              <a:pathLst>
                <a:path w="394334" h="317500">
                  <a:moveTo>
                    <a:pt x="295751" y="0"/>
                  </a:moveTo>
                  <a:lnTo>
                    <a:pt x="295751" y="79288"/>
                  </a:lnTo>
                  <a:lnTo>
                    <a:pt x="0" y="79288"/>
                  </a:lnTo>
                  <a:lnTo>
                    <a:pt x="0" y="237867"/>
                  </a:lnTo>
                  <a:lnTo>
                    <a:pt x="295751" y="237867"/>
                  </a:lnTo>
                  <a:lnTo>
                    <a:pt x="295751" y="317157"/>
                  </a:lnTo>
                  <a:lnTo>
                    <a:pt x="394336" y="158578"/>
                  </a:lnTo>
                  <a:lnTo>
                    <a:pt x="29575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8580708" y="3819216"/>
              <a:ext cx="394335" cy="317500"/>
            </a:xfrm>
            <a:custGeom>
              <a:avLst/>
              <a:gdLst/>
              <a:ahLst/>
              <a:cxnLst/>
              <a:rect l="l" t="t" r="r" b="b"/>
              <a:pathLst>
                <a:path w="394334" h="317500">
                  <a:moveTo>
                    <a:pt x="0" y="79289"/>
                  </a:moveTo>
                  <a:lnTo>
                    <a:pt x="295751" y="79289"/>
                  </a:lnTo>
                  <a:lnTo>
                    <a:pt x="295751" y="0"/>
                  </a:lnTo>
                  <a:lnTo>
                    <a:pt x="394334" y="158578"/>
                  </a:lnTo>
                  <a:lnTo>
                    <a:pt x="295751" y="317156"/>
                  </a:lnTo>
                  <a:lnTo>
                    <a:pt x="295751" y="237867"/>
                  </a:lnTo>
                  <a:lnTo>
                    <a:pt x="0" y="237867"/>
                  </a:lnTo>
                  <a:lnTo>
                    <a:pt x="0" y="79289"/>
                  </a:lnTo>
                  <a:close/>
                </a:path>
              </a:pathLst>
            </a:custGeom>
            <a:ln w="1314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3" name="object 43"/>
          <p:cNvGrpSpPr/>
          <p:nvPr/>
        </p:nvGrpSpPr>
        <p:grpSpPr>
          <a:xfrm>
            <a:off x="7962917" y="4724677"/>
            <a:ext cx="210820" cy="940435"/>
            <a:chOff x="7962917" y="4724677"/>
            <a:chExt cx="210820" cy="940435"/>
          </a:xfrm>
        </p:grpSpPr>
        <p:sp>
          <p:nvSpPr>
            <p:cNvPr id="44" name="object 44"/>
            <p:cNvSpPr/>
            <p:nvPr/>
          </p:nvSpPr>
          <p:spPr>
            <a:xfrm>
              <a:off x="7969490" y="4731250"/>
              <a:ext cx="197485" cy="927100"/>
            </a:xfrm>
            <a:custGeom>
              <a:avLst/>
              <a:gdLst/>
              <a:ahLst/>
              <a:cxnLst/>
              <a:rect l="l" t="t" r="r" b="b"/>
              <a:pathLst>
                <a:path w="197484" h="927100">
                  <a:moveTo>
                    <a:pt x="98582" y="0"/>
                  </a:moveTo>
                  <a:lnTo>
                    <a:pt x="0" y="231705"/>
                  </a:lnTo>
                  <a:lnTo>
                    <a:pt x="49291" y="231705"/>
                  </a:lnTo>
                  <a:lnTo>
                    <a:pt x="49291" y="926821"/>
                  </a:lnTo>
                  <a:lnTo>
                    <a:pt x="147874" y="926821"/>
                  </a:lnTo>
                  <a:lnTo>
                    <a:pt x="147874" y="231705"/>
                  </a:lnTo>
                  <a:lnTo>
                    <a:pt x="197166" y="231705"/>
                  </a:lnTo>
                  <a:lnTo>
                    <a:pt x="98582" y="0"/>
                  </a:lnTo>
                  <a:close/>
                </a:path>
              </a:pathLst>
            </a:custGeom>
            <a:solidFill>
              <a:srgbClr val="FF26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/>
            <p:cNvSpPr/>
            <p:nvPr/>
          </p:nvSpPr>
          <p:spPr>
            <a:xfrm>
              <a:off x="7969489" y="4731249"/>
              <a:ext cx="197485" cy="927100"/>
            </a:xfrm>
            <a:custGeom>
              <a:avLst/>
              <a:gdLst/>
              <a:ahLst/>
              <a:cxnLst/>
              <a:rect l="l" t="t" r="r" b="b"/>
              <a:pathLst>
                <a:path w="197484" h="927100">
                  <a:moveTo>
                    <a:pt x="0" y="231706"/>
                  </a:moveTo>
                  <a:lnTo>
                    <a:pt x="98583" y="0"/>
                  </a:lnTo>
                  <a:lnTo>
                    <a:pt x="197167" y="231706"/>
                  </a:lnTo>
                  <a:lnTo>
                    <a:pt x="147876" y="231706"/>
                  </a:lnTo>
                  <a:lnTo>
                    <a:pt x="147876" y="926822"/>
                  </a:lnTo>
                  <a:lnTo>
                    <a:pt x="49291" y="926822"/>
                  </a:lnTo>
                  <a:lnTo>
                    <a:pt x="49291" y="231706"/>
                  </a:lnTo>
                  <a:lnTo>
                    <a:pt x="0" y="231706"/>
                  </a:lnTo>
                  <a:close/>
                </a:path>
              </a:pathLst>
            </a:custGeom>
            <a:ln w="13144">
              <a:solidFill>
                <a:srgbClr val="FF26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6" name="object 46"/>
          <p:cNvGrpSpPr/>
          <p:nvPr/>
        </p:nvGrpSpPr>
        <p:grpSpPr>
          <a:xfrm>
            <a:off x="8341993" y="4819518"/>
            <a:ext cx="620395" cy="1181735"/>
            <a:chOff x="8341993" y="4819518"/>
            <a:chExt cx="620395" cy="1181735"/>
          </a:xfrm>
        </p:grpSpPr>
        <p:sp>
          <p:nvSpPr>
            <p:cNvPr id="47" name="object 47"/>
            <p:cNvSpPr/>
            <p:nvPr/>
          </p:nvSpPr>
          <p:spPr>
            <a:xfrm>
              <a:off x="8341993" y="4819518"/>
              <a:ext cx="605155" cy="1174750"/>
            </a:xfrm>
            <a:custGeom>
              <a:avLst/>
              <a:gdLst/>
              <a:ahLst/>
              <a:cxnLst/>
              <a:rect l="l" t="t" r="r" b="b"/>
              <a:pathLst>
                <a:path w="605154" h="1174750">
                  <a:moveTo>
                    <a:pt x="329800" y="1174255"/>
                  </a:moveTo>
                  <a:lnTo>
                    <a:pt x="226914" y="1087613"/>
                  </a:lnTo>
                  <a:lnTo>
                    <a:pt x="263559" y="1062958"/>
                  </a:lnTo>
                  <a:lnTo>
                    <a:pt x="263559" y="1034077"/>
                  </a:lnTo>
                  <a:lnTo>
                    <a:pt x="226914" y="1008014"/>
                  </a:lnTo>
                  <a:lnTo>
                    <a:pt x="263559" y="985473"/>
                  </a:lnTo>
                  <a:lnTo>
                    <a:pt x="257921" y="976315"/>
                  </a:lnTo>
                  <a:lnTo>
                    <a:pt x="226209" y="955888"/>
                  </a:lnTo>
                  <a:lnTo>
                    <a:pt x="220571" y="891082"/>
                  </a:lnTo>
                  <a:lnTo>
                    <a:pt x="216344" y="884742"/>
                  </a:lnTo>
                  <a:lnTo>
                    <a:pt x="264263" y="847408"/>
                  </a:lnTo>
                  <a:lnTo>
                    <a:pt x="264263" y="815005"/>
                  </a:lnTo>
                  <a:lnTo>
                    <a:pt x="226209" y="776967"/>
                  </a:lnTo>
                  <a:lnTo>
                    <a:pt x="263559" y="743155"/>
                  </a:lnTo>
                  <a:lnTo>
                    <a:pt x="263559" y="709343"/>
                  </a:lnTo>
                  <a:lnTo>
                    <a:pt x="226914" y="665669"/>
                  </a:lnTo>
                  <a:lnTo>
                    <a:pt x="219867" y="594524"/>
                  </a:lnTo>
                  <a:lnTo>
                    <a:pt x="175470" y="594524"/>
                  </a:lnTo>
                  <a:lnTo>
                    <a:pt x="175470" y="498724"/>
                  </a:lnTo>
                  <a:lnTo>
                    <a:pt x="148692" y="498724"/>
                  </a:lnTo>
                  <a:lnTo>
                    <a:pt x="148692" y="414898"/>
                  </a:lnTo>
                  <a:lnTo>
                    <a:pt x="119094" y="414898"/>
                  </a:lnTo>
                  <a:lnTo>
                    <a:pt x="105705" y="374747"/>
                  </a:lnTo>
                  <a:lnTo>
                    <a:pt x="45805" y="374747"/>
                  </a:lnTo>
                  <a:lnTo>
                    <a:pt x="45805" y="339526"/>
                  </a:lnTo>
                  <a:lnTo>
                    <a:pt x="0" y="339526"/>
                  </a:lnTo>
                  <a:lnTo>
                    <a:pt x="0" y="173989"/>
                  </a:lnTo>
                  <a:lnTo>
                    <a:pt x="45100" y="173989"/>
                  </a:lnTo>
                  <a:lnTo>
                    <a:pt x="45100" y="150039"/>
                  </a:lnTo>
                  <a:lnTo>
                    <a:pt x="95839" y="150039"/>
                  </a:lnTo>
                  <a:lnTo>
                    <a:pt x="107818" y="139473"/>
                  </a:lnTo>
                  <a:lnTo>
                    <a:pt x="119799" y="112705"/>
                  </a:lnTo>
                  <a:lnTo>
                    <a:pt x="148692" y="112705"/>
                  </a:lnTo>
                  <a:lnTo>
                    <a:pt x="217048" y="0"/>
                  </a:lnTo>
                  <a:lnTo>
                    <a:pt x="399567" y="0"/>
                  </a:lnTo>
                  <a:lnTo>
                    <a:pt x="372586" y="35225"/>
                  </a:lnTo>
                  <a:lnTo>
                    <a:pt x="364882" y="45082"/>
                  </a:lnTo>
                  <a:lnTo>
                    <a:pt x="258626" y="45082"/>
                  </a:lnTo>
                  <a:lnTo>
                    <a:pt x="218457" y="116932"/>
                  </a:lnTo>
                  <a:lnTo>
                    <a:pt x="499556" y="116932"/>
                  </a:lnTo>
                  <a:lnTo>
                    <a:pt x="510205" y="150744"/>
                  </a:lnTo>
                  <a:lnTo>
                    <a:pt x="564467" y="150744"/>
                  </a:lnTo>
                  <a:lnTo>
                    <a:pt x="565079" y="173989"/>
                  </a:lnTo>
                  <a:lnTo>
                    <a:pt x="565172" y="177511"/>
                  </a:lnTo>
                  <a:lnTo>
                    <a:pt x="585608" y="178216"/>
                  </a:lnTo>
                  <a:lnTo>
                    <a:pt x="604635" y="178216"/>
                  </a:lnTo>
                  <a:lnTo>
                    <a:pt x="604635" y="342344"/>
                  </a:lnTo>
                  <a:lnTo>
                    <a:pt x="564467" y="343048"/>
                  </a:lnTo>
                  <a:lnTo>
                    <a:pt x="563820" y="374747"/>
                  </a:lnTo>
                  <a:lnTo>
                    <a:pt x="563763" y="377565"/>
                  </a:lnTo>
                  <a:lnTo>
                    <a:pt x="512319" y="377565"/>
                  </a:lnTo>
                  <a:lnTo>
                    <a:pt x="497520" y="418421"/>
                  </a:lnTo>
                  <a:lnTo>
                    <a:pt x="469332" y="419125"/>
                  </a:lnTo>
                  <a:lnTo>
                    <a:pt x="467308" y="498724"/>
                  </a:lnTo>
                  <a:lnTo>
                    <a:pt x="467218" y="502246"/>
                  </a:lnTo>
                  <a:lnTo>
                    <a:pt x="448191" y="502246"/>
                  </a:lnTo>
                  <a:lnTo>
                    <a:pt x="441849" y="514925"/>
                  </a:lnTo>
                  <a:lnTo>
                    <a:pt x="441849" y="598046"/>
                  </a:lnTo>
                  <a:lnTo>
                    <a:pt x="408023" y="598750"/>
                  </a:lnTo>
                  <a:lnTo>
                    <a:pt x="409533" y="955888"/>
                  </a:lnTo>
                  <a:lnTo>
                    <a:pt x="409658" y="985473"/>
                  </a:lnTo>
                  <a:lnTo>
                    <a:pt x="409753" y="1008014"/>
                  </a:lnTo>
                  <a:lnTo>
                    <a:pt x="409863" y="1034077"/>
                  </a:lnTo>
                  <a:lnTo>
                    <a:pt x="409985" y="1062958"/>
                  </a:lnTo>
                  <a:lnTo>
                    <a:pt x="410090" y="1087613"/>
                  </a:lnTo>
                  <a:lnTo>
                    <a:pt x="410137" y="1098883"/>
                  </a:lnTo>
                  <a:lnTo>
                    <a:pt x="329800" y="1174255"/>
                  </a:lnTo>
                  <a:close/>
                </a:path>
                <a:path w="605154" h="1174750">
                  <a:moveTo>
                    <a:pt x="499556" y="116932"/>
                  </a:moveTo>
                  <a:lnTo>
                    <a:pt x="401680" y="116932"/>
                  </a:lnTo>
                  <a:lnTo>
                    <a:pt x="364332" y="45786"/>
                  </a:lnTo>
                  <a:lnTo>
                    <a:pt x="364882" y="45082"/>
                  </a:lnTo>
                  <a:lnTo>
                    <a:pt x="365036" y="45082"/>
                  </a:lnTo>
                  <a:lnTo>
                    <a:pt x="372586" y="35225"/>
                  </a:lnTo>
                  <a:lnTo>
                    <a:pt x="399567" y="704"/>
                  </a:lnTo>
                  <a:lnTo>
                    <a:pt x="463694" y="112001"/>
                  </a:lnTo>
                  <a:lnTo>
                    <a:pt x="498225" y="112705"/>
                  </a:lnTo>
                  <a:lnTo>
                    <a:pt x="499556" y="116932"/>
                  </a:lnTo>
                  <a:close/>
                </a:path>
              </a:pathLst>
            </a:custGeom>
            <a:solidFill>
              <a:srgbClr val="FF9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/>
            <p:cNvSpPr/>
            <p:nvPr/>
          </p:nvSpPr>
          <p:spPr>
            <a:xfrm>
              <a:off x="8356791" y="4825858"/>
              <a:ext cx="605790" cy="1175385"/>
            </a:xfrm>
            <a:custGeom>
              <a:avLst/>
              <a:gdLst/>
              <a:ahLst/>
              <a:cxnLst/>
              <a:rect l="l" t="t" r="r" b="b"/>
              <a:pathLst>
                <a:path w="605790" h="1175385">
                  <a:moveTo>
                    <a:pt x="329801" y="1174960"/>
                  </a:moveTo>
                  <a:lnTo>
                    <a:pt x="226914" y="1087613"/>
                  </a:lnTo>
                  <a:lnTo>
                    <a:pt x="263559" y="1062959"/>
                  </a:lnTo>
                  <a:lnTo>
                    <a:pt x="263559" y="1034078"/>
                  </a:lnTo>
                  <a:lnTo>
                    <a:pt x="226914" y="1008014"/>
                  </a:lnTo>
                  <a:lnTo>
                    <a:pt x="263559" y="985473"/>
                  </a:lnTo>
                  <a:lnTo>
                    <a:pt x="257921" y="976316"/>
                  </a:lnTo>
                  <a:lnTo>
                    <a:pt x="226210" y="955888"/>
                  </a:lnTo>
                  <a:lnTo>
                    <a:pt x="220572" y="891082"/>
                  </a:lnTo>
                  <a:lnTo>
                    <a:pt x="216344" y="885446"/>
                  </a:lnTo>
                  <a:lnTo>
                    <a:pt x="264264" y="847408"/>
                  </a:lnTo>
                  <a:lnTo>
                    <a:pt x="264264" y="815005"/>
                  </a:lnTo>
                  <a:lnTo>
                    <a:pt x="226210" y="776967"/>
                  </a:lnTo>
                  <a:lnTo>
                    <a:pt x="263559" y="743155"/>
                  </a:lnTo>
                  <a:lnTo>
                    <a:pt x="263559" y="709343"/>
                  </a:lnTo>
                  <a:lnTo>
                    <a:pt x="226914" y="665670"/>
                  </a:lnTo>
                  <a:lnTo>
                    <a:pt x="219867" y="594524"/>
                  </a:lnTo>
                  <a:lnTo>
                    <a:pt x="175471" y="594524"/>
                  </a:lnTo>
                  <a:lnTo>
                    <a:pt x="175471" y="498724"/>
                  </a:lnTo>
                  <a:lnTo>
                    <a:pt x="149397" y="498724"/>
                  </a:lnTo>
                  <a:lnTo>
                    <a:pt x="149397" y="414899"/>
                  </a:lnTo>
                  <a:lnTo>
                    <a:pt x="119095" y="414899"/>
                  </a:lnTo>
                  <a:lnTo>
                    <a:pt x="105705" y="374747"/>
                  </a:lnTo>
                  <a:lnTo>
                    <a:pt x="45805" y="374747"/>
                  </a:lnTo>
                  <a:lnTo>
                    <a:pt x="45805" y="339526"/>
                  </a:lnTo>
                  <a:lnTo>
                    <a:pt x="0" y="339526"/>
                  </a:lnTo>
                  <a:lnTo>
                    <a:pt x="0" y="173989"/>
                  </a:lnTo>
                  <a:lnTo>
                    <a:pt x="45101" y="173989"/>
                  </a:lnTo>
                  <a:lnTo>
                    <a:pt x="45101" y="150039"/>
                  </a:lnTo>
                  <a:lnTo>
                    <a:pt x="95839" y="150039"/>
                  </a:lnTo>
                  <a:lnTo>
                    <a:pt x="107819" y="139473"/>
                  </a:lnTo>
                  <a:lnTo>
                    <a:pt x="119799" y="112706"/>
                  </a:lnTo>
                  <a:lnTo>
                    <a:pt x="149397" y="112706"/>
                  </a:lnTo>
                  <a:lnTo>
                    <a:pt x="217048" y="0"/>
                  </a:lnTo>
                  <a:lnTo>
                    <a:pt x="399567" y="0"/>
                  </a:lnTo>
                  <a:lnTo>
                    <a:pt x="372586" y="35225"/>
                  </a:lnTo>
                  <a:lnTo>
                    <a:pt x="364882" y="45082"/>
                  </a:lnTo>
                  <a:lnTo>
                    <a:pt x="258626" y="45082"/>
                  </a:lnTo>
                  <a:lnTo>
                    <a:pt x="218458" y="116932"/>
                  </a:lnTo>
                  <a:lnTo>
                    <a:pt x="499557" y="116932"/>
                  </a:lnTo>
                  <a:lnTo>
                    <a:pt x="510206" y="150744"/>
                  </a:lnTo>
                  <a:lnTo>
                    <a:pt x="564467" y="150744"/>
                  </a:lnTo>
                  <a:lnTo>
                    <a:pt x="565079" y="173989"/>
                  </a:lnTo>
                  <a:lnTo>
                    <a:pt x="565172" y="177512"/>
                  </a:lnTo>
                  <a:lnTo>
                    <a:pt x="585609" y="178216"/>
                  </a:lnTo>
                  <a:lnTo>
                    <a:pt x="605341" y="178216"/>
                  </a:lnTo>
                  <a:lnTo>
                    <a:pt x="605341" y="342344"/>
                  </a:lnTo>
                  <a:lnTo>
                    <a:pt x="564467" y="343049"/>
                  </a:lnTo>
                  <a:lnTo>
                    <a:pt x="563820" y="374747"/>
                  </a:lnTo>
                  <a:lnTo>
                    <a:pt x="563763" y="377565"/>
                  </a:lnTo>
                  <a:lnTo>
                    <a:pt x="512319" y="377565"/>
                  </a:lnTo>
                  <a:lnTo>
                    <a:pt x="497521" y="418421"/>
                  </a:lnTo>
                  <a:lnTo>
                    <a:pt x="469333" y="419125"/>
                  </a:lnTo>
                  <a:lnTo>
                    <a:pt x="467308" y="498724"/>
                  </a:lnTo>
                  <a:lnTo>
                    <a:pt x="467218" y="502246"/>
                  </a:lnTo>
                  <a:lnTo>
                    <a:pt x="448192" y="502246"/>
                  </a:lnTo>
                  <a:lnTo>
                    <a:pt x="443259" y="509290"/>
                  </a:lnTo>
                  <a:lnTo>
                    <a:pt x="443259" y="598750"/>
                  </a:lnTo>
                  <a:lnTo>
                    <a:pt x="408023" y="598750"/>
                  </a:lnTo>
                  <a:lnTo>
                    <a:pt x="409533" y="955888"/>
                  </a:lnTo>
                  <a:lnTo>
                    <a:pt x="409658" y="985473"/>
                  </a:lnTo>
                  <a:lnTo>
                    <a:pt x="409753" y="1008014"/>
                  </a:lnTo>
                  <a:lnTo>
                    <a:pt x="409863" y="1034078"/>
                  </a:lnTo>
                  <a:lnTo>
                    <a:pt x="409985" y="1062959"/>
                  </a:lnTo>
                  <a:lnTo>
                    <a:pt x="410090" y="1087613"/>
                  </a:lnTo>
                  <a:lnTo>
                    <a:pt x="410137" y="1098883"/>
                  </a:lnTo>
                  <a:lnTo>
                    <a:pt x="329801" y="1174960"/>
                  </a:lnTo>
                  <a:close/>
                </a:path>
                <a:path w="605790" h="1175385">
                  <a:moveTo>
                    <a:pt x="499557" y="116932"/>
                  </a:moveTo>
                  <a:lnTo>
                    <a:pt x="401681" y="116932"/>
                  </a:lnTo>
                  <a:lnTo>
                    <a:pt x="364332" y="45786"/>
                  </a:lnTo>
                  <a:lnTo>
                    <a:pt x="364882" y="45082"/>
                  </a:lnTo>
                  <a:lnTo>
                    <a:pt x="365036" y="45082"/>
                  </a:lnTo>
                  <a:lnTo>
                    <a:pt x="372586" y="35225"/>
                  </a:lnTo>
                  <a:lnTo>
                    <a:pt x="399567" y="704"/>
                  </a:lnTo>
                  <a:lnTo>
                    <a:pt x="464400" y="112001"/>
                  </a:lnTo>
                  <a:lnTo>
                    <a:pt x="498226" y="112706"/>
                  </a:lnTo>
                  <a:lnTo>
                    <a:pt x="499557" y="116932"/>
                  </a:lnTo>
                  <a:close/>
                </a:path>
              </a:pathLst>
            </a:custGeom>
            <a:solidFill>
              <a:srgbClr val="BF7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/>
            <p:cNvSpPr/>
            <p:nvPr/>
          </p:nvSpPr>
          <p:spPr>
            <a:xfrm>
              <a:off x="8441356" y="5014640"/>
              <a:ext cx="427990" cy="134620"/>
            </a:xfrm>
            <a:custGeom>
              <a:avLst/>
              <a:gdLst/>
              <a:ahLst/>
              <a:cxnLst/>
              <a:rect l="l" t="t" r="r" b="b"/>
              <a:pathLst>
                <a:path w="427990" h="134620">
                  <a:moveTo>
                    <a:pt x="34530" y="134542"/>
                  </a:moveTo>
                  <a:lnTo>
                    <a:pt x="0" y="69736"/>
                  </a:lnTo>
                  <a:lnTo>
                    <a:pt x="37349" y="0"/>
                  </a:lnTo>
                  <a:lnTo>
                    <a:pt x="427755" y="0"/>
                  </a:lnTo>
                  <a:lnTo>
                    <a:pt x="424232" y="4930"/>
                  </a:lnTo>
                  <a:lnTo>
                    <a:pt x="41577" y="4930"/>
                  </a:lnTo>
                  <a:lnTo>
                    <a:pt x="7046" y="69736"/>
                  </a:lnTo>
                  <a:lnTo>
                    <a:pt x="40872" y="130316"/>
                  </a:lnTo>
                  <a:lnTo>
                    <a:pt x="34530" y="134542"/>
                  </a:lnTo>
                  <a:close/>
                </a:path>
              </a:pathLst>
            </a:custGeom>
            <a:solidFill>
              <a:srgbClr val="BF7F3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/>
            <p:cNvSpPr/>
            <p:nvPr/>
          </p:nvSpPr>
          <p:spPr>
            <a:xfrm>
              <a:off x="8404707" y="4967452"/>
              <a:ext cx="514350" cy="1005205"/>
            </a:xfrm>
            <a:custGeom>
              <a:avLst/>
              <a:gdLst/>
              <a:ahLst/>
              <a:cxnLst/>
              <a:rect l="l" t="t" r="r" b="b"/>
              <a:pathLst>
                <a:path w="514350" h="1005204">
                  <a:moveTo>
                    <a:pt x="248056" y="362064"/>
                  </a:moveTo>
                  <a:lnTo>
                    <a:pt x="234670" y="381787"/>
                  </a:lnTo>
                  <a:lnTo>
                    <a:pt x="236067" y="993927"/>
                  </a:lnTo>
                  <a:lnTo>
                    <a:pt x="247345" y="1003782"/>
                  </a:lnTo>
                  <a:lnTo>
                    <a:pt x="248056" y="362064"/>
                  </a:lnTo>
                  <a:close/>
                </a:path>
                <a:path w="514350" h="1005204">
                  <a:moveTo>
                    <a:pt x="320636" y="994625"/>
                  </a:moveTo>
                  <a:lnTo>
                    <a:pt x="318528" y="378968"/>
                  </a:lnTo>
                  <a:lnTo>
                    <a:pt x="308660" y="429691"/>
                  </a:lnTo>
                  <a:lnTo>
                    <a:pt x="310070" y="1005192"/>
                  </a:lnTo>
                  <a:lnTo>
                    <a:pt x="320636" y="994625"/>
                  </a:lnTo>
                  <a:close/>
                </a:path>
                <a:path w="514350" h="1005204">
                  <a:moveTo>
                    <a:pt x="451713" y="0"/>
                  </a:moveTo>
                  <a:lnTo>
                    <a:pt x="50736" y="0"/>
                  </a:lnTo>
                  <a:lnTo>
                    <a:pt x="50736" y="7048"/>
                  </a:lnTo>
                  <a:lnTo>
                    <a:pt x="451713" y="7048"/>
                  </a:lnTo>
                  <a:lnTo>
                    <a:pt x="451713" y="0"/>
                  </a:lnTo>
                  <a:close/>
                </a:path>
                <a:path w="514350" h="1005204">
                  <a:moveTo>
                    <a:pt x="498221" y="110591"/>
                  </a:moveTo>
                  <a:lnTo>
                    <a:pt x="463689" y="46494"/>
                  </a:lnTo>
                  <a:lnTo>
                    <a:pt x="457352" y="50711"/>
                  </a:lnTo>
                  <a:lnTo>
                    <a:pt x="491172" y="110591"/>
                  </a:lnTo>
                  <a:lnTo>
                    <a:pt x="456641" y="176098"/>
                  </a:lnTo>
                  <a:lnTo>
                    <a:pt x="73990" y="176098"/>
                  </a:lnTo>
                  <a:lnTo>
                    <a:pt x="70472" y="181038"/>
                  </a:lnTo>
                  <a:lnTo>
                    <a:pt x="460870" y="181038"/>
                  </a:lnTo>
                  <a:lnTo>
                    <a:pt x="498221" y="110591"/>
                  </a:lnTo>
                  <a:close/>
                </a:path>
                <a:path w="514350" h="1005204">
                  <a:moveTo>
                    <a:pt x="513727" y="26771"/>
                  </a:moveTo>
                  <a:lnTo>
                    <a:pt x="0" y="26771"/>
                  </a:lnTo>
                  <a:lnTo>
                    <a:pt x="0" y="33108"/>
                  </a:lnTo>
                  <a:lnTo>
                    <a:pt x="513727" y="33108"/>
                  </a:lnTo>
                  <a:lnTo>
                    <a:pt x="513727" y="26771"/>
                  </a:lnTo>
                  <a:close/>
                </a:path>
              </a:pathLst>
            </a:custGeom>
            <a:solidFill>
              <a:srgbClr val="FF9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/>
            <p:cNvSpPr/>
            <p:nvPr/>
          </p:nvSpPr>
          <p:spPr>
            <a:xfrm>
              <a:off x="8403996" y="5166804"/>
              <a:ext cx="516890" cy="833119"/>
            </a:xfrm>
            <a:custGeom>
              <a:avLst/>
              <a:gdLst/>
              <a:ahLst/>
              <a:cxnLst/>
              <a:rect l="l" t="t" r="r" b="b"/>
              <a:pathLst>
                <a:path w="516890" h="833120">
                  <a:moveTo>
                    <a:pt x="319239" y="181025"/>
                  </a:moveTo>
                  <a:lnTo>
                    <a:pt x="279768" y="249351"/>
                  </a:lnTo>
                  <a:lnTo>
                    <a:pt x="282587" y="832612"/>
                  </a:lnTo>
                  <a:lnTo>
                    <a:pt x="294576" y="820635"/>
                  </a:lnTo>
                  <a:lnTo>
                    <a:pt x="294576" y="259918"/>
                  </a:lnTo>
                  <a:lnTo>
                    <a:pt x="310070" y="223291"/>
                  </a:lnTo>
                  <a:lnTo>
                    <a:pt x="319239" y="181025"/>
                  </a:lnTo>
                  <a:close/>
                </a:path>
                <a:path w="516890" h="833120">
                  <a:moveTo>
                    <a:pt x="403796" y="157073"/>
                  </a:moveTo>
                  <a:lnTo>
                    <a:pt x="128257" y="157073"/>
                  </a:lnTo>
                  <a:lnTo>
                    <a:pt x="128257" y="168351"/>
                  </a:lnTo>
                  <a:lnTo>
                    <a:pt x="156451" y="168351"/>
                  </a:lnTo>
                  <a:lnTo>
                    <a:pt x="156451" y="233159"/>
                  </a:lnTo>
                  <a:lnTo>
                    <a:pt x="174764" y="254990"/>
                  </a:lnTo>
                  <a:lnTo>
                    <a:pt x="180403" y="186664"/>
                  </a:lnTo>
                  <a:lnTo>
                    <a:pt x="235381" y="186664"/>
                  </a:lnTo>
                  <a:lnTo>
                    <a:pt x="248056" y="168351"/>
                  </a:lnTo>
                  <a:lnTo>
                    <a:pt x="396748" y="168351"/>
                  </a:lnTo>
                  <a:lnTo>
                    <a:pt x="403796" y="157073"/>
                  </a:lnTo>
                  <a:close/>
                </a:path>
                <a:path w="516890" h="833120">
                  <a:moveTo>
                    <a:pt x="421411" y="77482"/>
                  </a:moveTo>
                  <a:lnTo>
                    <a:pt x="105714" y="77482"/>
                  </a:lnTo>
                  <a:lnTo>
                    <a:pt x="105714" y="91567"/>
                  </a:lnTo>
                  <a:lnTo>
                    <a:pt x="421411" y="91567"/>
                  </a:lnTo>
                  <a:lnTo>
                    <a:pt x="421411" y="77482"/>
                  </a:lnTo>
                  <a:close/>
                </a:path>
                <a:path w="516890" h="833120">
                  <a:moveTo>
                    <a:pt x="466521" y="32397"/>
                  </a:moveTo>
                  <a:lnTo>
                    <a:pt x="59194" y="33108"/>
                  </a:lnTo>
                  <a:lnTo>
                    <a:pt x="62725" y="45783"/>
                  </a:lnTo>
                  <a:lnTo>
                    <a:pt x="462292" y="45072"/>
                  </a:lnTo>
                  <a:lnTo>
                    <a:pt x="466521" y="32397"/>
                  </a:lnTo>
                  <a:close/>
                </a:path>
                <a:path w="516890" h="833120">
                  <a:moveTo>
                    <a:pt x="516547" y="0"/>
                  </a:moveTo>
                  <a:lnTo>
                    <a:pt x="0" y="0"/>
                  </a:lnTo>
                  <a:lnTo>
                    <a:pt x="0" y="15494"/>
                  </a:lnTo>
                  <a:lnTo>
                    <a:pt x="516547" y="15494"/>
                  </a:lnTo>
                  <a:lnTo>
                    <a:pt x="516547" y="0"/>
                  </a:lnTo>
                  <a:close/>
                </a:path>
              </a:pathLst>
            </a:custGeom>
            <a:solidFill>
              <a:srgbClr val="BF7F3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2" name="object 52"/>
          <p:cNvSpPr txBox="1"/>
          <p:nvPr/>
        </p:nvSpPr>
        <p:spPr>
          <a:xfrm>
            <a:off x="1174468" y="2184248"/>
            <a:ext cx="779780" cy="4044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450" spc="-10" b="1">
                <a:latin typeface="Arial"/>
                <a:cs typeface="Arial"/>
              </a:rPr>
              <a:t>Alice</a:t>
            </a:r>
            <a:endParaRPr sz="2450">
              <a:latin typeface="Arial"/>
              <a:cs typeface="Arial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8816095" y="2184248"/>
            <a:ext cx="639445" cy="4044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450" spc="-25" b="1">
                <a:latin typeface="Arial"/>
                <a:cs typeface="Arial"/>
              </a:rPr>
              <a:t>Bob</a:t>
            </a:r>
            <a:endParaRPr sz="2450">
              <a:latin typeface="Arial"/>
              <a:cs typeface="Arial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3314789" y="2100438"/>
            <a:ext cx="586740" cy="4044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450" spc="-25" b="1">
                <a:solidFill>
                  <a:srgbClr val="3333CC"/>
                </a:solidFill>
                <a:latin typeface="Arial"/>
                <a:cs typeface="Arial"/>
              </a:rPr>
              <a:t>Eve</a:t>
            </a:r>
            <a:endParaRPr sz="24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54049" rIns="0" bIns="0" rtlCol="0" vert="horz">
            <a:spAutoFit/>
          </a:bodyPr>
          <a:lstStyle/>
          <a:p>
            <a:pPr marL="2966720" marR="5080" indent="-988694">
              <a:lnSpc>
                <a:spcPct val="100499"/>
              </a:lnSpc>
              <a:spcBef>
                <a:spcPts val="75"/>
              </a:spcBef>
            </a:pPr>
            <a:r>
              <a:rPr dirty="0"/>
              <a:t>Symmetric</a:t>
            </a:r>
            <a:r>
              <a:rPr dirty="0" spc="-70"/>
              <a:t> </a:t>
            </a:r>
            <a:r>
              <a:rPr dirty="0" spc="-10"/>
              <a:t>cryptology: confidentiality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643486" y="1903599"/>
            <a:ext cx="6979284" cy="4184015"/>
          </a:xfrm>
          <a:prstGeom prst="rect">
            <a:avLst/>
          </a:prstGeom>
        </p:spPr>
        <p:txBody>
          <a:bodyPr wrap="square" lIns="0" tIns="109220" rIns="0" bIns="0" rtlCol="0" vert="horz">
            <a:spAutoFit/>
          </a:bodyPr>
          <a:lstStyle/>
          <a:p>
            <a:pPr marL="367030" indent="-354330">
              <a:lnSpc>
                <a:spcPct val="100000"/>
              </a:lnSpc>
              <a:spcBef>
                <a:spcPts val="860"/>
              </a:spcBef>
              <a:buChar char="•"/>
              <a:tabLst>
                <a:tab pos="367030" algn="l"/>
              </a:tabLst>
            </a:pPr>
            <a:r>
              <a:rPr dirty="0" sz="3300">
                <a:latin typeface="Times New Roman"/>
                <a:cs typeface="Times New Roman"/>
              </a:rPr>
              <a:t>old</a:t>
            </a:r>
            <a:r>
              <a:rPr dirty="0" sz="3300" spc="-10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cipher</a:t>
            </a:r>
            <a:r>
              <a:rPr dirty="0" sz="3300" spc="-10">
                <a:latin typeface="Times New Roman"/>
                <a:cs typeface="Times New Roman"/>
              </a:rPr>
              <a:t> systems:</a:t>
            </a:r>
            <a:endParaRPr sz="3300">
              <a:latin typeface="Times New Roman"/>
              <a:cs typeface="Times New Roman"/>
            </a:endParaRPr>
          </a:p>
          <a:p>
            <a:pPr marL="485775">
              <a:lnSpc>
                <a:spcPct val="100000"/>
              </a:lnSpc>
              <a:spcBef>
                <a:spcPts val="655"/>
              </a:spcBef>
            </a:pPr>
            <a:r>
              <a:rPr dirty="0" sz="2900">
                <a:latin typeface="Times New Roman"/>
                <a:cs typeface="Times New Roman"/>
              </a:rPr>
              <a:t>–</a:t>
            </a:r>
            <a:r>
              <a:rPr dirty="0" sz="2900" spc="100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transposition,</a:t>
            </a:r>
            <a:r>
              <a:rPr dirty="0" sz="2900" spc="-45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substitution,</a:t>
            </a:r>
            <a:r>
              <a:rPr dirty="0" sz="2900" spc="-45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rotor</a:t>
            </a:r>
            <a:r>
              <a:rPr dirty="0" sz="2900" spc="-45">
                <a:latin typeface="Times New Roman"/>
                <a:cs typeface="Times New Roman"/>
              </a:rPr>
              <a:t> </a:t>
            </a:r>
            <a:r>
              <a:rPr dirty="0" sz="2900" spc="-10">
                <a:latin typeface="Times New Roman"/>
                <a:cs typeface="Times New Roman"/>
              </a:rPr>
              <a:t>machines</a:t>
            </a:r>
            <a:endParaRPr sz="2900">
              <a:latin typeface="Times New Roman"/>
              <a:cs typeface="Times New Roman"/>
            </a:endParaRPr>
          </a:p>
          <a:p>
            <a:pPr marL="367030" indent="-354330">
              <a:lnSpc>
                <a:spcPct val="100000"/>
              </a:lnSpc>
              <a:spcBef>
                <a:spcPts val="875"/>
              </a:spcBef>
              <a:buChar char="•"/>
              <a:tabLst>
                <a:tab pos="367030" algn="l"/>
              </a:tabLst>
            </a:pPr>
            <a:r>
              <a:rPr dirty="0" sz="3300">
                <a:latin typeface="Times New Roman"/>
                <a:cs typeface="Times New Roman"/>
              </a:rPr>
              <a:t>the</a:t>
            </a:r>
            <a:r>
              <a:rPr dirty="0" sz="3300" spc="-1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opponent</a:t>
            </a:r>
            <a:r>
              <a:rPr dirty="0" sz="3300" spc="-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and</a:t>
            </a:r>
            <a:r>
              <a:rPr dirty="0" sz="3300" spc="-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her</a:t>
            </a:r>
            <a:r>
              <a:rPr dirty="0" sz="3300" spc="-5">
                <a:latin typeface="Times New Roman"/>
                <a:cs typeface="Times New Roman"/>
              </a:rPr>
              <a:t> </a:t>
            </a:r>
            <a:r>
              <a:rPr dirty="0" sz="3300" spc="-10">
                <a:latin typeface="Times New Roman"/>
                <a:cs typeface="Times New Roman"/>
              </a:rPr>
              <a:t>power</a:t>
            </a:r>
            <a:endParaRPr sz="3300">
              <a:latin typeface="Times New Roman"/>
              <a:cs typeface="Times New Roman"/>
            </a:endParaRPr>
          </a:p>
          <a:p>
            <a:pPr marL="367030" indent="-354330">
              <a:lnSpc>
                <a:spcPct val="100000"/>
              </a:lnSpc>
              <a:spcBef>
                <a:spcPts val="805"/>
              </a:spcBef>
              <a:buChar char="•"/>
              <a:tabLst>
                <a:tab pos="367030" algn="l"/>
              </a:tabLst>
            </a:pPr>
            <a:r>
              <a:rPr dirty="0" sz="3300">
                <a:latin typeface="Times New Roman"/>
                <a:cs typeface="Times New Roman"/>
              </a:rPr>
              <a:t>the</a:t>
            </a:r>
            <a:r>
              <a:rPr dirty="0" sz="3300" spc="-10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Vernam</a:t>
            </a:r>
            <a:r>
              <a:rPr dirty="0" sz="3300" spc="-5">
                <a:latin typeface="Times New Roman"/>
                <a:cs typeface="Times New Roman"/>
              </a:rPr>
              <a:t> </a:t>
            </a:r>
            <a:r>
              <a:rPr dirty="0" sz="3300" spc="-10">
                <a:latin typeface="Times New Roman"/>
                <a:cs typeface="Times New Roman"/>
              </a:rPr>
              <a:t>scheme</a:t>
            </a:r>
            <a:endParaRPr sz="3300">
              <a:latin typeface="Times New Roman"/>
              <a:cs typeface="Times New Roman"/>
            </a:endParaRPr>
          </a:p>
          <a:p>
            <a:pPr marL="367030" indent="-354330">
              <a:lnSpc>
                <a:spcPct val="100000"/>
              </a:lnSpc>
              <a:spcBef>
                <a:spcPts val="800"/>
              </a:spcBef>
              <a:buChar char="•"/>
              <a:tabLst>
                <a:tab pos="367030" algn="l"/>
              </a:tabLst>
            </a:pPr>
            <a:r>
              <a:rPr dirty="0" sz="3300">
                <a:latin typeface="Times New Roman"/>
                <a:cs typeface="Times New Roman"/>
              </a:rPr>
              <a:t>DES</a:t>
            </a:r>
            <a:r>
              <a:rPr dirty="0" sz="3300" spc="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and</a:t>
            </a:r>
            <a:r>
              <a:rPr dirty="0" sz="3300" spc="20">
                <a:latin typeface="Times New Roman"/>
                <a:cs typeface="Times New Roman"/>
              </a:rPr>
              <a:t> </a:t>
            </a:r>
            <a:r>
              <a:rPr dirty="0" sz="3300" spc="-10">
                <a:latin typeface="Times New Roman"/>
                <a:cs typeface="Times New Roman"/>
              </a:rPr>
              <a:t>triple-</a:t>
            </a:r>
            <a:r>
              <a:rPr dirty="0" sz="3300" spc="-25">
                <a:latin typeface="Times New Roman"/>
                <a:cs typeface="Times New Roman"/>
              </a:rPr>
              <a:t>DES</a:t>
            </a:r>
            <a:endParaRPr sz="3300">
              <a:latin typeface="Times New Roman"/>
              <a:cs typeface="Times New Roman"/>
            </a:endParaRPr>
          </a:p>
          <a:p>
            <a:pPr marL="367030" indent="-354330">
              <a:lnSpc>
                <a:spcPct val="100000"/>
              </a:lnSpc>
              <a:spcBef>
                <a:spcPts val="800"/>
              </a:spcBef>
              <a:buChar char="•"/>
              <a:tabLst>
                <a:tab pos="367030" algn="l"/>
              </a:tabLst>
            </a:pPr>
            <a:r>
              <a:rPr dirty="0" sz="3300" spc="-25">
                <a:latin typeface="Times New Roman"/>
                <a:cs typeface="Times New Roman"/>
              </a:rPr>
              <a:t>AES</a:t>
            </a:r>
            <a:endParaRPr sz="3300">
              <a:latin typeface="Times New Roman"/>
              <a:cs typeface="Times New Roman"/>
            </a:endParaRPr>
          </a:p>
          <a:p>
            <a:pPr marL="367030" indent="-354330">
              <a:lnSpc>
                <a:spcPct val="100000"/>
              </a:lnSpc>
              <a:spcBef>
                <a:spcPts val="805"/>
              </a:spcBef>
              <a:buChar char="•"/>
              <a:tabLst>
                <a:tab pos="367030" algn="l"/>
              </a:tabLst>
            </a:pPr>
            <a:r>
              <a:rPr dirty="0" sz="3300" spc="-25">
                <a:latin typeface="Times New Roman"/>
                <a:cs typeface="Times New Roman"/>
              </a:rPr>
              <a:t>RC4</a:t>
            </a:r>
            <a:endParaRPr sz="33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04924" rIns="0" bIns="0" rtlCol="0" vert="horz">
            <a:spAutoFit/>
          </a:bodyPr>
          <a:lstStyle/>
          <a:p>
            <a:pPr marL="1151255">
              <a:lnSpc>
                <a:spcPct val="100000"/>
              </a:lnSpc>
              <a:spcBef>
                <a:spcPts val="105"/>
              </a:spcBef>
            </a:pPr>
            <a:r>
              <a:rPr dirty="0"/>
              <a:t>Old</a:t>
            </a:r>
            <a:r>
              <a:rPr dirty="0" spc="-40"/>
              <a:t> </a:t>
            </a:r>
            <a:r>
              <a:rPr dirty="0"/>
              <a:t>cipher</a:t>
            </a:r>
            <a:r>
              <a:rPr dirty="0" spc="-40"/>
              <a:t> </a:t>
            </a:r>
            <a:r>
              <a:rPr dirty="0"/>
              <a:t>systems</a:t>
            </a:r>
            <a:r>
              <a:rPr dirty="0" spc="-40"/>
              <a:t> </a:t>
            </a:r>
            <a:r>
              <a:rPr dirty="0"/>
              <a:t>(pre</a:t>
            </a:r>
            <a:r>
              <a:rPr dirty="0" spc="-40"/>
              <a:t> </a:t>
            </a:r>
            <a:r>
              <a:rPr dirty="0" spc="-10"/>
              <a:t>1900)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58703" y="2202324"/>
            <a:ext cx="8093075" cy="3254375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marL="452120" marR="5080" indent="-354965">
              <a:lnSpc>
                <a:spcPts val="3929"/>
              </a:lnSpc>
              <a:spcBef>
                <a:spcPts val="265"/>
              </a:spcBef>
              <a:buChar char="•"/>
              <a:tabLst>
                <a:tab pos="452120" algn="l"/>
              </a:tabLst>
            </a:pPr>
            <a:r>
              <a:rPr dirty="0" sz="3300">
                <a:latin typeface="Times New Roman"/>
                <a:cs typeface="Times New Roman"/>
              </a:rPr>
              <a:t>Caesar</a:t>
            </a:r>
            <a:r>
              <a:rPr dirty="0" sz="3300" spc="-2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cipher:</a:t>
            </a:r>
            <a:r>
              <a:rPr dirty="0" sz="3300" spc="-1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shift</a:t>
            </a:r>
            <a:r>
              <a:rPr dirty="0" sz="3300" spc="-1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letters</a:t>
            </a:r>
            <a:r>
              <a:rPr dirty="0" sz="3300" spc="-1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over</a:t>
            </a:r>
            <a:r>
              <a:rPr dirty="0" sz="3300" spc="-1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k</a:t>
            </a:r>
            <a:r>
              <a:rPr dirty="0" sz="3300" spc="-1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positions</a:t>
            </a:r>
            <a:r>
              <a:rPr dirty="0" sz="3300" spc="-15">
                <a:latin typeface="Times New Roman"/>
                <a:cs typeface="Times New Roman"/>
              </a:rPr>
              <a:t> </a:t>
            </a:r>
            <a:r>
              <a:rPr dirty="0" sz="3300" spc="-25">
                <a:latin typeface="Times New Roman"/>
                <a:cs typeface="Times New Roman"/>
              </a:rPr>
              <a:t>in </a:t>
            </a:r>
            <a:r>
              <a:rPr dirty="0" sz="3300">
                <a:latin typeface="Times New Roman"/>
                <a:cs typeface="Times New Roman"/>
              </a:rPr>
              <a:t>the</a:t>
            </a:r>
            <a:r>
              <a:rPr dirty="0" sz="3300" spc="-10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alphabet</a:t>
            </a:r>
            <a:r>
              <a:rPr dirty="0" sz="3300" spc="-10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(k</a:t>
            </a:r>
            <a:r>
              <a:rPr dirty="0" sz="3300" spc="-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is</a:t>
            </a:r>
            <a:r>
              <a:rPr dirty="0" sz="3300" spc="-10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the</a:t>
            </a:r>
            <a:r>
              <a:rPr dirty="0" sz="3300" spc="-10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secret</a:t>
            </a:r>
            <a:r>
              <a:rPr dirty="0" sz="3300" spc="-5">
                <a:latin typeface="Times New Roman"/>
                <a:cs typeface="Times New Roman"/>
              </a:rPr>
              <a:t> </a:t>
            </a:r>
            <a:r>
              <a:rPr dirty="0" sz="3300" spc="-20">
                <a:latin typeface="Times New Roman"/>
                <a:cs typeface="Times New Roman"/>
              </a:rPr>
              <a:t>key)</a:t>
            </a:r>
            <a:endParaRPr sz="3300">
              <a:latin typeface="Times New Roman"/>
              <a:cs typeface="Times New Roman"/>
            </a:endParaRPr>
          </a:p>
          <a:p>
            <a:pPr marL="1270000" marR="1831975">
              <a:lnSpc>
                <a:spcPct val="152800"/>
              </a:lnSpc>
              <a:spcBef>
                <a:spcPts val="535"/>
              </a:spcBef>
            </a:pPr>
            <a:r>
              <a:rPr dirty="0" sz="2450" b="1">
                <a:solidFill>
                  <a:srgbClr val="B2B2B2"/>
                </a:solidFill>
                <a:latin typeface="Arial"/>
                <a:cs typeface="Arial"/>
              </a:rPr>
              <a:t>THIS</a:t>
            </a:r>
            <a:r>
              <a:rPr dirty="0" sz="2450" spc="60" b="1">
                <a:solidFill>
                  <a:srgbClr val="B2B2B2"/>
                </a:solidFill>
                <a:latin typeface="Arial"/>
                <a:cs typeface="Arial"/>
              </a:rPr>
              <a:t> </a:t>
            </a:r>
            <a:r>
              <a:rPr dirty="0" sz="2450" b="1">
                <a:solidFill>
                  <a:srgbClr val="B2B2B2"/>
                </a:solidFill>
                <a:latin typeface="Arial"/>
                <a:cs typeface="Arial"/>
              </a:rPr>
              <a:t>IS</a:t>
            </a:r>
            <a:r>
              <a:rPr dirty="0" sz="2450" spc="60" b="1">
                <a:solidFill>
                  <a:srgbClr val="B2B2B2"/>
                </a:solidFill>
                <a:latin typeface="Arial"/>
                <a:cs typeface="Arial"/>
              </a:rPr>
              <a:t> </a:t>
            </a:r>
            <a:r>
              <a:rPr dirty="0" sz="2450" b="1">
                <a:solidFill>
                  <a:srgbClr val="B2B2B2"/>
                </a:solidFill>
                <a:latin typeface="Arial"/>
                <a:cs typeface="Arial"/>
              </a:rPr>
              <a:t>THE</a:t>
            </a:r>
            <a:r>
              <a:rPr dirty="0" sz="2450" spc="55" b="1">
                <a:solidFill>
                  <a:srgbClr val="B2B2B2"/>
                </a:solidFill>
                <a:latin typeface="Arial"/>
                <a:cs typeface="Arial"/>
              </a:rPr>
              <a:t> </a:t>
            </a:r>
            <a:r>
              <a:rPr dirty="0" sz="2450" b="1">
                <a:solidFill>
                  <a:srgbClr val="B2B2B2"/>
                </a:solidFill>
                <a:latin typeface="Arial"/>
                <a:cs typeface="Arial"/>
              </a:rPr>
              <a:t>CAESAR</a:t>
            </a:r>
            <a:r>
              <a:rPr dirty="0" sz="2450" spc="60" b="1">
                <a:solidFill>
                  <a:srgbClr val="B2B2B2"/>
                </a:solidFill>
                <a:latin typeface="Arial"/>
                <a:cs typeface="Arial"/>
              </a:rPr>
              <a:t> </a:t>
            </a:r>
            <a:r>
              <a:rPr dirty="0" sz="2450" spc="-10" b="1">
                <a:solidFill>
                  <a:srgbClr val="B2B2B2"/>
                </a:solidFill>
                <a:latin typeface="Arial"/>
                <a:cs typeface="Arial"/>
              </a:rPr>
              <a:t>CIPHER </a:t>
            </a:r>
            <a:r>
              <a:rPr dirty="0" sz="2450" b="1">
                <a:solidFill>
                  <a:srgbClr val="0533E9"/>
                </a:solidFill>
                <a:latin typeface="Arial"/>
                <a:cs typeface="Arial"/>
              </a:rPr>
              <a:t>WKLV</a:t>
            </a:r>
            <a:r>
              <a:rPr dirty="0" sz="2450" spc="-30" b="1">
                <a:solidFill>
                  <a:srgbClr val="0533E9"/>
                </a:solidFill>
                <a:latin typeface="Arial"/>
                <a:cs typeface="Arial"/>
              </a:rPr>
              <a:t> </a:t>
            </a:r>
            <a:r>
              <a:rPr dirty="0" sz="2450" b="1">
                <a:solidFill>
                  <a:srgbClr val="0533E9"/>
                </a:solidFill>
                <a:latin typeface="Arial"/>
                <a:cs typeface="Arial"/>
              </a:rPr>
              <a:t>LV</a:t>
            </a:r>
            <a:r>
              <a:rPr dirty="0" sz="2450" spc="-25" b="1">
                <a:solidFill>
                  <a:srgbClr val="0533E9"/>
                </a:solidFill>
                <a:latin typeface="Arial"/>
                <a:cs typeface="Arial"/>
              </a:rPr>
              <a:t> </a:t>
            </a:r>
            <a:r>
              <a:rPr dirty="0" sz="2450" b="1">
                <a:solidFill>
                  <a:srgbClr val="0533E9"/>
                </a:solidFill>
                <a:latin typeface="Arial"/>
                <a:cs typeface="Arial"/>
              </a:rPr>
              <a:t>WKH</a:t>
            </a:r>
            <a:r>
              <a:rPr dirty="0" sz="2450" spc="-25" b="1">
                <a:solidFill>
                  <a:srgbClr val="0533E9"/>
                </a:solidFill>
                <a:latin typeface="Arial"/>
                <a:cs typeface="Arial"/>
              </a:rPr>
              <a:t> </a:t>
            </a:r>
            <a:r>
              <a:rPr dirty="0" sz="2450" b="1">
                <a:solidFill>
                  <a:srgbClr val="0533E9"/>
                </a:solidFill>
                <a:latin typeface="Arial"/>
                <a:cs typeface="Arial"/>
              </a:rPr>
              <a:t>FDHVDU</a:t>
            </a:r>
            <a:r>
              <a:rPr dirty="0" sz="2450" spc="-30" b="1">
                <a:solidFill>
                  <a:srgbClr val="0533E9"/>
                </a:solidFill>
                <a:latin typeface="Arial"/>
                <a:cs typeface="Arial"/>
              </a:rPr>
              <a:t> </a:t>
            </a:r>
            <a:r>
              <a:rPr dirty="0" sz="2450" spc="-10" b="1">
                <a:solidFill>
                  <a:srgbClr val="0533E9"/>
                </a:solidFill>
                <a:latin typeface="Arial"/>
                <a:cs typeface="Arial"/>
              </a:rPr>
              <a:t>FLSKHU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95"/>
              </a:spcBef>
            </a:pPr>
            <a:endParaRPr sz="2450">
              <a:latin typeface="Arial"/>
              <a:cs typeface="Arial"/>
            </a:endParaRPr>
          </a:p>
          <a:p>
            <a:pPr marL="367030" indent="-354330">
              <a:lnSpc>
                <a:spcPct val="100000"/>
              </a:lnSpc>
              <a:buChar char="•"/>
              <a:tabLst>
                <a:tab pos="367030" algn="l"/>
              </a:tabLst>
            </a:pPr>
            <a:r>
              <a:rPr dirty="0" sz="3300">
                <a:latin typeface="Times New Roman"/>
                <a:cs typeface="Times New Roman"/>
              </a:rPr>
              <a:t>Julius</a:t>
            </a:r>
            <a:r>
              <a:rPr dirty="0" sz="3300" spc="-1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Caesar</a:t>
            </a:r>
            <a:r>
              <a:rPr dirty="0" sz="3300" spc="-10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never</a:t>
            </a:r>
            <a:r>
              <a:rPr dirty="0" sz="3300" spc="-10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changed</a:t>
            </a:r>
            <a:r>
              <a:rPr dirty="0" sz="3300" spc="-10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his</a:t>
            </a:r>
            <a:r>
              <a:rPr dirty="0" sz="3300" spc="-10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key</a:t>
            </a:r>
            <a:r>
              <a:rPr dirty="0" sz="3300" spc="-10">
                <a:latin typeface="Times New Roman"/>
                <a:cs typeface="Times New Roman"/>
              </a:rPr>
              <a:t> (k=3).</a:t>
            </a:r>
            <a:endParaRPr sz="33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56344" y="2971272"/>
            <a:ext cx="1399889" cy="1832282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9175284" y="6751308"/>
            <a:ext cx="117475" cy="229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80"/>
              </a:lnSpc>
            </a:pPr>
            <a:r>
              <a:rPr dirty="0" sz="1450" spc="-50">
                <a:latin typeface="Times New Roman"/>
                <a:cs typeface="Times New Roman"/>
              </a:rPr>
              <a:t>7</a:t>
            </a:r>
            <a:endParaRPr sz="14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851201" y="618181"/>
            <a:ext cx="5471160" cy="72009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Cryptanalysis</a:t>
            </a:r>
            <a:r>
              <a:rPr dirty="0" spc="-155"/>
              <a:t> </a:t>
            </a:r>
            <a:r>
              <a:rPr dirty="0" spc="-10"/>
              <a:t>example: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937636" y="1728205"/>
          <a:ext cx="8961120" cy="49002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73150"/>
                <a:gridCol w="1136014"/>
                <a:gridCol w="1136014"/>
                <a:gridCol w="1097914"/>
                <a:gridCol w="1476375"/>
                <a:gridCol w="1136014"/>
                <a:gridCol w="1136015"/>
                <a:gridCol w="694690"/>
              </a:tblGrid>
              <a:tr h="367665">
                <a:tc>
                  <a:txBody>
                    <a:bodyPr/>
                    <a:lstStyle/>
                    <a:p>
                      <a:pPr algn="ctr" marR="55244">
                        <a:lnSpc>
                          <a:spcPts val="2560"/>
                        </a:lnSpc>
                      </a:pPr>
                      <a:r>
                        <a:rPr dirty="0" sz="2450" spc="-10" b="1">
                          <a:solidFill>
                            <a:srgbClr val="3333CC"/>
                          </a:solidFill>
                          <a:latin typeface="Courier New"/>
                          <a:cs typeface="Courier New"/>
                        </a:rPr>
                        <a:t>TIPGK</a:t>
                      </a:r>
                      <a:endParaRPr sz="24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60"/>
                        </a:lnSpc>
                      </a:pPr>
                      <a:r>
                        <a:rPr dirty="0" sz="2450" spc="-10" b="1">
                          <a:solidFill>
                            <a:srgbClr val="3333CC"/>
                          </a:solidFill>
                          <a:latin typeface="Courier New"/>
                          <a:cs typeface="Courier New"/>
                        </a:rPr>
                        <a:t>RERCP</a:t>
                      </a:r>
                      <a:endParaRPr sz="24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60"/>
                        </a:lnSpc>
                      </a:pPr>
                      <a:r>
                        <a:rPr dirty="0" sz="2450" spc="-10" b="1">
                          <a:solidFill>
                            <a:srgbClr val="3333CC"/>
                          </a:solidFill>
                          <a:latin typeface="Courier New"/>
                          <a:cs typeface="Courier New"/>
                        </a:rPr>
                        <a:t>JZJZJ</a:t>
                      </a:r>
                      <a:endParaRPr sz="24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94615">
                        <a:lnSpc>
                          <a:spcPts val="2560"/>
                        </a:lnSpc>
                      </a:pPr>
                      <a:r>
                        <a:rPr dirty="0" sz="2450" spc="-25" b="1">
                          <a:solidFill>
                            <a:srgbClr val="3333CC"/>
                          </a:solidFill>
                          <a:latin typeface="Courier New"/>
                          <a:cs typeface="Courier New"/>
                        </a:rPr>
                        <a:t>WLE</a:t>
                      </a:r>
                      <a:endParaRPr sz="24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86995">
                        <a:lnSpc>
                          <a:spcPts val="2560"/>
                        </a:lnSpc>
                      </a:pPr>
                      <a:r>
                        <a:rPr dirty="0" sz="2450" spc="-10" b="1">
                          <a:latin typeface="Courier New"/>
                          <a:cs typeface="Courier New"/>
                        </a:rPr>
                        <a:t>GVCTX</a:t>
                      </a:r>
                      <a:endParaRPr sz="24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60"/>
                        </a:lnSpc>
                      </a:pPr>
                      <a:r>
                        <a:rPr dirty="0" sz="2450" spc="-10" b="1">
                          <a:latin typeface="Courier New"/>
                          <a:cs typeface="Courier New"/>
                        </a:rPr>
                        <a:t>EREPC</a:t>
                      </a:r>
                      <a:endParaRPr sz="24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60"/>
                        </a:lnSpc>
                      </a:pPr>
                      <a:r>
                        <a:rPr dirty="0" sz="2450" spc="-10" b="1">
                          <a:latin typeface="Courier New"/>
                          <a:cs typeface="Courier New"/>
                        </a:rPr>
                        <a:t>WMWMW</a:t>
                      </a:r>
                      <a:endParaRPr sz="24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2560"/>
                        </a:lnSpc>
                      </a:pPr>
                      <a:r>
                        <a:rPr dirty="0" sz="2450" spc="-25" b="1">
                          <a:latin typeface="Courier New"/>
                          <a:cs typeface="Courier New"/>
                        </a:rPr>
                        <a:t>JYR</a:t>
                      </a:r>
                      <a:endParaRPr sz="24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</a:tr>
              <a:tr h="379095">
                <a:tc>
                  <a:txBody>
                    <a:bodyPr/>
                    <a:lstStyle/>
                    <a:p>
                      <a:pPr algn="ctr" marR="55244">
                        <a:lnSpc>
                          <a:spcPts val="2640"/>
                        </a:lnSpc>
                      </a:pPr>
                      <a:r>
                        <a:rPr dirty="0" sz="2450" spc="-10" b="1">
                          <a:latin typeface="Courier New"/>
                          <a:cs typeface="Courier New"/>
                        </a:rPr>
                        <a:t>UJQHL</a:t>
                      </a:r>
                      <a:endParaRPr sz="24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40"/>
                        </a:lnSpc>
                      </a:pPr>
                      <a:r>
                        <a:rPr dirty="0" sz="2450" spc="-10" b="1">
                          <a:latin typeface="Courier New"/>
                          <a:cs typeface="Courier New"/>
                        </a:rPr>
                        <a:t>SFSDQ</a:t>
                      </a:r>
                      <a:endParaRPr sz="24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40"/>
                        </a:lnSpc>
                      </a:pPr>
                      <a:r>
                        <a:rPr dirty="0" sz="2450" spc="-10" b="1">
                          <a:latin typeface="Courier New"/>
                          <a:cs typeface="Courier New"/>
                        </a:rPr>
                        <a:t>KAKAK</a:t>
                      </a:r>
                      <a:endParaRPr sz="24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94615">
                        <a:lnSpc>
                          <a:spcPts val="2640"/>
                        </a:lnSpc>
                      </a:pPr>
                      <a:r>
                        <a:rPr dirty="0" sz="2450" spc="-25" b="1">
                          <a:latin typeface="Courier New"/>
                          <a:cs typeface="Courier New"/>
                        </a:rPr>
                        <a:t>XMF</a:t>
                      </a:r>
                      <a:endParaRPr sz="24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86995">
                        <a:lnSpc>
                          <a:spcPts val="2640"/>
                        </a:lnSpc>
                      </a:pPr>
                      <a:r>
                        <a:rPr dirty="0" sz="2450" spc="-10" b="1">
                          <a:latin typeface="Courier New"/>
                          <a:cs typeface="Courier New"/>
                        </a:rPr>
                        <a:t>HWDUY</a:t>
                      </a:r>
                      <a:endParaRPr sz="24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40"/>
                        </a:lnSpc>
                      </a:pPr>
                      <a:r>
                        <a:rPr dirty="0" sz="2450" spc="-10" b="1">
                          <a:latin typeface="Courier New"/>
                          <a:cs typeface="Courier New"/>
                        </a:rPr>
                        <a:t>FSFQD</a:t>
                      </a:r>
                      <a:endParaRPr sz="24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40"/>
                        </a:lnSpc>
                      </a:pPr>
                      <a:r>
                        <a:rPr dirty="0" sz="2450" spc="-10" b="1">
                          <a:latin typeface="Courier New"/>
                          <a:cs typeface="Courier New"/>
                        </a:rPr>
                        <a:t>XNXNX</a:t>
                      </a:r>
                      <a:endParaRPr sz="24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2640"/>
                        </a:lnSpc>
                      </a:pPr>
                      <a:r>
                        <a:rPr dirty="0" sz="2450" spc="-25" b="1">
                          <a:latin typeface="Courier New"/>
                          <a:cs typeface="Courier New"/>
                        </a:rPr>
                        <a:t>KZS</a:t>
                      </a:r>
                      <a:endParaRPr sz="24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</a:tr>
              <a:tr h="381000">
                <a:tc>
                  <a:txBody>
                    <a:bodyPr/>
                    <a:lstStyle/>
                    <a:p>
                      <a:pPr algn="ctr" marR="55244">
                        <a:lnSpc>
                          <a:spcPts val="2650"/>
                        </a:lnSpc>
                      </a:pPr>
                      <a:r>
                        <a:rPr dirty="0" sz="2450" spc="-10" b="1">
                          <a:latin typeface="Courier New"/>
                          <a:cs typeface="Courier New"/>
                        </a:rPr>
                        <a:t>VKRIM</a:t>
                      </a:r>
                      <a:endParaRPr sz="24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0"/>
                        </a:lnSpc>
                      </a:pPr>
                      <a:r>
                        <a:rPr dirty="0" sz="2450" spc="-10" b="1">
                          <a:latin typeface="Courier New"/>
                          <a:cs typeface="Courier New"/>
                        </a:rPr>
                        <a:t>TGTER</a:t>
                      </a:r>
                      <a:endParaRPr sz="24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0"/>
                        </a:lnSpc>
                      </a:pPr>
                      <a:r>
                        <a:rPr dirty="0" sz="2450" spc="-10" b="1">
                          <a:latin typeface="Courier New"/>
                          <a:cs typeface="Courier New"/>
                        </a:rPr>
                        <a:t>LBLBL</a:t>
                      </a:r>
                      <a:endParaRPr sz="24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94615">
                        <a:lnSpc>
                          <a:spcPts val="2650"/>
                        </a:lnSpc>
                      </a:pPr>
                      <a:r>
                        <a:rPr dirty="0" sz="2450" spc="-25" b="1">
                          <a:latin typeface="Courier New"/>
                          <a:cs typeface="Courier New"/>
                        </a:rPr>
                        <a:t>YNG</a:t>
                      </a:r>
                      <a:endParaRPr sz="24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86995">
                        <a:lnSpc>
                          <a:spcPts val="2650"/>
                        </a:lnSpc>
                      </a:pPr>
                      <a:r>
                        <a:rPr dirty="0" sz="2450" spc="-10" b="1">
                          <a:latin typeface="Courier New"/>
                          <a:cs typeface="Courier New"/>
                        </a:rPr>
                        <a:t>IXEVZ</a:t>
                      </a:r>
                      <a:endParaRPr sz="24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0"/>
                        </a:lnSpc>
                      </a:pPr>
                      <a:r>
                        <a:rPr dirty="0" sz="2450" spc="-10" b="1">
                          <a:latin typeface="Courier New"/>
                          <a:cs typeface="Courier New"/>
                        </a:rPr>
                        <a:t>GTGRE</a:t>
                      </a:r>
                      <a:endParaRPr sz="24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0"/>
                        </a:lnSpc>
                      </a:pPr>
                      <a:r>
                        <a:rPr dirty="0" sz="2450" spc="-10" b="1">
                          <a:latin typeface="Courier New"/>
                          <a:cs typeface="Courier New"/>
                        </a:rPr>
                        <a:t>YOYOY</a:t>
                      </a:r>
                      <a:endParaRPr sz="24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2650"/>
                        </a:lnSpc>
                      </a:pPr>
                      <a:r>
                        <a:rPr dirty="0" sz="2450" spc="-25" b="1">
                          <a:latin typeface="Courier New"/>
                          <a:cs typeface="Courier New"/>
                        </a:rPr>
                        <a:t>LAT</a:t>
                      </a:r>
                      <a:endParaRPr sz="24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</a:tr>
              <a:tr h="374650">
                <a:tc>
                  <a:txBody>
                    <a:bodyPr/>
                    <a:lstStyle/>
                    <a:p>
                      <a:pPr algn="ctr" marR="55244">
                        <a:lnSpc>
                          <a:spcPts val="2650"/>
                        </a:lnSpc>
                      </a:pPr>
                      <a:r>
                        <a:rPr dirty="0" sz="2450" spc="-10" b="1">
                          <a:latin typeface="Courier New"/>
                          <a:cs typeface="Courier New"/>
                        </a:rPr>
                        <a:t>WLSJN</a:t>
                      </a:r>
                      <a:endParaRPr sz="24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0"/>
                        </a:lnSpc>
                      </a:pPr>
                      <a:r>
                        <a:rPr dirty="0" sz="2450" spc="-10" b="1">
                          <a:latin typeface="Courier New"/>
                          <a:cs typeface="Courier New"/>
                        </a:rPr>
                        <a:t>UHUFS</a:t>
                      </a:r>
                      <a:endParaRPr sz="24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0"/>
                        </a:lnSpc>
                      </a:pPr>
                      <a:r>
                        <a:rPr dirty="0" sz="2450" spc="-10" b="1">
                          <a:latin typeface="Courier New"/>
                          <a:cs typeface="Courier New"/>
                        </a:rPr>
                        <a:t>MCMCM</a:t>
                      </a:r>
                      <a:endParaRPr sz="24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94615">
                        <a:lnSpc>
                          <a:spcPts val="2650"/>
                        </a:lnSpc>
                      </a:pPr>
                      <a:r>
                        <a:rPr dirty="0" sz="2450" spc="-25" b="1">
                          <a:latin typeface="Courier New"/>
                          <a:cs typeface="Courier New"/>
                        </a:rPr>
                        <a:t>ZOH</a:t>
                      </a:r>
                      <a:endParaRPr sz="24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86995">
                        <a:lnSpc>
                          <a:spcPts val="2650"/>
                        </a:lnSpc>
                      </a:pPr>
                      <a:r>
                        <a:rPr dirty="0" sz="2450" spc="-10" b="1">
                          <a:latin typeface="Courier New"/>
                          <a:cs typeface="Courier New"/>
                        </a:rPr>
                        <a:t>JYFWA</a:t>
                      </a:r>
                      <a:endParaRPr sz="24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0"/>
                        </a:lnSpc>
                      </a:pPr>
                      <a:r>
                        <a:rPr dirty="0" sz="2450" spc="-10" b="1">
                          <a:latin typeface="Courier New"/>
                          <a:cs typeface="Courier New"/>
                        </a:rPr>
                        <a:t>HUHSF</a:t>
                      </a:r>
                      <a:endParaRPr sz="24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0"/>
                        </a:lnSpc>
                      </a:pPr>
                      <a:r>
                        <a:rPr dirty="0" sz="2450" spc="-10" b="1">
                          <a:latin typeface="Courier New"/>
                          <a:cs typeface="Courier New"/>
                        </a:rPr>
                        <a:t>ZPZPZ</a:t>
                      </a:r>
                      <a:endParaRPr sz="24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2650"/>
                        </a:lnSpc>
                      </a:pPr>
                      <a:r>
                        <a:rPr dirty="0" sz="2450" spc="-25" b="1">
                          <a:latin typeface="Courier New"/>
                          <a:cs typeface="Courier New"/>
                        </a:rPr>
                        <a:t>MBU</a:t>
                      </a:r>
                      <a:endParaRPr sz="24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</a:tr>
              <a:tr h="374650">
                <a:tc>
                  <a:txBody>
                    <a:bodyPr/>
                    <a:lstStyle/>
                    <a:p>
                      <a:pPr algn="ctr" marR="55244">
                        <a:lnSpc>
                          <a:spcPts val="2600"/>
                        </a:lnSpc>
                      </a:pPr>
                      <a:r>
                        <a:rPr dirty="0" sz="2450" spc="-10" b="1">
                          <a:latin typeface="Courier New"/>
                          <a:cs typeface="Courier New"/>
                        </a:rPr>
                        <a:t>XDTKO</a:t>
                      </a:r>
                      <a:endParaRPr sz="24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00"/>
                        </a:lnSpc>
                      </a:pPr>
                      <a:r>
                        <a:rPr dirty="0" sz="2450" spc="-10" b="1">
                          <a:latin typeface="Courier New"/>
                          <a:cs typeface="Courier New"/>
                        </a:rPr>
                        <a:t>VOVGT</a:t>
                      </a:r>
                      <a:endParaRPr sz="24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00"/>
                        </a:lnSpc>
                      </a:pPr>
                      <a:r>
                        <a:rPr dirty="0" sz="2450" spc="-10" b="1">
                          <a:latin typeface="Courier New"/>
                          <a:cs typeface="Courier New"/>
                        </a:rPr>
                        <a:t>NDNDN</a:t>
                      </a:r>
                      <a:endParaRPr sz="24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94615">
                        <a:lnSpc>
                          <a:spcPts val="2600"/>
                        </a:lnSpc>
                      </a:pPr>
                      <a:r>
                        <a:rPr dirty="0" sz="2450" spc="-25" b="1">
                          <a:latin typeface="Courier New"/>
                          <a:cs typeface="Courier New"/>
                        </a:rPr>
                        <a:t>API</a:t>
                      </a:r>
                      <a:endParaRPr sz="24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86995">
                        <a:lnSpc>
                          <a:spcPts val="2600"/>
                        </a:lnSpc>
                      </a:pPr>
                      <a:r>
                        <a:rPr dirty="0" sz="2450" spc="-10" b="1">
                          <a:latin typeface="Courier New"/>
                          <a:cs typeface="Courier New"/>
                        </a:rPr>
                        <a:t>KZGXB</a:t>
                      </a:r>
                      <a:endParaRPr sz="24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00"/>
                        </a:lnSpc>
                      </a:pPr>
                      <a:r>
                        <a:rPr dirty="0" sz="2450" spc="-10" b="1">
                          <a:latin typeface="Courier New"/>
                          <a:cs typeface="Courier New"/>
                        </a:rPr>
                        <a:t>IVITG</a:t>
                      </a:r>
                      <a:endParaRPr sz="24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00"/>
                        </a:lnSpc>
                      </a:pPr>
                      <a:r>
                        <a:rPr dirty="0" sz="2450" spc="-10" b="1">
                          <a:latin typeface="Courier New"/>
                          <a:cs typeface="Courier New"/>
                        </a:rPr>
                        <a:t>AQAQA</a:t>
                      </a:r>
                      <a:endParaRPr sz="24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2600"/>
                        </a:lnSpc>
                      </a:pPr>
                      <a:r>
                        <a:rPr dirty="0" sz="2450" spc="-25" b="1">
                          <a:latin typeface="Courier New"/>
                          <a:cs typeface="Courier New"/>
                        </a:rPr>
                        <a:t>NCV</a:t>
                      </a:r>
                      <a:endParaRPr sz="24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</a:tr>
              <a:tr h="381000">
                <a:tc>
                  <a:txBody>
                    <a:bodyPr/>
                    <a:lstStyle/>
                    <a:p>
                      <a:pPr algn="ctr" marR="55244">
                        <a:lnSpc>
                          <a:spcPts val="2650"/>
                        </a:lnSpc>
                      </a:pPr>
                      <a:r>
                        <a:rPr dirty="0" sz="2450" spc="-10" b="1">
                          <a:latin typeface="Courier New"/>
                          <a:cs typeface="Courier New"/>
                        </a:rPr>
                        <a:t>YNULP</a:t>
                      </a:r>
                      <a:endParaRPr sz="24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0"/>
                        </a:lnSpc>
                      </a:pPr>
                      <a:r>
                        <a:rPr dirty="0" sz="2450" spc="-10" b="1">
                          <a:latin typeface="Courier New"/>
                          <a:cs typeface="Courier New"/>
                        </a:rPr>
                        <a:t>WKWHU</a:t>
                      </a:r>
                      <a:endParaRPr sz="24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0"/>
                        </a:lnSpc>
                      </a:pPr>
                      <a:r>
                        <a:rPr dirty="0" sz="2450" spc="-10" b="1">
                          <a:latin typeface="Courier New"/>
                          <a:cs typeface="Courier New"/>
                        </a:rPr>
                        <a:t>OEOEO</a:t>
                      </a:r>
                      <a:endParaRPr sz="24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94615">
                        <a:lnSpc>
                          <a:spcPts val="2650"/>
                        </a:lnSpc>
                      </a:pPr>
                      <a:r>
                        <a:rPr dirty="0" sz="2450" spc="-25" b="1">
                          <a:latin typeface="Courier New"/>
                          <a:cs typeface="Courier New"/>
                        </a:rPr>
                        <a:t>BQJ</a:t>
                      </a:r>
                      <a:endParaRPr sz="24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86995">
                        <a:lnSpc>
                          <a:spcPts val="2650"/>
                        </a:lnSpc>
                      </a:pPr>
                      <a:r>
                        <a:rPr dirty="0" sz="2450" spc="-10" b="1">
                          <a:latin typeface="Courier New"/>
                          <a:cs typeface="Courier New"/>
                        </a:rPr>
                        <a:t>LAHYC</a:t>
                      </a:r>
                      <a:endParaRPr sz="24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0"/>
                        </a:lnSpc>
                      </a:pPr>
                      <a:r>
                        <a:rPr dirty="0" sz="2450" spc="-10" b="1">
                          <a:latin typeface="Courier New"/>
                          <a:cs typeface="Courier New"/>
                        </a:rPr>
                        <a:t>JWJUH</a:t>
                      </a:r>
                      <a:endParaRPr sz="24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0"/>
                        </a:lnSpc>
                      </a:pPr>
                      <a:r>
                        <a:rPr dirty="0" sz="2450" spc="-10" b="1">
                          <a:latin typeface="Courier New"/>
                          <a:cs typeface="Courier New"/>
                        </a:rPr>
                        <a:t>BRBRB</a:t>
                      </a:r>
                      <a:endParaRPr sz="24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2650"/>
                        </a:lnSpc>
                      </a:pPr>
                      <a:r>
                        <a:rPr dirty="0" sz="2450" spc="-25" b="1">
                          <a:latin typeface="Courier New"/>
                          <a:cs typeface="Courier New"/>
                        </a:rPr>
                        <a:t>ODW</a:t>
                      </a:r>
                      <a:endParaRPr sz="24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</a:tr>
              <a:tr h="381000">
                <a:tc>
                  <a:txBody>
                    <a:bodyPr/>
                    <a:lstStyle/>
                    <a:p>
                      <a:pPr algn="ctr" marR="55244">
                        <a:lnSpc>
                          <a:spcPts val="2650"/>
                        </a:lnSpc>
                      </a:pPr>
                      <a:r>
                        <a:rPr dirty="0" sz="2450" spc="-10" b="1">
                          <a:latin typeface="Courier New"/>
                          <a:cs typeface="Courier New"/>
                        </a:rPr>
                        <a:t>ZOVMQ</a:t>
                      </a:r>
                      <a:endParaRPr sz="24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0"/>
                        </a:lnSpc>
                      </a:pPr>
                      <a:r>
                        <a:rPr dirty="0" sz="2450" spc="-10" b="1">
                          <a:latin typeface="Courier New"/>
                          <a:cs typeface="Courier New"/>
                        </a:rPr>
                        <a:t>XKXIV</a:t>
                      </a:r>
                      <a:endParaRPr sz="24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0"/>
                        </a:lnSpc>
                      </a:pPr>
                      <a:r>
                        <a:rPr dirty="0" sz="2450" spc="-10" b="1">
                          <a:latin typeface="Courier New"/>
                          <a:cs typeface="Courier New"/>
                        </a:rPr>
                        <a:t>PFPFP</a:t>
                      </a:r>
                      <a:endParaRPr sz="24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94615">
                        <a:lnSpc>
                          <a:spcPts val="2650"/>
                        </a:lnSpc>
                      </a:pPr>
                      <a:r>
                        <a:rPr dirty="0" sz="2450" spc="-25" b="1">
                          <a:latin typeface="Courier New"/>
                          <a:cs typeface="Courier New"/>
                        </a:rPr>
                        <a:t>CRK</a:t>
                      </a:r>
                      <a:endParaRPr sz="24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86995">
                        <a:lnSpc>
                          <a:spcPts val="2650"/>
                        </a:lnSpc>
                      </a:pPr>
                      <a:r>
                        <a:rPr dirty="0" sz="2450" spc="-10" b="1">
                          <a:latin typeface="Courier New"/>
                          <a:cs typeface="Courier New"/>
                        </a:rPr>
                        <a:t>MBIZD</a:t>
                      </a:r>
                      <a:endParaRPr sz="24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0"/>
                        </a:lnSpc>
                      </a:pPr>
                      <a:r>
                        <a:rPr dirty="0" sz="2450" spc="-10" b="1">
                          <a:latin typeface="Courier New"/>
                          <a:cs typeface="Courier New"/>
                        </a:rPr>
                        <a:t>KXKVI</a:t>
                      </a:r>
                      <a:endParaRPr sz="24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0"/>
                        </a:lnSpc>
                      </a:pPr>
                      <a:r>
                        <a:rPr dirty="0" sz="2450" spc="-10" b="1">
                          <a:latin typeface="Courier New"/>
                          <a:cs typeface="Courier New"/>
                        </a:rPr>
                        <a:t>CSCSC</a:t>
                      </a:r>
                      <a:endParaRPr sz="24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2650"/>
                        </a:lnSpc>
                      </a:pPr>
                      <a:r>
                        <a:rPr dirty="0" sz="2450" spc="-25" b="1">
                          <a:latin typeface="Courier New"/>
                          <a:cs typeface="Courier New"/>
                        </a:rPr>
                        <a:t>PEX</a:t>
                      </a:r>
                      <a:endParaRPr sz="24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</a:tr>
              <a:tr h="381000">
                <a:tc>
                  <a:txBody>
                    <a:bodyPr/>
                    <a:lstStyle/>
                    <a:p>
                      <a:pPr algn="ctr" marR="55244">
                        <a:lnSpc>
                          <a:spcPts val="2650"/>
                        </a:lnSpc>
                      </a:pPr>
                      <a:r>
                        <a:rPr dirty="0" sz="2450" spc="-10" b="1">
                          <a:latin typeface="Courier New"/>
                          <a:cs typeface="Courier New"/>
                        </a:rPr>
                        <a:t>APWNR</a:t>
                      </a:r>
                      <a:endParaRPr sz="24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0"/>
                        </a:lnSpc>
                      </a:pPr>
                      <a:r>
                        <a:rPr dirty="0" sz="2450" spc="-10" b="1">
                          <a:latin typeface="Courier New"/>
                          <a:cs typeface="Courier New"/>
                        </a:rPr>
                        <a:t>YLYJW</a:t>
                      </a:r>
                      <a:endParaRPr sz="24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0"/>
                        </a:lnSpc>
                      </a:pPr>
                      <a:r>
                        <a:rPr dirty="0" sz="2450" spc="-10" b="1">
                          <a:latin typeface="Courier New"/>
                          <a:cs typeface="Courier New"/>
                        </a:rPr>
                        <a:t>QGQGQ</a:t>
                      </a:r>
                      <a:endParaRPr sz="24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94615">
                        <a:lnSpc>
                          <a:spcPts val="2650"/>
                        </a:lnSpc>
                      </a:pPr>
                      <a:r>
                        <a:rPr dirty="0" sz="2450" spc="-25" b="1">
                          <a:latin typeface="Courier New"/>
                          <a:cs typeface="Courier New"/>
                        </a:rPr>
                        <a:t>DSL</a:t>
                      </a:r>
                      <a:endParaRPr sz="24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86995">
                        <a:lnSpc>
                          <a:spcPts val="2650"/>
                        </a:lnSpc>
                      </a:pPr>
                      <a:r>
                        <a:rPr dirty="0" sz="2450" spc="-10" b="1">
                          <a:latin typeface="Courier New"/>
                          <a:cs typeface="Courier New"/>
                        </a:rPr>
                        <a:t>NCJAE</a:t>
                      </a:r>
                      <a:endParaRPr sz="24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0"/>
                        </a:lnSpc>
                      </a:pPr>
                      <a:r>
                        <a:rPr dirty="0" sz="2450" spc="-10" b="1">
                          <a:latin typeface="Courier New"/>
                          <a:cs typeface="Courier New"/>
                        </a:rPr>
                        <a:t>LYLWJ</a:t>
                      </a:r>
                      <a:endParaRPr sz="24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0"/>
                        </a:lnSpc>
                      </a:pPr>
                      <a:r>
                        <a:rPr dirty="0" sz="2450" spc="-10" b="1">
                          <a:latin typeface="Courier New"/>
                          <a:cs typeface="Courier New"/>
                        </a:rPr>
                        <a:t>DTDTD</a:t>
                      </a:r>
                      <a:endParaRPr sz="24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2650"/>
                        </a:lnSpc>
                      </a:pPr>
                      <a:r>
                        <a:rPr dirty="0" sz="2450" spc="-25" b="1">
                          <a:latin typeface="Courier New"/>
                          <a:cs typeface="Courier New"/>
                        </a:rPr>
                        <a:t>QFY</a:t>
                      </a:r>
                      <a:endParaRPr sz="24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</a:tr>
              <a:tr h="374650">
                <a:tc>
                  <a:txBody>
                    <a:bodyPr/>
                    <a:lstStyle/>
                    <a:p>
                      <a:pPr algn="ctr" marR="55244">
                        <a:lnSpc>
                          <a:spcPts val="2650"/>
                        </a:lnSpc>
                      </a:pPr>
                      <a:r>
                        <a:rPr dirty="0" sz="2450" spc="-10" b="1">
                          <a:latin typeface="Courier New"/>
                          <a:cs typeface="Courier New"/>
                        </a:rPr>
                        <a:t>BQXOS</a:t>
                      </a:r>
                      <a:endParaRPr sz="24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0"/>
                        </a:lnSpc>
                      </a:pPr>
                      <a:r>
                        <a:rPr dirty="0" sz="2450" spc="-10" b="1">
                          <a:latin typeface="Courier New"/>
                          <a:cs typeface="Courier New"/>
                        </a:rPr>
                        <a:t>ZMXKX</a:t>
                      </a:r>
                      <a:endParaRPr sz="24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0"/>
                        </a:lnSpc>
                      </a:pPr>
                      <a:r>
                        <a:rPr dirty="0" sz="2450" spc="-10" b="1">
                          <a:latin typeface="Courier New"/>
                          <a:cs typeface="Courier New"/>
                        </a:rPr>
                        <a:t>RHRHR</a:t>
                      </a:r>
                      <a:endParaRPr sz="24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94615">
                        <a:lnSpc>
                          <a:spcPts val="2650"/>
                        </a:lnSpc>
                      </a:pPr>
                      <a:r>
                        <a:rPr dirty="0" sz="2450" spc="-25" b="1">
                          <a:latin typeface="Courier New"/>
                          <a:cs typeface="Courier New"/>
                        </a:rPr>
                        <a:t>ETM</a:t>
                      </a:r>
                      <a:endParaRPr sz="24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86995">
                        <a:lnSpc>
                          <a:spcPts val="2650"/>
                        </a:lnSpc>
                      </a:pPr>
                      <a:r>
                        <a:rPr dirty="0" sz="2450" spc="-10" b="1">
                          <a:latin typeface="Courier New"/>
                          <a:cs typeface="Courier New"/>
                        </a:rPr>
                        <a:t>ODKBF</a:t>
                      </a:r>
                      <a:endParaRPr sz="24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0"/>
                        </a:lnSpc>
                      </a:pPr>
                      <a:r>
                        <a:rPr dirty="0" sz="2450" spc="-10" b="1">
                          <a:latin typeface="Courier New"/>
                          <a:cs typeface="Courier New"/>
                        </a:rPr>
                        <a:t>MZMXK</a:t>
                      </a:r>
                      <a:endParaRPr sz="24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0"/>
                        </a:lnSpc>
                      </a:pPr>
                      <a:r>
                        <a:rPr dirty="0" sz="2450" spc="-10" b="1">
                          <a:latin typeface="Courier New"/>
                          <a:cs typeface="Courier New"/>
                        </a:rPr>
                        <a:t>EUEUE</a:t>
                      </a:r>
                      <a:endParaRPr sz="24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2650"/>
                        </a:lnSpc>
                      </a:pPr>
                      <a:r>
                        <a:rPr dirty="0" sz="2450" spc="-25" b="1">
                          <a:latin typeface="Courier New"/>
                          <a:cs typeface="Courier New"/>
                        </a:rPr>
                        <a:t>RGZ</a:t>
                      </a:r>
                      <a:endParaRPr sz="24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</a:tr>
              <a:tr h="374650">
                <a:tc>
                  <a:txBody>
                    <a:bodyPr/>
                    <a:lstStyle/>
                    <a:p>
                      <a:pPr algn="ctr" marR="55244">
                        <a:lnSpc>
                          <a:spcPts val="2600"/>
                        </a:lnSpc>
                      </a:pPr>
                      <a:r>
                        <a:rPr dirty="0" sz="2450" spc="-10" b="1">
                          <a:latin typeface="Courier New"/>
                          <a:cs typeface="Courier New"/>
                        </a:rPr>
                        <a:t>CRYPT</a:t>
                      </a:r>
                      <a:endParaRPr sz="24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00"/>
                        </a:lnSpc>
                      </a:pPr>
                      <a:r>
                        <a:rPr dirty="0" sz="2450" spc="-10" b="1">
                          <a:latin typeface="Courier New"/>
                          <a:cs typeface="Courier New"/>
                        </a:rPr>
                        <a:t>ANALY</a:t>
                      </a:r>
                      <a:endParaRPr sz="24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00"/>
                        </a:lnSpc>
                      </a:pPr>
                      <a:r>
                        <a:rPr dirty="0" sz="2450" spc="-10" b="1">
                          <a:latin typeface="Courier New"/>
                          <a:cs typeface="Courier New"/>
                        </a:rPr>
                        <a:t>SISIS</a:t>
                      </a:r>
                      <a:endParaRPr sz="24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94615">
                        <a:lnSpc>
                          <a:spcPts val="2600"/>
                        </a:lnSpc>
                      </a:pPr>
                      <a:r>
                        <a:rPr dirty="0" sz="2450" spc="-25" b="1">
                          <a:latin typeface="Courier New"/>
                          <a:cs typeface="Courier New"/>
                        </a:rPr>
                        <a:t>FUN</a:t>
                      </a:r>
                      <a:endParaRPr sz="24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86995">
                        <a:lnSpc>
                          <a:spcPts val="2600"/>
                        </a:lnSpc>
                      </a:pPr>
                      <a:r>
                        <a:rPr dirty="0" sz="2450" spc="-10" b="1">
                          <a:latin typeface="Courier New"/>
                          <a:cs typeface="Courier New"/>
                        </a:rPr>
                        <a:t>PELCG</a:t>
                      </a:r>
                      <a:endParaRPr sz="24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00"/>
                        </a:lnSpc>
                      </a:pPr>
                      <a:r>
                        <a:rPr dirty="0" sz="2450" spc="-10" b="1">
                          <a:latin typeface="Courier New"/>
                          <a:cs typeface="Courier New"/>
                        </a:rPr>
                        <a:t>NANYL</a:t>
                      </a:r>
                      <a:endParaRPr sz="24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00"/>
                        </a:lnSpc>
                      </a:pPr>
                      <a:r>
                        <a:rPr dirty="0" sz="2450" spc="-10" b="1">
                          <a:latin typeface="Courier New"/>
                          <a:cs typeface="Courier New"/>
                        </a:rPr>
                        <a:t>FVFVF</a:t>
                      </a:r>
                      <a:endParaRPr sz="24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2600"/>
                        </a:lnSpc>
                      </a:pPr>
                      <a:r>
                        <a:rPr dirty="0" sz="2450" spc="-25" b="1">
                          <a:latin typeface="Courier New"/>
                          <a:cs typeface="Courier New"/>
                        </a:rPr>
                        <a:t>SHA</a:t>
                      </a:r>
                      <a:endParaRPr sz="24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</a:tr>
              <a:tr h="381000">
                <a:tc>
                  <a:txBody>
                    <a:bodyPr/>
                    <a:lstStyle/>
                    <a:p>
                      <a:pPr algn="ctr" marR="55244">
                        <a:lnSpc>
                          <a:spcPts val="2650"/>
                        </a:lnSpc>
                      </a:pPr>
                      <a:r>
                        <a:rPr dirty="0" sz="2450" spc="-10" b="1">
                          <a:latin typeface="Courier New"/>
                          <a:cs typeface="Courier New"/>
                        </a:rPr>
                        <a:t>DSZQU</a:t>
                      </a:r>
                      <a:endParaRPr sz="24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0"/>
                        </a:lnSpc>
                      </a:pPr>
                      <a:r>
                        <a:rPr dirty="0" sz="2450" spc="-10" b="1">
                          <a:latin typeface="Courier New"/>
                          <a:cs typeface="Courier New"/>
                        </a:rPr>
                        <a:t>BOBMZ</a:t>
                      </a:r>
                      <a:endParaRPr sz="24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0"/>
                        </a:lnSpc>
                      </a:pPr>
                      <a:r>
                        <a:rPr dirty="0" sz="2450" spc="-10" b="1">
                          <a:latin typeface="Courier New"/>
                          <a:cs typeface="Courier New"/>
                        </a:rPr>
                        <a:t>TJTJT</a:t>
                      </a:r>
                      <a:endParaRPr sz="24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94615">
                        <a:lnSpc>
                          <a:spcPts val="2650"/>
                        </a:lnSpc>
                      </a:pPr>
                      <a:r>
                        <a:rPr dirty="0" sz="2450" spc="-25" b="1">
                          <a:latin typeface="Courier New"/>
                          <a:cs typeface="Courier New"/>
                        </a:rPr>
                        <a:t>GVO</a:t>
                      </a:r>
                      <a:endParaRPr sz="24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86995">
                        <a:lnSpc>
                          <a:spcPts val="2650"/>
                        </a:lnSpc>
                      </a:pPr>
                      <a:r>
                        <a:rPr dirty="0" sz="2450" spc="-10" b="1">
                          <a:latin typeface="Courier New"/>
                          <a:cs typeface="Courier New"/>
                        </a:rPr>
                        <a:t>QFMDH</a:t>
                      </a:r>
                      <a:endParaRPr sz="24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0"/>
                        </a:lnSpc>
                      </a:pPr>
                      <a:r>
                        <a:rPr dirty="0" sz="2450" spc="-10" b="1">
                          <a:latin typeface="Courier New"/>
                          <a:cs typeface="Courier New"/>
                        </a:rPr>
                        <a:t>OBOZM</a:t>
                      </a:r>
                      <a:endParaRPr sz="24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0"/>
                        </a:lnSpc>
                      </a:pPr>
                      <a:r>
                        <a:rPr dirty="0" sz="2450" spc="-10" b="1">
                          <a:latin typeface="Courier New"/>
                          <a:cs typeface="Courier New"/>
                        </a:rPr>
                        <a:t>GWGWG</a:t>
                      </a:r>
                      <a:endParaRPr sz="24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2650"/>
                        </a:lnSpc>
                      </a:pPr>
                      <a:r>
                        <a:rPr dirty="0" sz="2450" spc="-25" b="1">
                          <a:latin typeface="Courier New"/>
                          <a:cs typeface="Courier New"/>
                        </a:rPr>
                        <a:t>TIB</a:t>
                      </a:r>
                      <a:endParaRPr sz="24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</a:tr>
              <a:tr h="381000">
                <a:tc>
                  <a:txBody>
                    <a:bodyPr/>
                    <a:lstStyle/>
                    <a:p>
                      <a:pPr algn="ctr" marR="55244">
                        <a:lnSpc>
                          <a:spcPts val="2650"/>
                        </a:lnSpc>
                      </a:pPr>
                      <a:r>
                        <a:rPr dirty="0" sz="2450" spc="-10" b="1">
                          <a:latin typeface="Courier New"/>
                          <a:cs typeface="Courier New"/>
                        </a:rPr>
                        <a:t>ETARV</a:t>
                      </a:r>
                      <a:endParaRPr sz="24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0"/>
                        </a:lnSpc>
                      </a:pPr>
                      <a:r>
                        <a:rPr dirty="0" sz="2450" spc="-10" b="1">
                          <a:latin typeface="Courier New"/>
                          <a:cs typeface="Courier New"/>
                        </a:rPr>
                        <a:t>CPCNA</a:t>
                      </a:r>
                      <a:endParaRPr sz="24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0"/>
                        </a:lnSpc>
                      </a:pPr>
                      <a:r>
                        <a:rPr dirty="0" sz="2450" spc="-10" b="1">
                          <a:latin typeface="Courier New"/>
                          <a:cs typeface="Courier New"/>
                        </a:rPr>
                        <a:t>UKUKU</a:t>
                      </a:r>
                      <a:endParaRPr sz="24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94615">
                        <a:lnSpc>
                          <a:spcPts val="2650"/>
                        </a:lnSpc>
                      </a:pPr>
                      <a:r>
                        <a:rPr dirty="0" sz="2450" spc="-25" b="1">
                          <a:latin typeface="Courier New"/>
                          <a:cs typeface="Courier New"/>
                        </a:rPr>
                        <a:t>HWP</a:t>
                      </a:r>
                      <a:endParaRPr sz="24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86995">
                        <a:lnSpc>
                          <a:spcPts val="2650"/>
                        </a:lnSpc>
                      </a:pPr>
                      <a:r>
                        <a:rPr dirty="0" sz="2450" spc="-10" b="1">
                          <a:latin typeface="Courier New"/>
                          <a:cs typeface="Courier New"/>
                        </a:rPr>
                        <a:t>RGNEI</a:t>
                      </a:r>
                      <a:endParaRPr sz="24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0"/>
                        </a:lnSpc>
                      </a:pPr>
                      <a:r>
                        <a:rPr dirty="0" sz="2450" spc="-10" b="1">
                          <a:latin typeface="Courier New"/>
                          <a:cs typeface="Courier New"/>
                        </a:rPr>
                        <a:t>PCPAN</a:t>
                      </a:r>
                      <a:endParaRPr sz="24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0"/>
                        </a:lnSpc>
                      </a:pPr>
                      <a:r>
                        <a:rPr dirty="0" sz="2450" spc="-10" b="1">
                          <a:latin typeface="Courier New"/>
                          <a:cs typeface="Courier New"/>
                        </a:rPr>
                        <a:t>HXHXH</a:t>
                      </a:r>
                      <a:endParaRPr sz="24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2650"/>
                        </a:lnSpc>
                      </a:pPr>
                      <a:r>
                        <a:rPr dirty="0" sz="2450" spc="-25" b="1">
                          <a:latin typeface="Courier New"/>
                          <a:cs typeface="Courier New"/>
                        </a:rPr>
                        <a:t>UJC</a:t>
                      </a:r>
                      <a:endParaRPr sz="24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</a:tr>
              <a:tr h="368935">
                <a:tc>
                  <a:txBody>
                    <a:bodyPr/>
                    <a:lstStyle/>
                    <a:p>
                      <a:pPr algn="ctr" marR="55244">
                        <a:lnSpc>
                          <a:spcPts val="2650"/>
                        </a:lnSpc>
                      </a:pPr>
                      <a:r>
                        <a:rPr dirty="0" sz="2450" spc="-10" b="1">
                          <a:latin typeface="Courier New"/>
                          <a:cs typeface="Courier New"/>
                        </a:rPr>
                        <a:t>FUBSW</a:t>
                      </a:r>
                      <a:endParaRPr sz="24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0"/>
                        </a:lnSpc>
                      </a:pPr>
                      <a:r>
                        <a:rPr dirty="0" sz="2450" spc="-10" b="1">
                          <a:latin typeface="Courier New"/>
                          <a:cs typeface="Courier New"/>
                        </a:rPr>
                        <a:t>DQDOB</a:t>
                      </a:r>
                      <a:endParaRPr sz="24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0"/>
                        </a:lnSpc>
                      </a:pPr>
                      <a:r>
                        <a:rPr dirty="0" sz="2450" spc="-10" b="1">
                          <a:latin typeface="Courier New"/>
                          <a:cs typeface="Courier New"/>
                        </a:rPr>
                        <a:t>VLVLV</a:t>
                      </a:r>
                      <a:endParaRPr sz="24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94615">
                        <a:lnSpc>
                          <a:spcPts val="2650"/>
                        </a:lnSpc>
                      </a:pPr>
                      <a:r>
                        <a:rPr dirty="0" sz="2450" spc="-25" b="1">
                          <a:latin typeface="Courier New"/>
                          <a:cs typeface="Courier New"/>
                        </a:rPr>
                        <a:t>IXQ</a:t>
                      </a:r>
                      <a:endParaRPr sz="24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86995">
                        <a:lnSpc>
                          <a:spcPts val="2650"/>
                        </a:lnSpc>
                      </a:pPr>
                      <a:r>
                        <a:rPr dirty="0" sz="2450" spc="-10" b="1">
                          <a:latin typeface="Courier New"/>
                          <a:cs typeface="Courier New"/>
                        </a:rPr>
                        <a:t>SHOFJ</a:t>
                      </a:r>
                      <a:endParaRPr sz="24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0"/>
                        </a:lnSpc>
                      </a:pPr>
                      <a:r>
                        <a:rPr dirty="0" sz="2450" spc="-10" b="1">
                          <a:latin typeface="Courier New"/>
                          <a:cs typeface="Courier New"/>
                        </a:rPr>
                        <a:t>QDQBO</a:t>
                      </a:r>
                      <a:endParaRPr sz="24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0"/>
                        </a:lnSpc>
                      </a:pPr>
                      <a:r>
                        <a:rPr dirty="0" sz="2450" spc="-10" b="1">
                          <a:latin typeface="Courier New"/>
                          <a:cs typeface="Courier New"/>
                        </a:rPr>
                        <a:t>IYIYI</a:t>
                      </a:r>
                      <a:endParaRPr sz="24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2650"/>
                        </a:lnSpc>
                      </a:pPr>
                      <a:r>
                        <a:rPr dirty="0" sz="2450" spc="-25" b="1">
                          <a:latin typeface="Courier New"/>
                          <a:cs typeface="Courier New"/>
                        </a:rPr>
                        <a:t>VKD</a:t>
                      </a:r>
                      <a:endParaRPr sz="24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4" name="object 4"/>
          <p:cNvSpPr/>
          <p:nvPr/>
        </p:nvSpPr>
        <p:spPr>
          <a:xfrm>
            <a:off x="874745" y="5045120"/>
            <a:ext cx="4323080" cy="447040"/>
          </a:xfrm>
          <a:custGeom>
            <a:avLst/>
            <a:gdLst/>
            <a:ahLst/>
            <a:cxnLst/>
            <a:rect l="l" t="t" r="r" b="b"/>
            <a:pathLst>
              <a:path w="4323080" h="447039">
                <a:moveTo>
                  <a:pt x="0" y="223489"/>
                </a:moveTo>
                <a:lnTo>
                  <a:pt x="1426" y="215295"/>
                </a:lnTo>
                <a:lnTo>
                  <a:pt x="5670" y="207177"/>
                </a:lnTo>
                <a:lnTo>
                  <a:pt x="49853" y="175545"/>
                </a:lnTo>
                <a:lnTo>
                  <a:pt x="87586" y="160306"/>
                </a:lnTo>
                <a:lnTo>
                  <a:pt x="135226" y="145506"/>
                </a:lnTo>
                <a:lnTo>
                  <a:pt x="192381" y="131185"/>
                </a:lnTo>
                <a:lnTo>
                  <a:pt x="258661" y="117383"/>
                </a:lnTo>
                <a:lnTo>
                  <a:pt x="333676" y="104141"/>
                </a:lnTo>
                <a:lnTo>
                  <a:pt x="374337" y="97742"/>
                </a:lnTo>
                <a:lnTo>
                  <a:pt x="417034" y="91499"/>
                </a:lnTo>
                <a:lnTo>
                  <a:pt x="461720" y="85415"/>
                </a:lnTo>
                <a:lnTo>
                  <a:pt x="508346" y="79497"/>
                </a:lnTo>
                <a:lnTo>
                  <a:pt x="556862" y="73749"/>
                </a:lnTo>
                <a:lnTo>
                  <a:pt x="607219" y="68177"/>
                </a:lnTo>
                <a:lnTo>
                  <a:pt x="659370" y="62784"/>
                </a:lnTo>
                <a:lnTo>
                  <a:pt x="713265" y="57578"/>
                </a:lnTo>
                <a:lnTo>
                  <a:pt x="768855" y="52561"/>
                </a:lnTo>
                <a:lnTo>
                  <a:pt x="826091" y="47740"/>
                </a:lnTo>
                <a:lnTo>
                  <a:pt x="884925" y="43120"/>
                </a:lnTo>
                <a:lnTo>
                  <a:pt x="945308" y="38705"/>
                </a:lnTo>
                <a:lnTo>
                  <a:pt x="1007191" y="34501"/>
                </a:lnTo>
                <a:lnTo>
                  <a:pt x="1070524" y="30512"/>
                </a:lnTo>
                <a:lnTo>
                  <a:pt x="1135260" y="26744"/>
                </a:lnTo>
                <a:lnTo>
                  <a:pt x="1201349" y="23202"/>
                </a:lnTo>
                <a:lnTo>
                  <a:pt x="1268743" y="19891"/>
                </a:lnTo>
                <a:lnTo>
                  <a:pt x="1337393" y="16816"/>
                </a:lnTo>
                <a:lnTo>
                  <a:pt x="1407249" y="13981"/>
                </a:lnTo>
                <a:lnTo>
                  <a:pt x="1478264" y="11393"/>
                </a:lnTo>
                <a:lnTo>
                  <a:pt x="1550388" y="9056"/>
                </a:lnTo>
                <a:lnTo>
                  <a:pt x="1623572" y="6974"/>
                </a:lnTo>
                <a:lnTo>
                  <a:pt x="1697767" y="5154"/>
                </a:lnTo>
                <a:lnTo>
                  <a:pt x="1772926" y="3600"/>
                </a:lnTo>
                <a:lnTo>
                  <a:pt x="1848998" y="2317"/>
                </a:lnTo>
                <a:lnTo>
                  <a:pt x="1925935" y="1311"/>
                </a:lnTo>
                <a:lnTo>
                  <a:pt x="2003689" y="586"/>
                </a:lnTo>
                <a:lnTo>
                  <a:pt x="2082210" y="147"/>
                </a:lnTo>
                <a:lnTo>
                  <a:pt x="2161449" y="0"/>
                </a:lnTo>
                <a:lnTo>
                  <a:pt x="2240689" y="147"/>
                </a:lnTo>
                <a:lnTo>
                  <a:pt x="2319209" y="586"/>
                </a:lnTo>
                <a:lnTo>
                  <a:pt x="2396963" y="1311"/>
                </a:lnTo>
                <a:lnTo>
                  <a:pt x="2473900" y="2317"/>
                </a:lnTo>
                <a:lnTo>
                  <a:pt x="2549973" y="3600"/>
                </a:lnTo>
                <a:lnTo>
                  <a:pt x="2625131" y="5154"/>
                </a:lnTo>
                <a:lnTo>
                  <a:pt x="2699327" y="6974"/>
                </a:lnTo>
                <a:lnTo>
                  <a:pt x="2772511" y="9056"/>
                </a:lnTo>
                <a:lnTo>
                  <a:pt x="2844634" y="11393"/>
                </a:lnTo>
                <a:lnTo>
                  <a:pt x="2915649" y="13981"/>
                </a:lnTo>
                <a:lnTo>
                  <a:pt x="2985505" y="16816"/>
                </a:lnTo>
                <a:lnTo>
                  <a:pt x="3054155" y="19891"/>
                </a:lnTo>
                <a:lnTo>
                  <a:pt x="3121549" y="23202"/>
                </a:lnTo>
                <a:lnTo>
                  <a:pt x="3187638" y="26744"/>
                </a:lnTo>
                <a:lnTo>
                  <a:pt x="3252374" y="30512"/>
                </a:lnTo>
                <a:lnTo>
                  <a:pt x="3315708" y="34501"/>
                </a:lnTo>
                <a:lnTo>
                  <a:pt x="3377591" y="38705"/>
                </a:lnTo>
                <a:lnTo>
                  <a:pt x="3437973" y="43120"/>
                </a:lnTo>
                <a:lnTo>
                  <a:pt x="3496807" y="47740"/>
                </a:lnTo>
                <a:lnTo>
                  <a:pt x="3554044" y="52561"/>
                </a:lnTo>
                <a:lnTo>
                  <a:pt x="3609634" y="57578"/>
                </a:lnTo>
                <a:lnTo>
                  <a:pt x="3663528" y="62784"/>
                </a:lnTo>
                <a:lnTo>
                  <a:pt x="3715679" y="68177"/>
                </a:lnTo>
                <a:lnTo>
                  <a:pt x="3766037" y="73749"/>
                </a:lnTo>
                <a:lnTo>
                  <a:pt x="3814553" y="79497"/>
                </a:lnTo>
                <a:lnTo>
                  <a:pt x="3861178" y="85415"/>
                </a:lnTo>
                <a:lnTo>
                  <a:pt x="3905864" y="91499"/>
                </a:lnTo>
                <a:lnTo>
                  <a:pt x="3948562" y="97742"/>
                </a:lnTo>
                <a:lnTo>
                  <a:pt x="3989223" y="104141"/>
                </a:lnTo>
                <a:lnTo>
                  <a:pt x="4027797" y="110689"/>
                </a:lnTo>
                <a:lnTo>
                  <a:pt x="4098494" y="124216"/>
                </a:lnTo>
                <a:lnTo>
                  <a:pt x="4160260" y="138283"/>
                </a:lnTo>
                <a:lnTo>
                  <a:pt x="4212706" y="152849"/>
                </a:lnTo>
                <a:lnTo>
                  <a:pt x="4255441" y="167873"/>
                </a:lnTo>
                <a:lnTo>
                  <a:pt x="4300481" y="191182"/>
                </a:lnTo>
                <a:lnTo>
                  <a:pt x="4322899" y="223489"/>
                </a:lnTo>
                <a:lnTo>
                  <a:pt x="4321473" y="231682"/>
                </a:lnTo>
                <a:lnTo>
                  <a:pt x="4317229" y="239801"/>
                </a:lnTo>
                <a:lnTo>
                  <a:pt x="4273045" y="271433"/>
                </a:lnTo>
                <a:lnTo>
                  <a:pt x="4235312" y="286671"/>
                </a:lnTo>
                <a:lnTo>
                  <a:pt x="4187673" y="301472"/>
                </a:lnTo>
                <a:lnTo>
                  <a:pt x="4130518" y="315793"/>
                </a:lnTo>
                <a:lnTo>
                  <a:pt x="4064237" y="329595"/>
                </a:lnTo>
                <a:lnTo>
                  <a:pt x="3989223" y="342837"/>
                </a:lnTo>
                <a:lnTo>
                  <a:pt x="3948562" y="349235"/>
                </a:lnTo>
                <a:lnTo>
                  <a:pt x="3905864" y="355479"/>
                </a:lnTo>
                <a:lnTo>
                  <a:pt x="3861178" y="361562"/>
                </a:lnTo>
                <a:lnTo>
                  <a:pt x="3814553" y="367480"/>
                </a:lnTo>
                <a:lnTo>
                  <a:pt x="3766037" y="373228"/>
                </a:lnTo>
                <a:lnTo>
                  <a:pt x="3715679" y="378801"/>
                </a:lnTo>
                <a:lnTo>
                  <a:pt x="3663528" y="384193"/>
                </a:lnTo>
                <a:lnTo>
                  <a:pt x="3609634" y="389400"/>
                </a:lnTo>
                <a:lnTo>
                  <a:pt x="3554044" y="394416"/>
                </a:lnTo>
                <a:lnTo>
                  <a:pt x="3496807" y="399237"/>
                </a:lnTo>
                <a:lnTo>
                  <a:pt x="3437973" y="403858"/>
                </a:lnTo>
                <a:lnTo>
                  <a:pt x="3377591" y="408272"/>
                </a:lnTo>
                <a:lnTo>
                  <a:pt x="3315708" y="412477"/>
                </a:lnTo>
                <a:lnTo>
                  <a:pt x="3252374" y="416465"/>
                </a:lnTo>
                <a:lnTo>
                  <a:pt x="3187638" y="420233"/>
                </a:lnTo>
                <a:lnTo>
                  <a:pt x="3121549" y="423775"/>
                </a:lnTo>
                <a:lnTo>
                  <a:pt x="3054155" y="427086"/>
                </a:lnTo>
                <a:lnTo>
                  <a:pt x="2985505" y="430161"/>
                </a:lnTo>
                <a:lnTo>
                  <a:pt x="2915649" y="432996"/>
                </a:lnTo>
                <a:lnTo>
                  <a:pt x="2844634" y="435584"/>
                </a:lnTo>
                <a:lnTo>
                  <a:pt x="2772511" y="437922"/>
                </a:lnTo>
                <a:lnTo>
                  <a:pt x="2699327" y="440003"/>
                </a:lnTo>
                <a:lnTo>
                  <a:pt x="2625131" y="441823"/>
                </a:lnTo>
                <a:lnTo>
                  <a:pt x="2549973" y="443377"/>
                </a:lnTo>
                <a:lnTo>
                  <a:pt x="2473900" y="444660"/>
                </a:lnTo>
                <a:lnTo>
                  <a:pt x="2396963" y="445666"/>
                </a:lnTo>
                <a:lnTo>
                  <a:pt x="2319209" y="446392"/>
                </a:lnTo>
                <a:lnTo>
                  <a:pt x="2240689" y="446830"/>
                </a:lnTo>
                <a:lnTo>
                  <a:pt x="2161449" y="446978"/>
                </a:lnTo>
                <a:lnTo>
                  <a:pt x="2082210" y="446830"/>
                </a:lnTo>
                <a:lnTo>
                  <a:pt x="2003689" y="446392"/>
                </a:lnTo>
                <a:lnTo>
                  <a:pt x="1925935" y="445666"/>
                </a:lnTo>
                <a:lnTo>
                  <a:pt x="1848998" y="444660"/>
                </a:lnTo>
                <a:lnTo>
                  <a:pt x="1772926" y="443377"/>
                </a:lnTo>
                <a:lnTo>
                  <a:pt x="1697767" y="441823"/>
                </a:lnTo>
                <a:lnTo>
                  <a:pt x="1623572" y="440003"/>
                </a:lnTo>
                <a:lnTo>
                  <a:pt x="1550388" y="437922"/>
                </a:lnTo>
                <a:lnTo>
                  <a:pt x="1478264" y="435584"/>
                </a:lnTo>
                <a:lnTo>
                  <a:pt x="1407249" y="432996"/>
                </a:lnTo>
                <a:lnTo>
                  <a:pt x="1337393" y="430161"/>
                </a:lnTo>
                <a:lnTo>
                  <a:pt x="1268743" y="427086"/>
                </a:lnTo>
                <a:lnTo>
                  <a:pt x="1201349" y="423775"/>
                </a:lnTo>
                <a:lnTo>
                  <a:pt x="1135260" y="420233"/>
                </a:lnTo>
                <a:lnTo>
                  <a:pt x="1070524" y="416465"/>
                </a:lnTo>
                <a:lnTo>
                  <a:pt x="1007190" y="412476"/>
                </a:lnTo>
                <a:lnTo>
                  <a:pt x="945308" y="408272"/>
                </a:lnTo>
                <a:lnTo>
                  <a:pt x="884925" y="403857"/>
                </a:lnTo>
                <a:lnTo>
                  <a:pt x="826091" y="399237"/>
                </a:lnTo>
                <a:lnTo>
                  <a:pt x="768855" y="394416"/>
                </a:lnTo>
                <a:lnTo>
                  <a:pt x="713265" y="389399"/>
                </a:lnTo>
                <a:lnTo>
                  <a:pt x="659370" y="384193"/>
                </a:lnTo>
                <a:lnTo>
                  <a:pt x="607219" y="378800"/>
                </a:lnTo>
                <a:lnTo>
                  <a:pt x="556861" y="373228"/>
                </a:lnTo>
                <a:lnTo>
                  <a:pt x="508345" y="367480"/>
                </a:lnTo>
                <a:lnTo>
                  <a:pt x="461720" y="361562"/>
                </a:lnTo>
                <a:lnTo>
                  <a:pt x="417034" y="355478"/>
                </a:lnTo>
                <a:lnTo>
                  <a:pt x="374336" y="349235"/>
                </a:lnTo>
                <a:lnTo>
                  <a:pt x="333675" y="342836"/>
                </a:lnTo>
                <a:lnTo>
                  <a:pt x="295101" y="336288"/>
                </a:lnTo>
                <a:lnTo>
                  <a:pt x="224404" y="322761"/>
                </a:lnTo>
                <a:lnTo>
                  <a:pt x="162638" y="308694"/>
                </a:lnTo>
                <a:lnTo>
                  <a:pt x="110192" y="294128"/>
                </a:lnTo>
                <a:lnTo>
                  <a:pt x="67457" y="279104"/>
                </a:lnTo>
                <a:lnTo>
                  <a:pt x="22417" y="255795"/>
                </a:lnTo>
                <a:lnTo>
                  <a:pt x="0" y="223489"/>
                </a:lnTo>
                <a:close/>
              </a:path>
            </a:pathLst>
          </a:custGeom>
          <a:ln w="39439">
            <a:solidFill>
              <a:srgbClr val="FF26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2415957" y="6645815"/>
            <a:ext cx="1918335" cy="5937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700" spc="-10">
                <a:solidFill>
                  <a:srgbClr val="FF0000"/>
                </a:solidFill>
                <a:latin typeface="Times New Roman"/>
                <a:cs typeface="Times New Roman"/>
              </a:rPr>
              <a:t>Plaintext?</a:t>
            </a:r>
            <a:endParaRPr sz="37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885526" y="6645815"/>
            <a:ext cx="1238885" cy="5937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700">
                <a:solidFill>
                  <a:srgbClr val="FF0000"/>
                </a:solidFill>
                <a:latin typeface="Times New Roman"/>
                <a:cs typeface="Times New Roman"/>
              </a:rPr>
              <a:t>k</a:t>
            </a:r>
            <a:r>
              <a:rPr dirty="0" sz="3700" spc="5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3700">
                <a:solidFill>
                  <a:srgbClr val="FF0000"/>
                </a:solidFill>
                <a:latin typeface="Times New Roman"/>
                <a:cs typeface="Times New Roman"/>
              </a:rPr>
              <a:t>=</a:t>
            </a:r>
            <a:r>
              <a:rPr dirty="0" sz="3700" spc="5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3700" spc="-25">
                <a:solidFill>
                  <a:srgbClr val="FF0000"/>
                </a:solidFill>
                <a:latin typeface="Times New Roman"/>
                <a:cs typeface="Times New Roman"/>
              </a:rPr>
              <a:t>17</a:t>
            </a:r>
            <a:endParaRPr sz="37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175284" y="6731267"/>
            <a:ext cx="117475" cy="2463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50" spc="-50">
                <a:latin typeface="Times New Roman"/>
                <a:cs typeface="Times New Roman"/>
              </a:rPr>
              <a:t>8</a:t>
            </a:r>
            <a:endParaRPr sz="14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47168" rIns="0" bIns="0" rtlCol="0" vert="horz">
            <a:spAutoFit/>
          </a:bodyPr>
          <a:lstStyle/>
          <a:p>
            <a:pPr marL="702310">
              <a:lnSpc>
                <a:spcPct val="100000"/>
              </a:lnSpc>
              <a:spcBef>
                <a:spcPts val="105"/>
              </a:spcBef>
            </a:pPr>
            <a:r>
              <a:rPr dirty="0"/>
              <a:t>Old</a:t>
            </a:r>
            <a:r>
              <a:rPr dirty="0" spc="-35"/>
              <a:t> </a:t>
            </a:r>
            <a:r>
              <a:rPr dirty="0"/>
              <a:t>cipher</a:t>
            </a:r>
            <a:r>
              <a:rPr dirty="0" spc="-30"/>
              <a:t> </a:t>
            </a:r>
            <a:r>
              <a:rPr dirty="0"/>
              <a:t>systems</a:t>
            </a:r>
            <a:r>
              <a:rPr dirty="0" spc="-30"/>
              <a:t> </a:t>
            </a:r>
            <a:r>
              <a:rPr dirty="0"/>
              <a:t>(pre</a:t>
            </a:r>
            <a:r>
              <a:rPr dirty="0" spc="-35"/>
              <a:t> </a:t>
            </a:r>
            <a:r>
              <a:rPr dirty="0"/>
              <a:t>1900)</a:t>
            </a:r>
            <a:r>
              <a:rPr dirty="0" spc="-30"/>
              <a:t> </a:t>
            </a:r>
            <a:r>
              <a:rPr dirty="0" spc="-25"/>
              <a:t>(2)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801220" y="2161242"/>
            <a:ext cx="2577465" cy="5302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367030" indent="-354330">
              <a:lnSpc>
                <a:spcPct val="100000"/>
              </a:lnSpc>
              <a:spcBef>
                <a:spcPts val="110"/>
              </a:spcBef>
              <a:buChar char="•"/>
              <a:tabLst>
                <a:tab pos="367030" algn="l"/>
              </a:tabLst>
            </a:pPr>
            <a:r>
              <a:rPr dirty="0" sz="3300" spc="-10">
                <a:latin typeface="Times New Roman"/>
                <a:cs typeface="Times New Roman"/>
              </a:rPr>
              <a:t>Substitutions</a:t>
            </a:r>
            <a:endParaRPr sz="33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274421" y="2692357"/>
            <a:ext cx="201295" cy="4044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450" spc="-50">
                <a:solidFill>
                  <a:srgbClr val="00C663"/>
                </a:solidFill>
                <a:latin typeface="Arial"/>
                <a:cs typeface="Arial"/>
              </a:rPr>
              <a:t>–</a:t>
            </a:r>
            <a:endParaRPr sz="24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576746" y="3423298"/>
            <a:ext cx="639445" cy="4044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450" spc="-25" b="1">
                <a:solidFill>
                  <a:srgbClr val="00C663"/>
                </a:solidFill>
                <a:latin typeface="Arial"/>
                <a:cs typeface="Arial"/>
              </a:rPr>
              <a:t>XYZ</a:t>
            </a:r>
            <a:endParaRPr sz="245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551346" y="2738041"/>
            <a:ext cx="7197725" cy="7188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r" marR="501015">
              <a:lnSpc>
                <a:spcPts val="2730"/>
              </a:lnSpc>
              <a:spcBef>
                <a:spcPts val="95"/>
              </a:spcBef>
            </a:pPr>
            <a:r>
              <a:rPr dirty="0" sz="2900">
                <a:solidFill>
                  <a:srgbClr val="FF0000"/>
                </a:solidFill>
                <a:latin typeface="Arial"/>
                <a:cs typeface="Arial"/>
              </a:rPr>
              <a:t>!</a:t>
            </a:r>
            <a:r>
              <a:rPr dirty="0" sz="2900" spc="-4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900">
                <a:solidFill>
                  <a:srgbClr val="FF0000"/>
                </a:solidFill>
                <a:latin typeface="Arial"/>
                <a:cs typeface="Arial"/>
              </a:rPr>
              <a:t>Easy</a:t>
            </a:r>
            <a:r>
              <a:rPr dirty="0" sz="2900" spc="-4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900" spc="-25">
                <a:solidFill>
                  <a:srgbClr val="FF0000"/>
                </a:solidFill>
                <a:latin typeface="Arial"/>
                <a:cs typeface="Arial"/>
              </a:rPr>
              <a:t>to</a:t>
            </a:r>
            <a:endParaRPr sz="2900">
              <a:latin typeface="Arial"/>
              <a:cs typeface="Arial"/>
            </a:endParaRPr>
          </a:p>
          <a:p>
            <a:pPr marL="38100">
              <a:lnSpc>
                <a:spcPts val="2730"/>
              </a:lnSpc>
              <a:tabLst>
                <a:tab pos="5255895" algn="l"/>
              </a:tabLst>
            </a:pPr>
            <a:r>
              <a:rPr dirty="0" sz="2450" spc="-10" b="1">
                <a:solidFill>
                  <a:srgbClr val="00C663"/>
                </a:solidFill>
                <a:latin typeface="Arial"/>
                <a:cs typeface="Arial"/>
              </a:rPr>
              <a:t>ABCDEFGHIJKLMNOPQRSTUVW</a:t>
            </a:r>
            <a:r>
              <a:rPr dirty="0" sz="2450" b="1">
                <a:solidFill>
                  <a:srgbClr val="00C663"/>
                </a:solidFill>
                <a:latin typeface="Arial"/>
                <a:cs typeface="Arial"/>
              </a:rPr>
              <a:t>	</a:t>
            </a:r>
            <a:r>
              <a:rPr dirty="0" baseline="-29693" sz="4350">
                <a:solidFill>
                  <a:srgbClr val="FF0000"/>
                </a:solidFill>
                <a:latin typeface="Arial"/>
                <a:cs typeface="Arial"/>
              </a:rPr>
              <a:t>break</a:t>
            </a:r>
            <a:r>
              <a:rPr dirty="0" baseline="-29693" sz="4350" spc="-89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baseline="-29693" sz="4350" spc="-15">
                <a:solidFill>
                  <a:srgbClr val="FF0000"/>
                </a:solidFill>
                <a:latin typeface="Arial"/>
                <a:cs typeface="Arial"/>
              </a:rPr>
              <a:t>using</a:t>
            </a:r>
            <a:endParaRPr baseline="-29693" sz="43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274421" y="3836096"/>
            <a:ext cx="201295" cy="4044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450" spc="-50">
                <a:solidFill>
                  <a:srgbClr val="0533E9"/>
                </a:solidFill>
                <a:latin typeface="Arial"/>
                <a:cs typeface="Arial"/>
              </a:rPr>
              <a:t>–</a:t>
            </a:r>
            <a:endParaRPr sz="24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576746" y="4185791"/>
            <a:ext cx="5020945" cy="772160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marL="12700" marR="5080">
              <a:lnSpc>
                <a:spcPts val="2900"/>
              </a:lnSpc>
              <a:spcBef>
                <a:spcPts val="265"/>
              </a:spcBef>
            </a:pPr>
            <a:r>
              <a:rPr dirty="0" sz="2450" spc="-10" b="1">
                <a:solidFill>
                  <a:srgbClr val="0533E9"/>
                </a:solidFill>
                <a:latin typeface="Arial"/>
                <a:cs typeface="Arial"/>
              </a:rPr>
              <a:t>MZNJSOAXFQGYKHLUCTDVWBI </a:t>
            </a:r>
            <a:r>
              <a:rPr dirty="0" sz="2450" spc="-25" b="1">
                <a:solidFill>
                  <a:srgbClr val="0533E9"/>
                </a:solidFill>
                <a:latin typeface="Arial"/>
                <a:cs typeface="Arial"/>
              </a:rPr>
              <a:t>PER</a:t>
            </a:r>
            <a:endParaRPr sz="24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775820" y="5121603"/>
            <a:ext cx="2907665" cy="1572260"/>
          </a:xfrm>
          <a:prstGeom prst="rect">
            <a:avLst/>
          </a:prstGeom>
        </p:spPr>
        <p:txBody>
          <a:bodyPr wrap="square" lIns="0" tIns="48895" rIns="0" bIns="0" rtlCol="0" vert="horz">
            <a:spAutoFit/>
          </a:bodyPr>
          <a:lstStyle/>
          <a:p>
            <a:pPr marL="880744">
              <a:lnSpc>
                <a:spcPct val="100000"/>
              </a:lnSpc>
              <a:spcBef>
                <a:spcPts val="385"/>
              </a:spcBef>
            </a:pPr>
            <a:r>
              <a:rPr dirty="0" sz="2450" spc="-10" b="1">
                <a:solidFill>
                  <a:srgbClr val="00C663"/>
                </a:solidFill>
                <a:latin typeface="Arial"/>
                <a:cs typeface="Arial"/>
              </a:rPr>
              <a:t>TRANS</a:t>
            </a:r>
            <a:endParaRPr sz="2450">
              <a:latin typeface="Arial"/>
              <a:cs typeface="Arial"/>
            </a:endParaRPr>
          </a:p>
          <a:p>
            <a:pPr marL="392430" indent="-354330">
              <a:lnSpc>
                <a:spcPct val="100000"/>
              </a:lnSpc>
              <a:spcBef>
                <a:spcPts val="355"/>
              </a:spcBef>
              <a:buChar char="•"/>
              <a:tabLst>
                <a:tab pos="392430" algn="l"/>
              </a:tabLst>
            </a:pPr>
            <a:r>
              <a:rPr dirty="0" sz="3300" spc="-10">
                <a:latin typeface="Times New Roman"/>
                <a:cs typeface="Times New Roman"/>
              </a:rPr>
              <a:t>T</a:t>
            </a:r>
            <a:r>
              <a:rPr dirty="0" sz="3300" spc="-5">
                <a:latin typeface="Times New Roman"/>
                <a:cs typeface="Times New Roman"/>
              </a:rPr>
              <a:t>r</a:t>
            </a:r>
            <a:r>
              <a:rPr dirty="0" sz="3300" spc="-760">
                <a:latin typeface="Times New Roman"/>
                <a:cs typeface="Times New Roman"/>
              </a:rPr>
              <a:t>a</a:t>
            </a:r>
            <a:r>
              <a:rPr dirty="0" baseline="-7936" sz="3675" spc="-1357" b="1">
                <a:solidFill>
                  <a:srgbClr val="00C663"/>
                </a:solidFill>
                <a:latin typeface="Arial"/>
                <a:cs typeface="Arial"/>
              </a:rPr>
              <a:t>P</a:t>
            </a:r>
            <a:r>
              <a:rPr dirty="0" sz="3300" spc="-760">
                <a:latin typeface="Times New Roman"/>
                <a:cs typeface="Times New Roman"/>
              </a:rPr>
              <a:t>n</a:t>
            </a:r>
            <a:r>
              <a:rPr dirty="0" baseline="-7936" sz="3675" spc="-1770" b="1">
                <a:solidFill>
                  <a:srgbClr val="00C663"/>
                </a:solidFill>
                <a:latin typeface="Arial"/>
                <a:cs typeface="Arial"/>
              </a:rPr>
              <a:t>O</a:t>
            </a:r>
            <a:r>
              <a:rPr dirty="0" sz="3300" spc="-114">
                <a:latin typeface="Times New Roman"/>
                <a:cs typeface="Times New Roman"/>
              </a:rPr>
              <a:t>s</a:t>
            </a:r>
            <a:r>
              <a:rPr dirty="0" baseline="-7936" sz="3675" spc="-2310" b="1">
                <a:solidFill>
                  <a:srgbClr val="00C663"/>
                </a:solidFill>
                <a:latin typeface="Arial"/>
                <a:cs typeface="Arial"/>
              </a:rPr>
              <a:t>S</a:t>
            </a:r>
            <a:r>
              <a:rPr dirty="0" sz="3300" spc="-114">
                <a:latin typeface="Times New Roman"/>
                <a:cs typeface="Times New Roman"/>
              </a:rPr>
              <a:t>p</a:t>
            </a:r>
            <a:r>
              <a:rPr dirty="0" baseline="-7936" sz="3675" spc="-869" b="1">
                <a:solidFill>
                  <a:srgbClr val="00C663"/>
                </a:solidFill>
                <a:latin typeface="Arial"/>
                <a:cs typeface="Arial"/>
              </a:rPr>
              <a:t>I</a:t>
            </a:r>
            <a:r>
              <a:rPr dirty="0" sz="3300" spc="-1080">
                <a:latin typeface="Times New Roman"/>
                <a:cs typeface="Times New Roman"/>
              </a:rPr>
              <a:t>o</a:t>
            </a:r>
            <a:r>
              <a:rPr dirty="0" baseline="-7936" sz="3675" spc="-675" b="1">
                <a:solidFill>
                  <a:srgbClr val="00C663"/>
                </a:solidFill>
                <a:latin typeface="Arial"/>
                <a:cs typeface="Arial"/>
              </a:rPr>
              <a:t>T</a:t>
            </a:r>
            <a:r>
              <a:rPr dirty="0" sz="3300" spc="-5">
                <a:latin typeface="Times New Roman"/>
                <a:cs typeface="Times New Roman"/>
              </a:rPr>
              <a:t>s</a:t>
            </a:r>
            <a:r>
              <a:rPr dirty="0" sz="3300" spc="-10">
                <a:latin typeface="Times New Roman"/>
                <a:cs typeface="Times New Roman"/>
              </a:rPr>
              <a:t>itions</a:t>
            </a:r>
            <a:endParaRPr sz="3300">
              <a:latin typeface="Times New Roman"/>
              <a:cs typeface="Times New Roman"/>
            </a:endParaRPr>
          </a:p>
          <a:p>
            <a:pPr marL="880744">
              <a:lnSpc>
                <a:spcPct val="100000"/>
              </a:lnSpc>
              <a:spcBef>
                <a:spcPts val="1689"/>
              </a:spcBef>
            </a:pPr>
            <a:r>
              <a:rPr dirty="0" sz="2450" spc="-20" b="1">
                <a:solidFill>
                  <a:srgbClr val="00C663"/>
                </a:solidFill>
                <a:latin typeface="Arial"/>
                <a:cs typeface="Arial"/>
              </a:rPr>
              <a:t>IONS</a:t>
            </a:r>
            <a:endParaRPr sz="245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860602" y="4961759"/>
            <a:ext cx="972819" cy="210820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52800"/>
              </a:lnSpc>
              <a:spcBef>
                <a:spcPts val="90"/>
              </a:spcBef>
            </a:pPr>
            <a:r>
              <a:rPr dirty="0" sz="2450" b="1">
                <a:solidFill>
                  <a:srgbClr val="0533E9"/>
                </a:solidFill>
                <a:latin typeface="Arial"/>
                <a:cs typeface="Arial"/>
              </a:rPr>
              <a:t>ORI</a:t>
            </a:r>
            <a:r>
              <a:rPr dirty="0" sz="2450" spc="50" b="1">
                <a:solidFill>
                  <a:srgbClr val="0533E9"/>
                </a:solidFill>
                <a:latin typeface="Arial"/>
                <a:cs typeface="Arial"/>
              </a:rPr>
              <a:t> </a:t>
            </a:r>
            <a:r>
              <a:rPr dirty="0" sz="2450" spc="-50" b="1">
                <a:solidFill>
                  <a:srgbClr val="0533E9"/>
                </a:solidFill>
                <a:latin typeface="Arial"/>
                <a:cs typeface="Arial"/>
              </a:rPr>
              <a:t>S </a:t>
            </a:r>
            <a:r>
              <a:rPr dirty="0" sz="2450" spc="-10" b="1">
                <a:solidFill>
                  <a:srgbClr val="0533E9"/>
                </a:solidFill>
                <a:latin typeface="Arial"/>
                <a:cs typeface="Arial"/>
              </a:rPr>
              <a:t>NOTIT</a:t>
            </a:r>
            <a:endParaRPr sz="2450">
              <a:latin typeface="Arial"/>
              <a:cs typeface="Arial"/>
            </a:endParaRPr>
          </a:p>
          <a:p>
            <a:pPr marL="12700" marR="40005">
              <a:lnSpc>
                <a:spcPct val="100699"/>
              </a:lnSpc>
              <a:spcBef>
                <a:spcPts val="1490"/>
              </a:spcBef>
            </a:pPr>
            <a:r>
              <a:rPr dirty="0" sz="2450" spc="-20" b="1">
                <a:solidFill>
                  <a:srgbClr val="0533E9"/>
                </a:solidFill>
                <a:latin typeface="Arial"/>
                <a:cs typeface="Arial"/>
              </a:rPr>
              <a:t>OSAN </a:t>
            </a:r>
            <a:r>
              <a:rPr dirty="0" sz="2450" spc="-50" b="1">
                <a:solidFill>
                  <a:srgbClr val="0533E9"/>
                </a:solidFill>
                <a:latin typeface="Arial"/>
                <a:cs typeface="Arial"/>
              </a:rPr>
              <a:t>P</a:t>
            </a:r>
            <a:endParaRPr sz="245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795111" y="3618852"/>
            <a:ext cx="1805939" cy="914400"/>
          </a:xfrm>
          <a:prstGeom prst="rect">
            <a:avLst/>
          </a:prstGeom>
        </p:spPr>
        <p:txBody>
          <a:bodyPr wrap="square" lIns="0" tIns="7620" rIns="0" bIns="0" rtlCol="0" vert="horz">
            <a:spAutoFit/>
          </a:bodyPr>
          <a:lstStyle/>
          <a:p>
            <a:pPr marL="12700" marR="5080">
              <a:lnSpc>
                <a:spcPct val="101099"/>
              </a:lnSpc>
              <a:spcBef>
                <a:spcPts val="60"/>
              </a:spcBef>
            </a:pPr>
            <a:r>
              <a:rPr dirty="0" sz="2900" spc="-10">
                <a:solidFill>
                  <a:srgbClr val="FF0000"/>
                </a:solidFill>
                <a:latin typeface="Arial"/>
                <a:cs typeface="Arial"/>
              </a:rPr>
              <a:t>statistical techniques</a:t>
            </a:r>
            <a:endParaRPr sz="29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175284" y="6731267"/>
            <a:ext cx="117475" cy="2463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50" spc="-50">
                <a:latin typeface="Times New Roman"/>
                <a:cs typeface="Times New Roman"/>
              </a:rPr>
              <a:t>9</a:t>
            </a:r>
            <a:endParaRPr sz="14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609998" y="775938"/>
            <a:ext cx="1953260" cy="72009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10"/>
              <a:t>Security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37867" y="1840797"/>
            <a:ext cx="8663940" cy="3961765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marL="379730" marR="17780" indent="-354965">
              <a:lnSpc>
                <a:spcPts val="3929"/>
              </a:lnSpc>
              <a:spcBef>
                <a:spcPts val="265"/>
              </a:spcBef>
              <a:buChar char="•"/>
              <a:tabLst>
                <a:tab pos="379730" algn="l"/>
              </a:tabLst>
            </a:pPr>
            <a:r>
              <a:rPr dirty="0" sz="3300">
                <a:latin typeface="Times New Roman"/>
                <a:cs typeface="Times New Roman"/>
              </a:rPr>
              <a:t>there</a:t>
            </a:r>
            <a:r>
              <a:rPr dirty="0" sz="3300" spc="-2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are</a:t>
            </a:r>
            <a:r>
              <a:rPr dirty="0" sz="3300" spc="-10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n!</a:t>
            </a:r>
            <a:r>
              <a:rPr dirty="0" sz="3300" spc="-10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different</a:t>
            </a:r>
            <a:r>
              <a:rPr dirty="0" sz="3300" spc="-1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substitutions</a:t>
            </a:r>
            <a:r>
              <a:rPr dirty="0" sz="3300" spc="-10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on</a:t>
            </a:r>
            <a:r>
              <a:rPr dirty="0" sz="3300" spc="-10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an</a:t>
            </a:r>
            <a:r>
              <a:rPr dirty="0" sz="3300" spc="-10">
                <a:latin typeface="Times New Roman"/>
                <a:cs typeface="Times New Roman"/>
              </a:rPr>
              <a:t> alphabet </a:t>
            </a:r>
            <a:r>
              <a:rPr dirty="0" sz="3300">
                <a:latin typeface="Times New Roman"/>
                <a:cs typeface="Times New Roman"/>
              </a:rPr>
              <a:t>with</a:t>
            </a:r>
            <a:r>
              <a:rPr dirty="0" sz="3300" spc="-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n</a:t>
            </a:r>
            <a:r>
              <a:rPr dirty="0" sz="3300" spc="-5">
                <a:latin typeface="Times New Roman"/>
                <a:cs typeface="Times New Roman"/>
              </a:rPr>
              <a:t> </a:t>
            </a:r>
            <a:r>
              <a:rPr dirty="0" sz="3300" spc="-10">
                <a:latin typeface="Times New Roman"/>
                <a:cs typeface="Times New Roman"/>
              </a:rPr>
              <a:t>letters</a:t>
            </a:r>
            <a:endParaRPr sz="3300">
              <a:latin typeface="Times New Roman"/>
              <a:cs typeface="Times New Roman"/>
            </a:endParaRPr>
          </a:p>
          <a:p>
            <a:pPr marL="379730" indent="-354330">
              <a:lnSpc>
                <a:spcPct val="100000"/>
              </a:lnSpc>
              <a:spcBef>
                <a:spcPts val="750"/>
              </a:spcBef>
              <a:buChar char="•"/>
              <a:tabLst>
                <a:tab pos="379730" algn="l"/>
              </a:tabLst>
            </a:pPr>
            <a:r>
              <a:rPr dirty="0" sz="3300">
                <a:latin typeface="Times New Roman"/>
                <a:cs typeface="Times New Roman"/>
              </a:rPr>
              <a:t>there</a:t>
            </a:r>
            <a:r>
              <a:rPr dirty="0" sz="3300" spc="-2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are</a:t>
            </a:r>
            <a:r>
              <a:rPr dirty="0" sz="3300" spc="-10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n!</a:t>
            </a:r>
            <a:r>
              <a:rPr dirty="0" sz="3300" spc="-10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different</a:t>
            </a:r>
            <a:r>
              <a:rPr dirty="0" sz="3300" spc="-1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transpositions</a:t>
            </a:r>
            <a:r>
              <a:rPr dirty="0" sz="3300" spc="-10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of</a:t>
            </a:r>
            <a:r>
              <a:rPr dirty="0" sz="3300" spc="-10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n</a:t>
            </a:r>
            <a:r>
              <a:rPr dirty="0" sz="3300" spc="-10">
                <a:latin typeface="Times New Roman"/>
                <a:cs typeface="Times New Roman"/>
              </a:rPr>
              <a:t> letters</a:t>
            </a:r>
            <a:endParaRPr sz="3300">
              <a:latin typeface="Times New Roman"/>
              <a:cs typeface="Times New Roman"/>
            </a:endParaRPr>
          </a:p>
          <a:p>
            <a:pPr marL="379730" indent="-354330">
              <a:lnSpc>
                <a:spcPct val="100000"/>
              </a:lnSpc>
              <a:spcBef>
                <a:spcPts val="805"/>
              </a:spcBef>
              <a:buChar char="•"/>
              <a:tabLst>
                <a:tab pos="379730" algn="l"/>
              </a:tabLst>
            </a:pPr>
            <a:r>
              <a:rPr dirty="0" sz="3300">
                <a:latin typeface="Times New Roman"/>
                <a:cs typeface="Times New Roman"/>
              </a:rPr>
              <a:t>n=26:</a:t>
            </a:r>
            <a:r>
              <a:rPr dirty="0" sz="3300" spc="85">
                <a:latin typeface="Times New Roman"/>
                <a:cs typeface="Times New Roman"/>
              </a:rPr>
              <a:t> </a:t>
            </a:r>
            <a:r>
              <a:rPr dirty="0" sz="2450" b="1">
                <a:solidFill>
                  <a:srgbClr val="CC0000"/>
                </a:solidFill>
                <a:latin typeface="Times New Roman"/>
                <a:cs typeface="Times New Roman"/>
              </a:rPr>
              <a:t>n!=403291461126605635584000000</a:t>
            </a:r>
            <a:r>
              <a:rPr dirty="0" sz="2450" spc="70" b="1">
                <a:solidFill>
                  <a:srgbClr val="CC0000"/>
                </a:solidFill>
                <a:latin typeface="Times New Roman"/>
                <a:cs typeface="Times New Roman"/>
              </a:rPr>
              <a:t> </a:t>
            </a:r>
            <a:r>
              <a:rPr dirty="0" sz="2450" b="1">
                <a:solidFill>
                  <a:srgbClr val="CC0000"/>
                </a:solidFill>
                <a:latin typeface="Times New Roman"/>
                <a:cs typeface="Times New Roman"/>
              </a:rPr>
              <a:t>=</a:t>
            </a:r>
            <a:r>
              <a:rPr dirty="0" sz="2450" spc="75" b="1">
                <a:solidFill>
                  <a:srgbClr val="CC0000"/>
                </a:solidFill>
                <a:latin typeface="Times New Roman"/>
                <a:cs typeface="Times New Roman"/>
              </a:rPr>
              <a:t> </a:t>
            </a:r>
            <a:r>
              <a:rPr dirty="0" sz="2450" b="1">
                <a:solidFill>
                  <a:srgbClr val="CC0000"/>
                </a:solidFill>
                <a:latin typeface="Times New Roman"/>
                <a:cs typeface="Times New Roman"/>
              </a:rPr>
              <a:t>4</a:t>
            </a:r>
            <a:r>
              <a:rPr dirty="0" sz="2450" spc="70" b="1">
                <a:solidFill>
                  <a:srgbClr val="CC0000"/>
                </a:solidFill>
                <a:latin typeface="Times New Roman"/>
                <a:cs typeface="Times New Roman"/>
              </a:rPr>
              <a:t> </a:t>
            </a:r>
            <a:r>
              <a:rPr dirty="0" sz="2450" b="1">
                <a:solidFill>
                  <a:srgbClr val="CC0000"/>
                </a:solidFill>
                <a:latin typeface="Times New Roman"/>
                <a:cs typeface="Times New Roman"/>
              </a:rPr>
              <a:t>.</a:t>
            </a:r>
            <a:r>
              <a:rPr dirty="0" sz="2450" spc="70" b="1">
                <a:solidFill>
                  <a:srgbClr val="CC0000"/>
                </a:solidFill>
                <a:latin typeface="Times New Roman"/>
                <a:cs typeface="Times New Roman"/>
              </a:rPr>
              <a:t> </a:t>
            </a:r>
            <a:r>
              <a:rPr dirty="0" sz="2450" b="1">
                <a:solidFill>
                  <a:srgbClr val="CC0000"/>
                </a:solidFill>
                <a:latin typeface="Times New Roman"/>
                <a:cs typeface="Times New Roman"/>
              </a:rPr>
              <a:t>10</a:t>
            </a:r>
            <a:r>
              <a:rPr dirty="0" baseline="25252" sz="2475" b="1">
                <a:solidFill>
                  <a:srgbClr val="CC0000"/>
                </a:solidFill>
                <a:latin typeface="Times New Roman"/>
                <a:cs typeface="Times New Roman"/>
              </a:rPr>
              <a:t>26</a:t>
            </a:r>
            <a:r>
              <a:rPr dirty="0" baseline="25252" sz="2475" spc="397" b="1">
                <a:solidFill>
                  <a:srgbClr val="CC0000"/>
                </a:solidFill>
                <a:latin typeface="Times New Roman"/>
                <a:cs typeface="Times New Roman"/>
              </a:rPr>
              <a:t> </a:t>
            </a:r>
            <a:r>
              <a:rPr dirty="0" sz="2450" spc="-20" b="1">
                <a:solidFill>
                  <a:srgbClr val="CC0000"/>
                </a:solidFill>
                <a:latin typeface="Times New Roman"/>
                <a:cs typeface="Times New Roman"/>
              </a:rPr>
              <a:t>keys</a:t>
            </a:r>
            <a:endParaRPr sz="2450">
              <a:latin typeface="Times New Roman"/>
              <a:cs typeface="Times New Roman"/>
            </a:endParaRPr>
          </a:p>
          <a:p>
            <a:pPr marL="379730" marR="460375" indent="-354965">
              <a:lnSpc>
                <a:spcPct val="100000"/>
              </a:lnSpc>
              <a:spcBef>
                <a:spcPts val="800"/>
              </a:spcBef>
              <a:buChar char="•"/>
              <a:tabLst>
                <a:tab pos="379730" algn="l"/>
              </a:tabLst>
            </a:pPr>
            <a:r>
              <a:rPr dirty="0" sz="3300">
                <a:latin typeface="Times New Roman"/>
                <a:cs typeface="Times New Roman"/>
              </a:rPr>
              <a:t>trying</a:t>
            </a:r>
            <a:r>
              <a:rPr dirty="0" sz="3300" spc="-1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all</a:t>
            </a:r>
            <a:r>
              <a:rPr dirty="0" sz="3300" spc="-1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possibilities</a:t>
            </a:r>
            <a:r>
              <a:rPr dirty="0" sz="3300" spc="-1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at</a:t>
            </a:r>
            <a:r>
              <a:rPr dirty="0" sz="3300" spc="-1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1</a:t>
            </a:r>
            <a:r>
              <a:rPr dirty="0" sz="3300" spc="-1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nanosecond</a:t>
            </a:r>
            <a:r>
              <a:rPr dirty="0" sz="3300" spc="-1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per</a:t>
            </a:r>
            <a:r>
              <a:rPr dirty="0" sz="3300" spc="-10">
                <a:latin typeface="Times New Roman"/>
                <a:cs typeface="Times New Roman"/>
              </a:rPr>
              <a:t> </a:t>
            </a:r>
            <a:r>
              <a:rPr dirty="0" sz="3300" spc="-25">
                <a:latin typeface="Times New Roman"/>
                <a:cs typeface="Times New Roman"/>
              </a:rPr>
              <a:t>key </a:t>
            </a:r>
            <a:r>
              <a:rPr dirty="0" sz="3300" spc="-10">
                <a:latin typeface="Times New Roman"/>
                <a:cs typeface="Times New Roman"/>
              </a:rPr>
              <a:t>requires....</a:t>
            </a:r>
            <a:endParaRPr sz="3300">
              <a:latin typeface="Times New Roman"/>
              <a:cs typeface="Times New Roman"/>
            </a:endParaRPr>
          </a:p>
          <a:p>
            <a:pPr marL="616585">
              <a:lnSpc>
                <a:spcPct val="100000"/>
              </a:lnSpc>
              <a:spcBef>
                <a:spcPts val="810"/>
              </a:spcBef>
              <a:tabLst>
                <a:tab pos="1843405" algn="l"/>
              </a:tabLst>
            </a:pPr>
            <a:r>
              <a:rPr dirty="0" sz="3300" spc="-10">
                <a:solidFill>
                  <a:srgbClr val="3333CC"/>
                </a:solidFill>
                <a:latin typeface="Times New Roman"/>
                <a:cs typeface="Times New Roman"/>
              </a:rPr>
              <a:t>4.10</a:t>
            </a:r>
            <a:r>
              <a:rPr dirty="0" baseline="25252" sz="3300" spc="-15">
                <a:solidFill>
                  <a:srgbClr val="3333CC"/>
                </a:solidFill>
                <a:latin typeface="Times New Roman"/>
                <a:cs typeface="Times New Roman"/>
              </a:rPr>
              <a:t>26</a:t>
            </a:r>
            <a:r>
              <a:rPr dirty="0" baseline="25252" sz="3300">
                <a:solidFill>
                  <a:srgbClr val="3333CC"/>
                </a:solidFill>
                <a:latin typeface="Times New Roman"/>
                <a:cs typeface="Times New Roman"/>
              </a:rPr>
              <a:t>	</a:t>
            </a:r>
            <a:r>
              <a:rPr dirty="0" sz="3300">
                <a:solidFill>
                  <a:srgbClr val="3333CC"/>
                </a:solidFill>
                <a:latin typeface="Times New Roman"/>
                <a:cs typeface="Times New Roman"/>
              </a:rPr>
              <a:t>/(10</a:t>
            </a:r>
            <a:r>
              <a:rPr dirty="0" baseline="25252" sz="3300">
                <a:solidFill>
                  <a:srgbClr val="3333CC"/>
                </a:solidFill>
                <a:latin typeface="Times New Roman"/>
                <a:cs typeface="Times New Roman"/>
              </a:rPr>
              <a:t>9</a:t>
            </a:r>
            <a:r>
              <a:rPr dirty="0" baseline="25252" sz="3300" spc="39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z="3300">
                <a:solidFill>
                  <a:srgbClr val="3333CC"/>
                </a:solidFill>
                <a:latin typeface="Times New Roman"/>
                <a:cs typeface="Times New Roman"/>
              </a:rPr>
              <a:t>. 10</a:t>
            </a:r>
            <a:r>
              <a:rPr dirty="0" baseline="25252" sz="3300">
                <a:solidFill>
                  <a:srgbClr val="3333CC"/>
                </a:solidFill>
                <a:latin typeface="Times New Roman"/>
                <a:cs typeface="Times New Roman"/>
              </a:rPr>
              <a:t>5</a:t>
            </a:r>
            <a:r>
              <a:rPr dirty="0" baseline="25252" sz="3300" spc="412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z="3300">
                <a:solidFill>
                  <a:srgbClr val="3333CC"/>
                </a:solidFill>
                <a:latin typeface="Times New Roman"/>
                <a:cs typeface="Times New Roman"/>
              </a:rPr>
              <a:t>. 4</a:t>
            </a:r>
            <a:r>
              <a:rPr dirty="0" sz="3300" spc="-5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z="3300">
                <a:solidFill>
                  <a:srgbClr val="3333CC"/>
                </a:solidFill>
                <a:latin typeface="Times New Roman"/>
                <a:cs typeface="Times New Roman"/>
              </a:rPr>
              <a:t>10</a:t>
            </a:r>
            <a:r>
              <a:rPr dirty="0" baseline="25252" sz="3300">
                <a:solidFill>
                  <a:srgbClr val="3333CC"/>
                </a:solidFill>
                <a:latin typeface="Times New Roman"/>
                <a:cs typeface="Times New Roman"/>
              </a:rPr>
              <a:t>2</a:t>
            </a:r>
            <a:r>
              <a:rPr dirty="0" sz="3300">
                <a:solidFill>
                  <a:srgbClr val="3333CC"/>
                </a:solidFill>
                <a:latin typeface="Times New Roman"/>
                <a:cs typeface="Times New Roman"/>
              </a:rPr>
              <a:t>) = 10</a:t>
            </a:r>
            <a:r>
              <a:rPr dirty="0" baseline="25252" sz="3300">
                <a:solidFill>
                  <a:srgbClr val="3333CC"/>
                </a:solidFill>
                <a:latin typeface="Times New Roman"/>
                <a:cs typeface="Times New Roman"/>
              </a:rPr>
              <a:t>10</a:t>
            </a:r>
            <a:r>
              <a:rPr dirty="0" baseline="25252" sz="3300" spc="412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dirty="0" sz="3300" spc="-10">
                <a:solidFill>
                  <a:srgbClr val="3333CC"/>
                </a:solidFill>
                <a:latin typeface="Times New Roman"/>
                <a:cs typeface="Times New Roman"/>
              </a:rPr>
              <a:t>years</a:t>
            </a:r>
            <a:endParaRPr sz="33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231915" y="5809265"/>
            <a:ext cx="1282065" cy="986155"/>
          </a:xfrm>
          <a:custGeom>
            <a:avLst/>
            <a:gdLst/>
            <a:ahLst/>
            <a:cxnLst/>
            <a:rect l="l" t="t" r="r" b="b"/>
            <a:pathLst>
              <a:path w="1282064" h="986154">
                <a:moveTo>
                  <a:pt x="1281588" y="985972"/>
                </a:moveTo>
                <a:lnTo>
                  <a:pt x="1067990" y="985972"/>
                </a:lnTo>
                <a:lnTo>
                  <a:pt x="747592" y="985972"/>
                </a:lnTo>
                <a:lnTo>
                  <a:pt x="0" y="985972"/>
                </a:lnTo>
                <a:lnTo>
                  <a:pt x="0" y="491337"/>
                </a:lnTo>
                <a:lnTo>
                  <a:pt x="0" y="279352"/>
                </a:lnTo>
                <a:lnTo>
                  <a:pt x="0" y="138028"/>
                </a:lnTo>
                <a:lnTo>
                  <a:pt x="747592" y="138028"/>
                </a:lnTo>
                <a:lnTo>
                  <a:pt x="1201130" y="0"/>
                </a:lnTo>
                <a:lnTo>
                  <a:pt x="1067990" y="138028"/>
                </a:lnTo>
                <a:lnTo>
                  <a:pt x="1281588" y="138028"/>
                </a:lnTo>
                <a:lnTo>
                  <a:pt x="1281588" y="279352"/>
                </a:lnTo>
                <a:lnTo>
                  <a:pt x="1281588" y="491337"/>
                </a:lnTo>
                <a:lnTo>
                  <a:pt x="1281588" y="985972"/>
                </a:lnTo>
                <a:close/>
              </a:path>
            </a:pathLst>
          </a:custGeom>
          <a:ln w="985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2294139" y="5962201"/>
            <a:ext cx="1085850" cy="785495"/>
          </a:xfrm>
          <a:prstGeom prst="rect">
            <a:avLst/>
          </a:prstGeom>
        </p:spPr>
        <p:txBody>
          <a:bodyPr wrap="square" lIns="0" tIns="8890" rIns="0" bIns="0" rtlCol="0" vert="horz">
            <a:spAutoFit/>
          </a:bodyPr>
          <a:lstStyle/>
          <a:p>
            <a:pPr marL="12700" marR="5080">
              <a:lnSpc>
                <a:spcPct val="102099"/>
              </a:lnSpc>
              <a:spcBef>
                <a:spcPts val="70"/>
              </a:spcBef>
            </a:pPr>
            <a:r>
              <a:rPr dirty="0" sz="2450">
                <a:latin typeface="Times New Roman"/>
                <a:cs typeface="Times New Roman"/>
              </a:rPr>
              <a:t>keys</a:t>
            </a:r>
            <a:r>
              <a:rPr dirty="0" sz="2450" spc="30">
                <a:latin typeface="Times New Roman"/>
                <a:cs typeface="Times New Roman"/>
              </a:rPr>
              <a:t> </a:t>
            </a:r>
            <a:r>
              <a:rPr dirty="0" sz="2450" spc="-25">
                <a:latin typeface="Times New Roman"/>
                <a:cs typeface="Times New Roman"/>
              </a:rPr>
              <a:t>per </a:t>
            </a:r>
            <a:r>
              <a:rPr dirty="0" sz="2450" spc="-10">
                <a:latin typeface="Times New Roman"/>
                <a:cs typeface="Times New Roman"/>
              </a:rPr>
              <a:t>second</a:t>
            </a:r>
            <a:endParaRPr sz="24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776393" y="5776408"/>
            <a:ext cx="1282065" cy="1124585"/>
          </a:xfrm>
          <a:custGeom>
            <a:avLst/>
            <a:gdLst/>
            <a:ahLst/>
            <a:cxnLst/>
            <a:rect l="l" t="t" r="r" b="b"/>
            <a:pathLst>
              <a:path w="1282064" h="1124584">
                <a:moveTo>
                  <a:pt x="0" y="1124000"/>
                </a:moveTo>
                <a:lnTo>
                  <a:pt x="213598" y="1124000"/>
                </a:lnTo>
                <a:lnTo>
                  <a:pt x="533995" y="1124000"/>
                </a:lnTo>
                <a:lnTo>
                  <a:pt x="1281588" y="1124000"/>
                </a:lnTo>
                <a:lnTo>
                  <a:pt x="1281588" y="629365"/>
                </a:lnTo>
                <a:lnTo>
                  <a:pt x="1281588" y="417380"/>
                </a:lnTo>
                <a:lnTo>
                  <a:pt x="1281588" y="276056"/>
                </a:lnTo>
                <a:lnTo>
                  <a:pt x="533995" y="276056"/>
                </a:lnTo>
                <a:lnTo>
                  <a:pt x="629286" y="0"/>
                </a:lnTo>
                <a:lnTo>
                  <a:pt x="213598" y="276056"/>
                </a:lnTo>
                <a:lnTo>
                  <a:pt x="0" y="276056"/>
                </a:lnTo>
                <a:lnTo>
                  <a:pt x="0" y="417380"/>
                </a:lnTo>
                <a:lnTo>
                  <a:pt x="0" y="629365"/>
                </a:lnTo>
                <a:lnTo>
                  <a:pt x="0" y="1124000"/>
                </a:lnTo>
                <a:close/>
              </a:path>
            </a:pathLst>
          </a:custGeom>
          <a:ln w="985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3858333" y="6106812"/>
            <a:ext cx="1024255" cy="785495"/>
          </a:xfrm>
          <a:prstGeom prst="rect">
            <a:avLst/>
          </a:prstGeom>
        </p:spPr>
        <p:txBody>
          <a:bodyPr wrap="square" lIns="0" tIns="8890" rIns="0" bIns="0" rtlCol="0" vert="horz">
            <a:spAutoFit/>
          </a:bodyPr>
          <a:lstStyle/>
          <a:p>
            <a:pPr marL="12700" marR="5080">
              <a:lnSpc>
                <a:spcPct val="102099"/>
              </a:lnSpc>
              <a:spcBef>
                <a:spcPts val="70"/>
              </a:spcBef>
            </a:pPr>
            <a:r>
              <a:rPr dirty="0" sz="2450" spc="-10">
                <a:latin typeface="Times New Roman"/>
                <a:cs typeface="Times New Roman"/>
              </a:rPr>
              <a:t>seconds </a:t>
            </a:r>
            <a:r>
              <a:rPr dirty="0" sz="2450">
                <a:latin typeface="Times New Roman"/>
                <a:cs typeface="Times New Roman"/>
              </a:rPr>
              <a:t>per</a:t>
            </a:r>
            <a:r>
              <a:rPr dirty="0" sz="2450" spc="30">
                <a:latin typeface="Times New Roman"/>
                <a:cs typeface="Times New Roman"/>
              </a:rPr>
              <a:t> </a:t>
            </a:r>
            <a:r>
              <a:rPr dirty="0" sz="2450" spc="-25">
                <a:latin typeface="Times New Roman"/>
                <a:cs typeface="Times New Roman"/>
              </a:rPr>
              <a:t>day</a:t>
            </a:r>
            <a:endParaRPr sz="24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412883" y="5835558"/>
            <a:ext cx="1282065" cy="986155"/>
          </a:xfrm>
          <a:custGeom>
            <a:avLst/>
            <a:gdLst/>
            <a:ahLst/>
            <a:cxnLst/>
            <a:rect l="l" t="t" r="r" b="b"/>
            <a:pathLst>
              <a:path w="1282065" h="986154">
                <a:moveTo>
                  <a:pt x="0" y="985972"/>
                </a:moveTo>
                <a:lnTo>
                  <a:pt x="213598" y="985972"/>
                </a:lnTo>
                <a:lnTo>
                  <a:pt x="533995" y="985972"/>
                </a:lnTo>
                <a:lnTo>
                  <a:pt x="1281588" y="985972"/>
                </a:lnTo>
                <a:lnTo>
                  <a:pt x="1281588" y="491337"/>
                </a:lnTo>
                <a:lnTo>
                  <a:pt x="1281588" y="279352"/>
                </a:lnTo>
                <a:lnTo>
                  <a:pt x="1281588" y="138028"/>
                </a:lnTo>
                <a:lnTo>
                  <a:pt x="533995" y="138028"/>
                </a:lnTo>
                <a:lnTo>
                  <a:pt x="78856" y="0"/>
                </a:lnTo>
                <a:lnTo>
                  <a:pt x="213598" y="138028"/>
                </a:lnTo>
                <a:lnTo>
                  <a:pt x="0" y="138028"/>
                </a:lnTo>
                <a:lnTo>
                  <a:pt x="0" y="279352"/>
                </a:lnTo>
                <a:lnTo>
                  <a:pt x="0" y="491337"/>
                </a:lnTo>
                <a:lnTo>
                  <a:pt x="0" y="985972"/>
                </a:lnTo>
                <a:close/>
              </a:path>
            </a:pathLst>
          </a:custGeom>
          <a:ln w="985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5494823" y="5998354"/>
            <a:ext cx="1085850" cy="785495"/>
          </a:xfrm>
          <a:prstGeom prst="rect">
            <a:avLst/>
          </a:prstGeom>
        </p:spPr>
        <p:txBody>
          <a:bodyPr wrap="square" lIns="0" tIns="8890" rIns="0" bIns="0" rtlCol="0" vert="horz">
            <a:spAutoFit/>
          </a:bodyPr>
          <a:lstStyle/>
          <a:p>
            <a:pPr marL="12700" marR="5080">
              <a:lnSpc>
                <a:spcPct val="102099"/>
              </a:lnSpc>
              <a:spcBef>
                <a:spcPts val="70"/>
              </a:spcBef>
            </a:pPr>
            <a:r>
              <a:rPr dirty="0" sz="2450">
                <a:latin typeface="Times New Roman"/>
                <a:cs typeface="Times New Roman"/>
              </a:rPr>
              <a:t>days</a:t>
            </a:r>
            <a:r>
              <a:rPr dirty="0" sz="2450" spc="30">
                <a:latin typeface="Times New Roman"/>
                <a:cs typeface="Times New Roman"/>
              </a:rPr>
              <a:t> </a:t>
            </a:r>
            <a:r>
              <a:rPr dirty="0" sz="2450" spc="-25">
                <a:latin typeface="Times New Roman"/>
                <a:cs typeface="Times New Roman"/>
              </a:rPr>
              <a:t>per </a:t>
            </a:r>
            <a:r>
              <a:rPr dirty="0" sz="2450" spc="-20">
                <a:latin typeface="Times New Roman"/>
                <a:cs typeface="Times New Roman"/>
              </a:rPr>
              <a:t>year</a:t>
            </a:r>
            <a:endParaRPr sz="24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68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04924" rIns="0" bIns="0" rtlCol="0" vert="horz">
            <a:spAutoFit/>
          </a:bodyPr>
          <a:lstStyle/>
          <a:p>
            <a:pPr marL="2444115">
              <a:lnSpc>
                <a:spcPct val="100000"/>
              </a:lnSpc>
              <a:spcBef>
                <a:spcPts val="105"/>
              </a:spcBef>
            </a:pPr>
            <a:r>
              <a:rPr dirty="0"/>
              <a:t>Letter</a:t>
            </a:r>
            <a:r>
              <a:rPr dirty="0" spc="-70"/>
              <a:t> </a:t>
            </a:r>
            <a:r>
              <a:rPr dirty="0" spc="-10"/>
              <a:t>distributions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099034" y="2179805"/>
            <a:ext cx="7240270" cy="3595370"/>
            <a:chOff x="2099034" y="2179805"/>
            <a:chExt cx="7240270" cy="3595370"/>
          </a:xfrm>
        </p:grpSpPr>
        <p:sp>
          <p:nvSpPr>
            <p:cNvPr id="4" name="object 4"/>
            <p:cNvSpPr/>
            <p:nvPr/>
          </p:nvSpPr>
          <p:spPr>
            <a:xfrm>
              <a:off x="2429789" y="5683681"/>
              <a:ext cx="6904990" cy="25400"/>
            </a:xfrm>
            <a:custGeom>
              <a:avLst/>
              <a:gdLst/>
              <a:ahLst/>
              <a:cxnLst/>
              <a:rect l="l" t="t" r="r" b="b"/>
              <a:pathLst>
                <a:path w="6904990" h="25400">
                  <a:moveTo>
                    <a:pt x="113703" y="0"/>
                  </a:moveTo>
                  <a:lnTo>
                    <a:pt x="0" y="0"/>
                  </a:lnTo>
                  <a:lnTo>
                    <a:pt x="0" y="24904"/>
                  </a:lnTo>
                  <a:lnTo>
                    <a:pt x="113703" y="24904"/>
                  </a:lnTo>
                  <a:lnTo>
                    <a:pt x="113703" y="0"/>
                  </a:lnTo>
                  <a:close/>
                </a:path>
                <a:path w="6904990" h="25400">
                  <a:moveTo>
                    <a:pt x="475475" y="0"/>
                  </a:moveTo>
                  <a:lnTo>
                    <a:pt x="310095" y="0"/>
                  </a:lnTo>
                  <a:lnTo>
                    <a:pt x="310095" y="24904"/>
                  </a:lnTo>
                  <a:lnTo>
                    <a:pt x="475475" y="24904"/>
                  </a:lnTo>
                  <a:lnTo>
                    <a:pt x="475475" y="0"/>
                  </a:lnTo>
                  <a:close/>
                </a:path>
                <a:path w="6904990" h="25400">
                  <a:moveTo>
                    <a:pt x="837247" y="0"/>
                  </a:moveTo>
                  <a:lnTo>
                    <a:pt x="620179" y="0"/>
                  </a:lnTo>
                  <a:lnTo>
                    <a:pt x="620179" y="24904"/>
                  </a:lnTo>
                  <a:lnTo>
                    <a:pt x="837247" y="24904"/>
                  </a:lnTo>
                  <a:lnTo>
                    <a:pt x="837247" y="0"/>
                  </a:lnTo>
                  <a:close/>
                </a:path>
                <a:path w="6904990" h="25400">
                  <a:moveTo>
                    <a:pt x="1188681" y="0"/>
                  </a:moveTo>
                  <a:lnTo>
                    <a:pt x="1023302" y="0"/>
                  </a:lnTo>
                  <a:lnTo>
                    <a:pt x="1023302" y="24904"/>
                  </a:lnTo>
                  <a:lnTo>
                    <a:pt x="1188681" y="24904"/>
                  </a:lnTo>
                  <a:lnTo>
                    <a:pt x="1188681" y="0"/>
                  </a:lnTo>
                  <a:close/>
                </a:path>
                <a:path w="6904990" h="25400">
                  <a:moveTo>
                    <a:pt x="1550454" y="0"/>
                  </a:moveTo>
                  <a:lnTo>
                    <a:pt x="1385062" y="0"/>
                  </a:lnTo>
                  <a:lnTo>
                    <a:pt x="1385062" y="24904"/>
                  </a:lnTo>
                  <a:lnTo>
                    <a:pt x="1550454" y="24904"/>
                  </a:lnTo>
                  <a:lnTo>
                    <a:pt x="1550454" y="0"/>
                  </a:lnTo>
                  <a:close/>
                </a:path>
                <a:path w="6904990" h="25400">
                  <a:moveTo>
                    <a:pt x="1912226" y="0"/>
                  </a:moveTo>
                  <a:lnTo>
                    <a:pt x="1746834" y="0"/>
                  </a:lnTo>
                  <a:lnTo>
                    <a:pt x="1746834" y="24904"/>
                  </a:lnTo>
                  <a:lnTo>
                    <a:pt x="1912226" y="24904"/>
                  </a:lnTo>
                  <a:lnTo>
                    <a:pt x="1912226" y="0"/>
                  </a:lnTo>
                  <a:close/>
                </a:path>
                <a:path w="6904990" h="25400">
                  <a:moveTo>
                    <a:pt x="2273985" y="0"/>
                  </a:moveTo>
                  <a:lnTo>
                    <a:pt x="2108606" y="0"/>
                  </a:lnTo>
                  <a:lnTo>
                    <a:pt x="2108606" y="24904"/>
                  </a:lnTo>
                  <a:lnTo>
                    <a:pt x="2273985" y="24904"/>
                  </a:lnTo>
                  <a:lnTo>
                    <a:pt x="2273985" y="0"/>
                  </a:lnTo>
                  <a:close/>
                </a:path>
                <a:path w="6904990" h="25400">
                  <a:moveTo>
                    <a:pt x="2635758" y="0"/>
                  </a:moveTo>
                  <a:lnTo>
                    <a:pt x="2418702" y="0"/>
                  </a:lnTo>
                  <a:lnTo>
                    <a:pt x="2418702" y="24904"/>
                  </a:lnTo>
                  <a:lnTo>
                    <a:pt x="2635758" y="24904"/>
                  </a:lnTo>
                  <a:lnTo>
                    <a:pt x="2635758" y="0"/>
                  </a:lnTo>
                  <a:close/>
                </a:path>
                <a:path w="6904990" h="25400">
                  <a:moveTo>
                    <a:pt x="2997530" y="0"/>
                  </a:moveTo>
                  <a:lnTo>
                    <a:pt x="2832150" y="0"/>
                  </a:lnTo>
                  <a:lnTo>
                    <a:pt x="2832150" y="24904"/>
                  </a:lnTo>
                  <a:lnTo>
                    <a:pt x="2997530" y="24904"/>
                  </a:lnTo>
                  <a:lnTo>
                    <a:pt x="2997530" y="0"/>
                  </a:lnTo>
                  <a:close/>
                </a:path>
                <a:path w="6904990" h="25400">
                  <a:moveTo>
                    <a:pt x="3721074" y="0"/>
                  </a:moveTo>
                  <a:lnTo>
                    <a:pt x="3142246" y="0"/>
                  </a:lnTo>
                  <a:lnTo>
                    <a:pt x="3142246" y="24904"/>
                  </a:lnTo>
                  <a:lnTo>
                    <a:pt x="3721074" y="24904"/>
                  </a:lnTo>
                  <a:lnTo>
                    <a:pt x="3721074" y="0"/>
                  </a:lnTo>
                  <a:close/>
                </a:path>
                <a:path w="6904990" h="25400">
                  <a:moveTo>
                    <a:pt x="6904660" y="0"/>
                  </a:moveTo>
                  <a:lnTo>
                    <a:pt x="3855453" y="0"/>
                  </a:lnTo>
                  <a:lnTo>
                    <a:pt x="3855453" y="24904"/>
                  </a:lnTo>
                  <a:lnTo>
                    <a:pt x="6904660" y="24904"/>
                  </a:lnTo>
                  <a:lnTo>
                    <a:pt x="6904660" y="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2429797" y="5683673"/>
              <a:ext cx="52069" cy="25400"/>
            </a:xfrm>
            <a:custGeom>
              <a:avLst/>
              <a:gdLst/>
              <a:ahLst/>
              <a:cxnLst/>
              <a:rect l="l" t="t" r="r" b="b"/>
              <a:pathLst>
                <a:path w="52069" h="25400">
                  <a:moveTo>
                    <a:pt x="0" y="24909"/>
                  </a:moveTo>
                  <a:lnTo>
                    <a:pt x="51681" y="0"/>
                  </a:lnTo>
                </a:path>
              </a:pathLst>
            </a:custGeom>
            <a:ln w="86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2481478" y="5683673"/>
              <a:ext cx="6853555" cy="0"/>
            </a:xfrm>
            <a:custGeom>
              <a:avLst/>
              <a:gdLst/>
              <a:ahLst/>
              <a:cxnLst/>
              <a:rect l="l" t="t" r="r" b="b"/>
              <a:pathLst>
                <a:path w="6853555" h="0">
                  <a:moveTo>
                    <a:pt x="0" y="0"/>
                  </a:moveTo>
                  <a:lnTo>
                    <a:pt x="62018" y="0"/>
                  </a:lnTo>
                </a:path>
                <a:path w="6853555" h="0">
                  <a:moveTo>
                    <a:pt x="258408" y="0"/>
                  </a:moveTo>
                  <a:lnTo>
                    <a:pt x="423789" y="0"/>
                  </a:lnTo>
                </a:path>
                <a:path w="6853555" h="0">
                  <a:moveTo>
                    <a:pt x="568497" y="0"/>
                  </a:moveTo>
                  <a:lnTo>
                    <a:pt x="785560" y="0"/>
                  </a:lnTo>
                </a:path>
                <a:path w="6853555" h="0">
                  <a:moveTo>
                    <a:pt x="971614" y="0"/>
                  </a:moveTo>
                  <a:lnTo>
                    <a:pt x="1136995" y="0"/>
                  </a:lnTo>
                </a:path>
                <a:path w="6853555" h="0">
                  <a:moveTo>
                    <a:pt x="1333385" y="0"/>
                  </a:moveTo>
                  <a:lnTo>
                    <a:pt x="1498766" y="0"/>
                  </a:lnTo>
                </a:path>
                <a:path w="6853555" h="0">
                  <a:moveTo>
                    <a:pt x="1695156" y="0"/>
                  </a:moveTo>
                  <a:lnTo>
                    <a:pt x="1860537" y="0"/>
                  </a:lnTo>
                </a:path>
                <a:path w="6853555" h="0">
                  <a:moveTo>
                    <a:pt x="2056927" y="0"/>
                  </a:moveTo>
                  <a:lnTo>
                    <a:pt x="2222308" y="0"/>
                  </a:lnTo>
                </a:path>
                <a:path w="6853555" h="0">
                  <a:moveTo>
                    <a:pt x="2367017" y="0"/>
                  </a:moveTo>
                  <a:lnTo>
                    <a:pt x="2584080" y="0"/>
                  </a:lnTo>
                </a:path>
                <a:path w="6853555" h="0">
                  <a:moveTo>
                    <a:pt x="2780470" y="0"/>
                  </a:moveTo>
                  <a:lnTo>
                    <a:pt x="2945851" y="0"/>
                  </a:lnTo>
                </a:path>
                <a:path w="6853555" h="0">
                  <a:moveTo>
                    <a:pt x="3090559" y="0"/>
                  </a:moveTo>
                  <a:lnTo>
                    <a:pt x="3669393" y="0"/>
                  </a:lnTo>
                </a:path>
                <a:path w="6853555" h="0">
                  <a:moveTo>
                    <a:pt x="3803765" y="0"/>
                  </a:moveTo>
                  <a:lnTo>
                    <a:pt x="6852981" y="0"/>
                  </a:lnTo>
                </a:path>
              </a:pathLst>
            </a:custGeom>
            <a:ln w="830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2429797" y="5102463"/>
              <a:ext cx="52069" cy="33655"/>
            </a:xfrm>
            <a:custGeom>
              <a:avLst/>
              <a:gdLst/>
              <a:ahLst/>
              <a:cxnLst/>
              <a:rect l="l" t="t" r="r" b="b"/>
              <a:pathLst>
                <a:path w="52069" h="33654">
                  <a:moveTo>
                    <a:pt x="0" y="33212"/>
                  </a:moveTo>
                  <a:lnTo>
                    <a:pt x="51681" y="0"/>
                  </a:lnTo>
                </a:path>
              </a:pathLst>
            </a:custGeom>
            <a:ln w="889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2481478" y="5102463"/>
              <a:ext cx="6853555" cy="0"/>
            </a:xfrm>
            <a:custGeom>
              <a:avLst/>
              <a:gdLst/>
              <a:ahLst/>
              <a:cxnLst/>
              <a:rect l="l" t="t" r="r" b="b"/>
              <a:pathLst>
                <a:path w="6853555" h="0">
                  <a:moveTo>
                    <a:pt x="0" y="0"/>
                  </a:moveTo>
                  <a:lnTo>
                    <a:pt x="62018" y="0"/>
                  </a:lnTo>
                </a:path>
                <a:path w="6853555" h="0">
                  <a:moveTo>
                    <a:pt x="258408" y="0"/>
                  </a:moveTo>
                  <a:lnTo>
                    <a:pt x="785560" y="0"/>
                  </a:lnTo>
                </a:path>
                <a:path w="6853555" h="0">
                  <a:moveTo>
                    <a:pt x="971614" y="0"/>
                  </a:moveTo>
                  <a:lnTo>
                    <a:pt x="1136995" y="0"/>
                  </a:lnTo>
                </a:path>
                <a:path w="6853555" h="0">
                  <a:moveTo>
                    <a:pt x="1333385" y="0"/>
                  </a:moveTo>
                  <a:lnTo>
                    <a:pt x="1498766" y="0"/>
                  </a:lnTo>
                </a:path>
                <a:path w="6853555" h="0">
                  <a:moveTo>
                    <a:pt x="1695156" y="0"/>
                  </a:moveTo>
                  <a:lnTo>
                    <a:pt x="1860537" y="0"/>
                  </a:lnTo>
                </a:path>
                <a:path w="6853555" h="0">
                  <a:moveTo>
                    <a:pt x="2056927" y="0"/>
                  </a:moveTo>
                  <a:lnTo>
                    <a:pt x="2584080" y="0"/>
                  </a:lnTo>
                </a:path>
                <a:path w="6853555" h="0">
                  <a:moveTo>
                    <a:pt x="2780470" y="0"/>
                  </a:moveTo>
                  <a:lnTo>
                    <a:pt x="2945851" y="0"/>
                  </a:lnTo>
                </a:path>
                <a:path w="6853555" h="0">
                  <a:moveTo>
                    <a:pt x="3090559" y="0"/>
                  </a:moveTo>
                  <a:lnTo>
                    <a:pt x="6852981" y="0"/>
                  </a:lnTo>
                </a:path>
              </a:pathLst>
            </a:custGeom>
            <a:ln w="830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2429797" y="4529556"/>
              <a:ext cx="52069" cy="25400"/>
            </a:xfrm>
            <a:custGeom>
              <a:avLst/>
              <a:gdLst/>
              <a:ahLst/>
              <a:cxnLst/>
              <a:rect l="l" t="t" r="r" b="b"/>
              <a:pathLst>
                <a:path w="52069" h="25400">
                  <a:moveTo>
                    <a:pt x="0" y="24909"/>
                  </a:moveTo>
                  <a:lnTo>
                    <a:pt x="51681" y="0"/>
                  </a:lnTo>
                </a:path>
              </a:pathLst>
            </a:custGeom>
            <a:ln w="86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2481478" y="4529556"/>
              <a:ext cx="6853555" cy="0"/>
            </a:xfrm>
            <a:custGeom>
              <a:avLst/>
              <a:gdLst/>
              <a:ahLst/>
              <a:cxnLst/>
              <a:rect l="l" t="t" r="r" b="b"/>
              <a:pathLst>
                <a:path w="6853555" h="0">
                  <a:moveTo>
                    <a:pt x="0" y="0"/>
                  </a:moveTo>
                  <a:lnTo>
                    <a:pt x="62018" y="0"/>
                  </a:lnTo>
                </a:path>
                <a:path w="6853555" h="0">
                  <a:moveTo>
                    <a:pt x="258408" y="0"/>
                  </a:moveTo>
                  <a:lnTo>
                    <a:pt x="785560" y="0"/>
                  </a:lnTo>
                </a:path>
                <a:path w="6853555" h="0">
                  <a:moveTo>
                    <a:pt x="971614" y="0"/>
                  </a:moveTo>
                  <a:lnTo>
                    <a:pt x="1498766" y="0"/>
                  </a:lnTo>
                </a:path>
                <a:path w="6853555" h="0">
                  <a:moveTo>
                    <a:pt x="1695156" y="0"/>
                  </a:moveTo>
                  <a:lnTo>
                    <a:pt x="2584080" y="0"/>
                  </a:lnTo>
                </a:path>
                <a:path w="6853555" h="0">
                  <a:moveTo>
                    <a:pt x="2780470" y="0"/>
                  </a:moveTo>
                  <a:lnTo>
                    <a:pt x="2945851" y="0"/>
                  </a:lnTo>
                </a:path>
                <a:path w="6853555" h="0">
                  <a:moveTo>
                    <a:pt x="3090559" y="0"/>
                  </a:moveTo>
                  <a:lnTo>
                    <a:pt x="6852981" y="0"/>
                  </a:lnTo>
                </a:path>
              </a:pathLst>
            </a:custGeom>
            <a:ln w="830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2429797" y="3948345"/>
              <a:ext cx="52069" cy="33655"/>
            </a:xfrm>
            <a:custGeom>
              <a:avLst/>
              <a:gdLst/>
              <a:ahLst/>
              <a:cxnLst/>
              <a:rect l="l" t="t" r="r" b="b"/>
              <a:pathLst>
                <a:path w="52069" h="33654">
                  <a:moveTo>
                    <a:pt x="0" y="33212"/>
                  </a:moveTo>
                  <a:lnTo>
                    <a:pt x="51681" y="0"/>
                  </a:lnTo>
                </a:path>
              </a:pathLst>
            </a:custGeom>
            <a:ln w="889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2481478" y="3948345"/>
              <a:ext cx="6853555" cy="0"/>
            </a:xfrm>
            <a:custGeom>
              <a:avLst/>
              <a:gdLst/>
              <a:ahLst/>
              <a:cxnLst/>
              <a:rect l="l" t="t" r="r" b="b"/>
              <a:pathLst>
                <a:path w="6853555" h="0">
                  <a:moveTo>
                    <a:pt x="0" y="0"/>
                  </a:moveTo>
                  <a:lnTo>
                    <a:pt x="62018" y="0"/>
                  </a:lnTo>
                </a:path>
                <a:path w="6853555" h="0">
                  <a:moveTo>
                    <a:pt x="258408" y="0"/>
                  </a:moveTo>
                  <a:lnTo>
                    <a:pt x="1498766" y="0"/>
                  </a:lnTo>
                </a:path>
                <a:path w="6853555" h="0">
                  <a:moveTo>
                    <a:pt x="1695156" y="0"/>
                  </a:moveTo>
                  <a:lnTo>
                    <a:pt x="2945851" y="0"/>
                  </a:lnTo>
                </a:path>
                <a:path w="6853555" h="0">
                  <a:moveTo>
                    <a:pt x="3090559" y="0"/>
                  </a:moveTo>
                  <a:lnTo>
                    <a:pt x="6852981" y="0"/>
                  </a:lnTo>
                </a:path>
              </a:pathLst>
            </a:custGeom>
            <a:ln w="830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2429797" y="3375438"/>
              <a:ext cx="52069" cy="25400"/>
            </a:xfrm>
            <a:custGeom>
              <a:avLst/>
              <a:gdLst/>
              <a:ahLst/>
              <a:cxnLst/>
              <a:rect l="l" t="t" r="r" b="b"/>
              <a:pathLst>
                <a:path w="52069" h="25400">
                  <a:moveTo>
                    <a:pt x="0" y="24909"/>
                  </a:moveTo>
                  <a:lnTo>
                    <a:pt x="51681" y="0"/>
                  </a:lnTo>
                </a:path>
              </a:pathLst>
            </a:custGeom>
            <a:ln w="86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2481478" y="3375438"/>
              <a:ext cx="6853555" cy="0"/>
            </a:xfrm>
            <a:custGeom>
              <a:avLst/>
              <a:gdLst/>
              <a:ahLst/>
              <a:cxnLst/>
              <a:rect l="l" t="t" r="r" b="b"/>
              <a:pathLst>
                <a:path w="6853555" h="0">
                  <a:moveTo>
                    <a:pt x="0" y="0"/>
                  </a:moveTo>
                  <a:lnTo>
                    <a:pt x="62018" y="0"/>
                  </a:lnTo>
                </a:path>
                <a:path w="6853555" h="0">
                  <a:moveTo>
                    <a:pt x="258408" y="0"/>
                  </a:moveTo>
                  <a:lnTo>
                    <a:pt x="1498766" y="0"/>
                  </a:lnTo>
                </a:path>
                <a:path w="6853555" h="0">
                  <a:moveTo>
                    <a:pt x="1695156" y="0"/>
                  </a:moveTo>
                  <a:lnTo>
                    <a:pt x="6852981" y="0"/>
                  </a:lnTo>
                </a:path>
              </a:pathLst>
            </a:custGeom>
            <a:ln w="830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2429797" y="2794228"/>
              <a:ext cx="52069" cy="33655"/>
            </a:xfrm>
            <a:custGeom>
              <a:avLst/>
              <a:gdLst/>
              <a:ahLst/>
              <a:cxnLst/>
              <a:rect l="l" t="t" r="r" b="b"/>
              <a:pathLst>
                <a:path w="52069" h="33655">
                  <a:moveTo>
                    <a:pt x="0" y="33212"/>
                  </a:moveTo>
                  <a:lnTo>
                    <a:pt x="51681" y="0"/>
                  </a:lnTo>
                </a:path>
              </a:pathLst>
            </a:custGeom>
            <a:ln w="889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2481478" y="2794228"/>
              <a:ext cx="6853555" cy="0"/>
            </a:xfrm>
            <a:custGeom>
              <a:avLst/>
              <a:gdLst/>
              <a:ahLst/>
              <a:cxnLst/>
              <a:rect l="l" t="t" r="r" b="b"/>
              <a:pathLst>
                <a:path w="6853555" h="0">
                  <a:moveTo>
                    <a:pt x="0" y="0"/>
                  </a:moveTo>
                  <a:lnTo>
                    <a:pt x="1498766" y="0"/>
                  </a:lnTo>
                </a:path>
                <a:path w="6853555" h="0">
                  <a:moveTo>
                    <a:pt x="1695156" y="0"/>
                  </a:moveTo>
                  <a:lnTo>
                    <a:pt x="6852981" y="0"/>
                  </a:lnTo>
                </a:path>
              </a:pathLst>
            </a:custGeom>
            <a:ln w="830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2429797" y="2221320"/>
              <a:ext cx="6904990" cy="3487420"/>
            </a:xfrm>
            <a:custGeom>
              <a:avLst/>
              <a:gdLst/>
              <a:ahLst/>
              <a:cxnLst/>
              <a:rect l="l" t="t" r="r" b="b"/>
              <a:pathLst>
                <a:path w="6904990" h="3487420">
                  <a:moveTo>
                    <a:pt x="0" y="24908"/>
                  </a:moveTo>
                  <a:lnTo>
                    <a:pt x="51681" y="0"/>
                  </a:lnTo>
                </a:path>
                <a:path w="6904990" h="3487420">
                  <a:moveTo>
                    <a:pt x="51681" y="0"/>
                  </a:moveTo>
                  <a:lnTo>
                    <a:pt x="6904662" y="0"/>
                  </a:lnTo>
                </a:path>
                <a:path w="6904990" h="3487420">
                  <a:moveTo>
                    <a:pt x="6904662" y="3462352"/>
                  </a:moveTo>
                  <a:lnTo>
                    <a:pt x="6852979" y="3487261"/>
                  </a:lnTo>
                  <a:lnTo>
                    <a:pt x="0" y="3487261"/>
                  </a:lnTo>
                  <a:lnTo>
                    <a:pt x="51681" y="3462352"/>
                  </a:lnTo>
                  <a:lnTo>
                    <a:pt x="6904662" y="3462352"/>
                  </a:lnTo>
                  <a:close/>
                </a:path>
                <a:path w="6904990" h="3487420">
                  <a:moveTo>
                    <a:pt x="0" y="3487261"/>
                  </a:moveTo>
                  <a:lnTo>
                    <a:pt x="0" y="24908"/>
                  </a:lnTo>
                  <a:lnTo>
                    <a:pt x="51681" y="0"/>
                  </a:lnTo>
                  <a:lnTo>
                    <a:pt x="51681" y="3462352"/>
                  </a:lnTo>
                  <a:lnTo>
                    <a:pt x="0" y="3487261"/>
                  </a:lnTo>
                  <a:close/>
                </a:path>
                <a:path w="6904990" h="3487420">
                  <a:moveTo>
                    <a:pt x="51681" y="3462352"/>
                  </a:moveTo>
                  <a:lnTo>
                    <a:pt x="51681" y="0"/>
                  </a:lnTo>
                  <a:lnTo>
                    <a:pt x="6904662" y="0"/>
                  </a:lnTo>
                  <a:lnTo>
                    <a:pt x="6904662" y="3462352"/>
                  </a:lnTo>
                  <a:lnTo>
                    <a:pt x="51681" y="3462352"/>
                  </a:lnTo>
                  <a:close/>
                </a:path>
              </a:pathLst>
            </a:custGeom>
            <a:ln w="931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2688205" y="3225984"/>
              <a:ext cx="52069" cy="2482850"/>
            </a:xfrm>
            <a:custGeom>
              <a:avLst/>
              <a:gdLst/>
              <a:ahLst/>
              <a:cxnLst/>
              <a:rect l="l" t="t" r="r" b="b"/>
              <a:pathLst>
                <a:path w="52069" h="2482850">
                  <a:moveTo>
                    <a:pt x="0" y="2482598"/>
                  </a:moveTo>
                  <a:lnTo>
                    <a:pt x="0" y="33212"/>
                  </a:lnTo>
                  <a:lnTo>
                    <a:pt x="51681" y="0"/>
                  </a:lnTo>
                  <a:lnTo>
                    <a:pt x="51681" y="2457689"/>
                  </a:lnTo>
                  <a:lnTo>
                    <a:pt x="0" y="2482598"/>
                  </a:lnTo>
                  <a:close/>
                </a:path>
              </a:pathLst>
            </a:custGeom>
            <a:solidFill>
              <a:srgbClr val="00664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2688205" y="3225984"/>
              <a:ext cx="52069" cy="2482850"/>
            </a:xfrm>
            <a:custGeom>
              <a:avLst/>
              <a:gdLst/>
              <a:ahLst/>
              <a:cxnLst/>
              <a:rect l="l" t="t" r="r" b="b"/>
              <a:pathLst>
                <a:path w="52069" h="2482850">
                  <a:moveTo>
                    <a:pt x="0" y="2482598"/>
                  </a:moveTo>
                  <a:lnTo>
                    <a:pt x="0" y="33212"/>
                  </a:lnTo>
                  <a:lnTo>
                    <a:pt x="51681" y="0"/>
                  </a:lnTo>
                  <a:lnTo>
                    <a:pt x="51681" y="2457689"/>
                  </a:lnTo>
                  <a:lnTo>
                    <a:pt x="0" y="2482598"/>
                  </a:lnTo>
                  <a:close/>
                </a:path>
              </a:pathLst>
            </a:custGeom>
            <a:ln w="1033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2543496" y="3259196"/>
              <a:ext cx="144780" cy="2449830"/>
            </a:xfrm>
            <a:custGeom>
              <a:avLst/>
              <a:gdLst/>
              <a:ahLst/>
              <a:cxnLst/>
              <a:rect l="l" t="t" r="r" b="b"/>
              <a:pathLst>
                <a:path w="144780" h="2449829">
                  <a:moveTo>
                    <a:pt x="144708" y="2449386"/>
                  </a:moveTo>
                  <a:lnTo>
                    <a:pt x="0" y="2449386"/>
                  </a:lnTo>
                  <a:lnTo>
                    <a:pt x="0" y="0"/>
                  </a:lnTo>
                  <a:lnTo>
                    <a:pt x="144708" y="0"/>
                  </a:lnTo>
                  <a:lnTo>
                    <a:pt x="144708" y="2449386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2543496" y="3259196"/>
              <a:ext cx="144780" cy="2449830"/>
            </a:xfrm>
            <a:custGeom>
              <a:avLst/>
              <a:gdLst/>
              <a:ahLst/>
              <a:cxnLst/>
              <a:rect l="l" t="t" r="r" b="b"/>
              <a:pathLst>
                <a:path w="144780" h="2449829">
                  <a:moveTo>
                    <a:pt x="0" y="2449386"/>
                  </a:moveTo>
                  <a:lnTo>
                    <a:pt x="0" y="0"/>
                  </a:lnTo>
                  <a:lnTo>
                    <a:pt x="144708" y="0"/>
                  </a:lnTo>
                  <a:lnTo>
                    <a:pt x="144708" y="2449386"/>
                  </a:lnTo>
                  <a:lnTo>
                    <a:pt x="0" y="2449386"/>
                  </a:lnTo>
                  <a:close/>
                </a:path>
              </a:pathLst>
            </a:custGeom>
            <a:ln w="103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2543496" y="3225984"/>
              <a:ext cx="196850" cy="33655"/>
            </a:xfrm>
            <a:custGeom>
              <a:avLst/>
              <a:gdLst/>
              <a:ahLst/>
              <a:cxnLst/>
              <a:rect l="l" t="t" r="r" b="b"/>
              <a:pathLst>
                <a:path w="196850" h="33654">
                  <a:moveTo>
                    <a:pt x="144708" y="33212"/>
                  </a:moveTo>
                  <a:lnTo>
                    <a:pt x="0" y="33212"/>
                  </a:lnTo>
                  <a:lnTo>
                    <a:pt x="51681" y="0"/>
                  </a:lnTo>
                  <a:lnTo>
                    <a:pt x="196390" y="0"/>
                  </a:lnTo>
                  <a:lnTo>
                    <a:pt x="144708" y="33212"/>
                  </a:lnTo>
                  <a:close/>
                </a:path>
              </a:pathLst>
            </a:custGeom>
            <a:solidFill>
              <a:srgbClr val="00997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2543496" y="3225984"/>
              <a:ext cx="196850" cy="33655"/>
            </a:xfrm>
            <a:custGeom>
              <a:avLst/>
              <a:gdLst/>
              <a:ahLst/>
              <a:cxnLst/>
              <a:rect l="l" t="t" r="r" b="b"/>
              <a:pathLst>
                <a:path w="196850" h="33654">
                  <a:moveTo>
                    <a:pt x="144708" y="33212"/>
                  </a:moveTo>
                  <a:lnTo>
                    <a:pt x="196390" y="0"/>
                  </a:lnTo>
                  <a:lnTo>
                    <a:pt x="51681" y="0"/>
                  </a:lnTo>
                  <a:lnTo>
                    <a:pt x="0" y="33212"/>
                  </a:lnTo>
                  <a:lnTo>
                    <a:pt x="144708" y="33212"/>
                  </a:lnTo>
                  <a:close/>
                </a:path>
              </a:pathLst>
            </a:custGeom>
            <a:ln w="8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3049976" y="5160584"/>
              <a:ext cx="41910" cy="548005"/>
            </a:xfrm>
            <a:custGeom>
              <a:avLst/>
              <a:gdLst/>
              <a:ahLst/>
              <a:cxnLst/>
              <a:rect l="l" t="t" r="r" b="b"/>
              <a:pathLst>
                <a:path w="41910" h="548004">
                  <a:moveTo>
                    <a:pt x="0" y="547998"/>
                  </a:moveTo>
                  <a:lnTo>
                    <a:pt x="0" y="33212"/>
                  </a:lnTo>
                  <a:lnTo>
                    <a:pt x="41345" y="0"/>
                  </a:lnTo>
                  <a:lnTo>
                    <a:pt x="41345" y="523089"/>
                  </a:lnTo>
                  <a:lnTo>
                    <a:pt x="0" y="547998"/>
                  </a:lnTo>
                  <a:close/>
                </a:path>
              </a:pathLst>
            </a:custGeom>
            <a:solidFill>
              <a:srgbClr val="00664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3049976" y="5160584"/>
              <a:ext cx="41910" cy="548005"/>
            </a:xfrm>
            <a:custGeom>
              <a:avLst/>
              <a:gdLst/>
              <a:ahLst/>
              <a:cxnLst/>
              <a:rect l="l" t="t" r="r" b="b"/>
              <a:pathLst>
                <a:path w="41910" h="548004">
                  <a:moveTo>
                    <a:pt x="0" y="547998"/>
                  </a:moveTo>
                  <a:lnTo>
                    <a:pt x="0" y="33212"/>
                  </a:lnTo>
                  <a:lnTo>
                    <a:pt x="41345" y="0"/>
                  </a:lnTo>
                  <a:lnTo>
                    <a:pt x="41345" y="523089"/>
                  </a:lnTo>
                  <a:lnTo>
                    <a:pt x="0" y="547998"/>
                  </a:lnTo>
                  <a:close/>
                </a:path>
              </a:pathLst>
            </a:custGeom>
            <a:ln w="103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2905267" y="5193796"/>
              <a:ext cx="144780" cy="514984"/>
            </a:xfrm>
            <a:custGeom>
              <a:avLst/>
              <a:gdLst/>
              <a:ahLst/>
              <a:cxnLst/>
              <a:rect l="l" t="t" r="r" b="b"/>
              <a:pathLst>
                <a:path w="144780" h="514985">
                  <a:moveTo>
                    <a:pt x="144708" y="514786"/>
                  </a:moveTo>
                  <a:lnTo>
                    <a:pt x="0" y="514786"/>
                  </a:lnTo>
                  <a:lnTo>
                    <a:pt x="0" y="0"/>
                  </a:lnTo>
                  <a:lnTo>
                    <a:pt x="144708" y="0"/>
                  </a:lnTo>
                  <a:lnTo>
                    <a:pt x="144708" y="514786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2905267" y="5193796"/>
              <a:ext cx="144780" cy="514984"/>
            </a:xfrm>
            <a:custGeom>
              <a:avLst/>
              <a:gdLst/>
              <a:ahLst/>
              <a:cxnLst/>
              <a:rect l="l" t="t" r="r" b="b"/>
              <a:pathLst>
                <a:path w="144780" h="514985">
                  <a:moveTo>
                    <a:pt x="0" y="514786"/>
                  </a:moveTo>
                  <a:lnTo>
                    <a:pt x="0" y="0"/>
                  </a:lnTo>
                  <a:lnTo>
                    <a:pt x="144708" y="0"/>
                  </a:lnTo>
                  <a:lnTo>
                    <a:pt x="144708" y="514786"/>
                  </a:lnTo>
                  <a:lnTo>
                    <a:pt x="0" y="514786"/>
                  </a:lnTo>
                  <a:close/>
                </a:path>
              </a:pathLst>
            </a:custGeom>
            <a:ln w="101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2905267" y="5160584"/>
              <a:ext cx="186055" cy="33655"/>
            </a:xfrm>
            <a:custGeom>
              <a:avLst/>
              <a:gdLst/>
              <a:ahLst/>
              <a:cxnLst/>
              <a:rect l="l" t="t" r="r" b="b"/>
              <a:pathLst>
                <a:path w="186055" h="33654">
                  <a:moveTo>
                    <a:pt x="144708" y="33212"/>
                  </a:moveTo>
                  <a:lnTo>
                    <a:pt x="0" y="33212"/>
                  </a:lnTo>
                  <a:lnTo>
                    <a:pt x="41345" y="0"/>
                  </a:lnTo>
                  <a:lnTo>
                    <a:pt x="186053" y="0"/>
                  </a:lnTo>
                  <a:lnTo>
                    <a:pt x="144708" y="33212"/>
                  </a:lnTo>
                  <a:close/>
                </a:path>
              </a:pathLst>
            </a:custGeom>
            <a:solidFill>
              <a:srgbClr val="00997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2905267" y="5160584"/>
              <a:ext cx="186055" cy="33655"/>
            </a:xfrm>
            <a:custGeom>
              <a:avLst/>
              <a:gdLst/>
              <a:ahLst/>
              <a:cxnLst/>
              <a:rect l="l" t="t" r="r" b="b"/>
              <a:pathLst>
                <a:path w="186055" h="33654">
                  <a:moveTo>
                    <a:pt x="144708" y="33212"/>
                  </a:moveTo>
                  <a:lnTo>
                    <a:pt x="186053" y="0"/>
                  </a:lnTo>
                  <a:lnTo>
                    <a:pt x="41345" y="0"/>
                  </a:lnTo>
                  <a:lnTo>
                    <a:pt x="0" y="33212"/>
                  </a:lnTo>
                  <a:lnTo>
                    <a:pt x="144708" y="33212"/>
                  </a:lnTo>
                  <a:close/>
                </a:path>
              </a:pathLst>
            </a:custGeom>
            <a:ln w="83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3401411" y="4321980"/>
              <a:ext cx="52069" cy="1386840"/>
            </a:xfrm>
            <a:custGeom>
              <a:avLst/>
              <a:gdLst/>
              <a:ahLst/>
              <a:cxnLst/>
              <a:rect l="l" t="t" r="r" b="b"/>
              <a:pathLst>
                <a:path w="52070" h="1386839">
                  <a:moveTo>
                    <a:pt x="0" y="1386601"/>
                  </a:moveTo>
                  <a:lnTo>
                    <a:pt x="0" y="33212"/>
                  </a:lnTo>
                  <a:lnTo>
                    <a:pt x="51681" y="0"/>
                  </a:lnTo>
                  <a:lnTo>
                    <a:pt x="51681" y="1361692"/>
                  </a:lnTo>
                  <a:lnTo>
                    <a:pt x="0" y="1386601"/>
                  </a:lnTo>
                  <a:close/>
                </a:path>
              </a:pathLst>
            </a:custGeom>
            <a:solidFill>
              <a:srgbClr val="00664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3401411" y="4321980"/>
              <a:ext cx="52069" cy="1386840"/>
            </a:xfrm>
            <a:custGeom>
              <a:avLst/>
              <a:gdLst/>
              <a:ahLst/>
              <a:cxnLst/>
              <a:rect l="l" t="t" r="r" b="b"/>
              <a:pathLst>
                <a:path w="52070" h="1386839">
                  <a:moveTo>
                    <a:pt x="0" y="1386601"/>
                  </a:moveTo>
                  <a:lnTo>
                    <a:pt x="0" y="33212"/>
                  </a:lnTo>
                  <a:lnTo>
                    <a:pt x="51681" y="0"/>
                  </a:lnTo>
                  <a:lnTo>
                    <a:pt x="51681" y="1361692"/>
                  </a:lnTo>
                  <a:lnTo>
                    <a:pt x="0" y="1386601"/>
                  </a:lnTo>
                  <a:close/>
                </a:path>
              </a:pathLst>
            </a:custGeom>
            <a:ln w="1033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3267039" y="4355193"/>
              <a:ext cx="134620" cy="1353820"/>
            </a:xfrm>
            <a:custGeom>
              <a:avLst/>
              <a:gdLst/>
              <a:ahLst/>
              <a:cxnLst/>
              <a:rect l="l" t="t" r="r" b="b"/>
              <a:pathLst>
                <a:path w="134620" h="1353820">
                  <a:moveTo>
                    <a:pt x="134372" y="1353389"/>
                  </a:moveTo>
                  <a:lnTo>
                    <a:pt x="0" y="1353389"/>
                  </a:lnTo>
                  <a:lnTo>
                    <a:pt x="0" y="0"/>
                  </a:lnTo>
                  <a:lnTo>
                    <a:pt x="134372" y="0"/>
                  </a:lnTo>
                  <a:lnTo>
                    <a:pt x="134372" y="1353389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3267039" y="4355193"/>
              <a:ext cx="134620" cy="1353820"/>
            </a:xfrm>
            <a:custGeom>
              <a:avLst/>
              <a:gdLst/>
              <a:ahLst/>
              <a:cxnLst/>
              <a:rect l="l" t="t" r="r" b="b"/>
              <a:pathLst>
                <a:path w="134620" h="1353820">
                  <a:moveTo>
                    <a:pt x="0" y="1353389"/>
                  </a:moveTo>
                  <a:lnTo>
                    <a:pt x="0" y="0"/>
                  </a:lnTo>
                  <a:lnTo>
                    <a:pt x="134372" y="0"/>
                  </a:lnTo>
                  <a:lnTo>
                    <a:pt x="134372" y="1353389"/>
                  </a:lnTo>
                  <a:lnTo>
                    <a:pt x="0" y="1353389"/>
                  </a:lnTo>
                  <a:close/>
                </a:path>
              </a:pathLst>
            </a:custGeom>
            <a:ln w="1031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3267039" y="4321980"/>
              <a:ext cx="186055" cy="33655"/>
            </a:xfrm>
            <a:custGeom>
              <a:avLst/>
              <a:gdLst/>
              <a:ahLst/>
              <a:cxnLst/>
              <a:rect l="l" t="t" r="r" b="b"/>
              <a:pathLst>
                <a:path w="186054" h="33654">
                  <a:moveTo>
                    <a:pt x="134372" y="33212"/>
                  </a:moveTo>
                  <a:lnTo>
                    <a:pt x="0" y="33212"/>
                  </a:lnTo>
                  <a:lnTo>
                    <a:pt x="41345" y="0"/>
                  </a:lnTo>
                  <a:lnTo>
                    <a:pt x="186053" y="0"/>
                  </a:lnTo>
                  <a:lnTo>
                    <a:pt x="134372" y="33212"/>
                  </a:lnTo>
                  <a:close/>
                </a:path>
              </a:pathLst>
            </a:custGeom>
            <a:solidFill>
              <a:srgbClr val="00997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3267039" y="4321980"/>
              <a:ext cx="186055" cy="33655"/>
            </a:xfrm>
            <a:custGeom>
              <a:avLst/>
              <a:gdLst/>
              <a:ahLst/>
              <a:cxnLst/>
              <a:rect l="l" t="t" r="r" b="b"/>
              <a:pathLst>
                <a:path w="186054" h="33654">
                  <a:moveTo>
                    <a:pt x="134372" y="33212"/>
                  </a:moveTo>
                  <a:lnTo>
                    <a:pt x="186053" y="0"/>
                  </a:lnTo>
                  <a:lnTo>
                    <a:pt x="41345" y="0"/>
                  </a:lnTo>
                  <a:lnTo>
                    <a:pt x="0" y="33212"/>
                  </a:lnTo>
                  <a:lnTo>
                    <a:pt x="134372" y="33212"/>
                  </a:lnTo>
                  <a:close/>
                </a:path>
              </a:pathLst>
            </a:custGeom>
            <a:ln w="83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3763182" y="4728828"/>
              <a:ext cx="52069" cy="979805"/>
            </a:xfrm>
            <a:custGeom>
              <a:avLst/>
              <a:gdLst/>
              <a:ahLst/>
              <a:cxnLst/>
              <a:rect l="l" t="t" r="r" b="b"/>
              <a:pathLst>
                <a:path w="52070" h="979804">
                  <a:moveTo>
                    <a:pt x="0" y="979754"/>
                  </a:moveTo>
                  <a:lnTo>
                    <a:pt x="0" y="33212"/>
                  </a:lnTo>
                  <a:lnTo>
                    <a:pt x="51681" y="0"/>
                  </a:lnTo>
                  <a:lnTo>
                    <a:pt x="51681" y="954845"/>
                  </a:lnTo>
                  <a:lnTo>
                    <a:pt x="0" y="979754"/>
                  </a:lnTo>
                  <a:close/>
                </a:path>
              </a:pathLst>
            </a:custGeom>
            <a:solidFill>
              <a:srgbClr val="00664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3763182" y="4728828"/>
              <a:ext cx="52069" cy="979805"/>
            </a:xfrm>
            <a:custGeom>
              <a:avLst/>
              <a:gdLst/>
              <a:ahLst/>
              <a:cxnLst/>
              <a:rect l="l" t="t" r="r" b="b"/>
              <a:pathLst>
                <a:path w="52070" h="979804">
                  <a:moveTo>
                    <a:pt x="0" y="979754"/>
                  </a:moveTo>
                  <a:lnTo>
                    <a:pt x="0" y="33212"/>
                  </a:lnTo>
                  <a:lnTo>
                    <a:pt x="51681" y="0"/>
                  </a:lnTo>
                  <a:lnTo>
                    <a:pt x="51681" y="954845"/>
                  </a:lnTo>
                  <a:lnTo>
                    <a:pt x="0" y="979754"/>
                  </a:lnTo>
                  <a:close/>
                </a:path>
              </a:pathLst>
            </a:custGeom>
            <a:ln w="1033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3618474" y="4762040"/>
              <a:ext cx="144780" cy="946785"/>
            </a:xfrm>
            <a:custGeom>
              <a:avLst/>
              <a:gdLst/>
              <a:ahLst/>
              <a:cxnLst/>
              <a:rect l="l" t="t" r="r" b="b"/>
              <a:pathLst>
                <a:path w="144779" h="946785">
                  <a:moveTo>
                    <a:pt x="144708" y="946542"/>
                  </a:moveTo>
                  <a:lnTo>
                    <a:pt x="0" y="946542"/>
                  </a:lnTo>
                  <a:lnTo>
                    <a:pt x="0" y="0"/>
                  </a:lnTo>
                  <a:lnTo>
                    <a:pt x="144708" y="0"/>
                  </a:lnTo>
                  <a:lnTo>
                    <a:pt x="144708" y="946542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3618474" y="4762040"/>
              <a:ext cx="144780" cy="946785"/>
            </a:xfrm>
            <a:custGeom>
              <a:avLst/>
              <a:gdLst/>
              <a:ahLst/>
              <a:cxnLst/>
              <a:rect l="l" t="t" r="r" b="b"/>
              <a:pathLst>
                <a:path w="144779" h="946785">
                  <a:moveTo>
                    <a:pt x="0" y="946542"/>
                  </a:moveTo>
                  <a:lnTo>
                    <a:pt x="0" y="0"/>
                  </a:lnTo>
                  <a:lnTo>
                    <a:pt x="144708" y="0"/>
                  </a:lnTo>
                  <a:lnTo>
                    <a:pt x="144708" y="946542"/>
                  </a:lnTo>
                  <a:lnTo>
                    <a:pt x="0" y="946542"/>
                  </a:lnTo>
                  <a:close/>
                </a:path>
              </a:pathLst>
            </a:custGeom>
            <a:ln w="1028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3618474" y="4728828"/>
              <a:ext cx="196850" cy="33655"/>
            </a:xfrm>
            <a:custGeom>
              <a:avLst/>
              <a:gdLst/>
              <a:ahLst/>
              <a:cxnLst/>
              <a:rect l="l" t="t" r="r" b="b"/>
              <a:pathLst>
                <a:path w="196850" h="33654">
                  <a:moveTo>
                    <a:pt x="144708" y="33212"/>
                  </a:moveTo>
                  <a:lnTo>
                    <a:pt x="0" y="33212"/>
                  </a:lnTo>
                  <a:lnTo>
                    <a:pt x="51681" y="0"/>
                  </a:lnTo>
                  <a:lnTo>
                    <a:pt x="196390" y="0"/>
                  </a:lnTo>
                  <a:lnTo>
                    <a:pt x="144708" y="33212"/>
                  </a:lnTo>
                  <a:close/>
                </a:path>
              </a:pathLst>
            </a:custGeom>
            <a:solidFill>
              <a:srgbClr val="00997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3618474" y="4728828"/>
              <a:ext cx="196850" cy="33655"/>
            </a:xfrm>
            <a:custGeom>
              <a:avLst/>
              <a:gdLst/>
              <a:ahLst/>
              <a:cxnLst/>
              <a:rect l="l" t="t" r="r" b="b"/>
              <a:pathLst>
                <a:path w="196850" h="33654">
                  <a:moveTo>
                    <a:pt x="144708" y="33212"/>
                  </a:moveTo>
                  <a:lnTo>
                    <a:pt x="196390" y="0"/>
                  </a:lnTo>
                  <a:lnTo>
                    <a:pt x="51681" y="0"/>
                  </a:lnTo>
                  <a:lnTo>
                    <a:pt x="0" y="33212"/>
                  </a:lnTo>
                  <a:lnTo>
                    <a:pt x="144708" y="33212"/>
                  </a:lnTo>
                  <a:close/>
                </a:path>
              </a:pathLst>
            </a:custGeom>
            <a:ln w="8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4124953" y="2246229"/>
              <a:ext cx="52069" cy="3462654"/>
            </a:xfrm>
            <a:custGeom>
              <a:avLst/>
              <a:gdLst/>
              <a:ahLst/>
              <a:cxnLst/>
              <a:rect l="l" t="t" r="r" b="b"/>
              <a:pathLst>
                <a:path w="52070" h="3462654">
                  <a:moveTo>
                    <a:pt x="0" y="3462352"/>
                  </a:moveTo>
                  <a:lnTo>
                    <a:pt x="0" y="33211"/>
                  </a:lnTo>
                  <a:lnTo>
                    <a:pt x="51681" y="0"/>
                  </a:lnTo>
                  <a:lnTo>
                    <a:pt x="51681" y="3437443"/>
                  </a:lnTo>
                  <a:lnTo>
                    <a:pt x="0" y="3462352"/>
                  </a:lnTo>
                  <a:close/>
                </a:path>
              </a:pathLst>
            </a:custGeom>
            <a:solidFill>
              <a:srgbClr val="00664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4124953" y="2246229"/>
              <a:ext cx="52069" cy="3462654"/>
            </a:xfrm>
            <a:custGeom>
              <a:avLst/>
              <a:gdLst/>
              <a:ahLst/>
              <a:cxnLst/>
              <a:rect l="l" t="t" r="r" b="b"/>
              <a:pathLst>
                <a:path w="52070" h="3462654">
                  <a:moveTo>
                    <a:pt x="0" y="3462352"/>
                  </a:moveTo>
                  <a:lnTo>
                    <a:pt x="0" y="33211"/>
                  </a:lnTo>
                  <a:lnTo>
                    <a:pt x="51681" y="0"/>
                  </a:lnTo>
                  <a:lnTo>
                    <a:pt x="51681" y="3437443"/>
                  </a:lnTo>
                  <a:lnTo>
                    <a:pt x="0" y="3462352"/>
                  </a:lnTo>
                  <a:close/>
                </a:path>
              </a:pathLst>
            </a:custGeom>
            <a:ln w="1033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/>
            <p:cNvSpPr/>
            <p:nvPr/>
          </p:nvSpPr>
          <p:spPr>
            <a:xfrm>
              <a:off x="3980245" y="2279441"/>
              <a:ext cx="144780" cy="3429635"/>
            </a:xfrm>
            <a:custGeom>
              <a:avLst/>
              <a:gdLst/>
              <a:ahLst/>
              <a:cxnLst/>
              <a:rect l="l" t="t" r="r" b="b"/>
              <a:pathLst>
                <a:path w="144779" h="3429635">
                  <a:moveTo>
                    <a:pt x="144708" y="3429140"/>
                  </a:moveTo>
                  <a:lnTo>
                    <a:pt x="0" y="3429140"/>
                  </a:lnTo>
                  <a:lnTo>
                    <a:pt x="0" y="0"/>
                  </a:lnTo>
                  <a:lnTo>
                    <a:pt x="144708" y="0"/>
                  </a:lnTo>
                  <a:lnTo>
                    <a:pt x="144708" y="3429140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/>
            <p:cNvSpPr/>
            <p:nvPr/>
          </p:nvSpPr>
          <p:spPr>
            <a:xfrm>
              <a:off x="3980245" y="2279441"/>
              <a:ext cx="144780" cy="3429635"/>
            </a:xfrm>
            <a:custGeom>
              <a:avLst/>
              <a:gdLst/>
              <a:ahLst/>
              <a:cxnLst/>
              <a:rect l="l" t="t" r="r" b="b"/>
              <a:pathLst>
                <a:path w="144779" h="3429635">
                  <a:moveTo>
                    <a:pt x="0" y="3429140"/>
                  </a:moveTo>
                  <a:lnTo>
                    <a:pt x="0" y="0"/>
                  </a:lnTo>
                  <a:lnTo>
                    <a:pt x="144708" y="0"/>
                  </a:lnTo>
                  <a:lnTo>
                    <a:pt x="144708" y="3429140"/>
                  </a:lnTo>
                  <a:lnTo>
                    <a:pt x="0" y="3429140"/>
                  </a:lnTo>
                  <a:close/>
                </a:path>
              </a:pathLst>
            </a:custGeom>
            <a:ln w="103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/>
            <p:cNvSpPr/>
            <p:nvPr/>
          </p:nvSpPr>
          <p:spPr>
            <a:xfrm>
              <a:off x="3980245" y="2246229"/>
              <a:ext cx="196850" cy="33655"/>
            </a:xfrm>
            <a:custGeom>
              <a:avLst/>
              <a:gdLst/>
              <a:ahLst/>
              <a:cxnLst/>
              <a:rect l="l" t="t" r="r" b="b"/>
              <a:pathLst>
                <a:path w="196850" h="33655">
                  <a:moveTo>
                    <a:pt x="144708" y="33211"/>
                  </a:moveTo>
                  <a:lnTo>
                    <a:pt x="0" y="33211"/>
                  </a:lnTo>
                  <a:lnTo>
                    <a:pt x="51681" y="0"/>
                  </a:lnTo>
                  <a:lnTo>
                    <a:pt x="196390" y="0"/>
                  </a:lnTo>
                  <a:lnTo>
                    <a:pt x="144708" y="33211"/>
                  </a:lnTo>
                  <a:close/>
                </a:path>
              </a:pathLst>
            </a:custGeom>
            <a:solidFill>
              <a:srgbClr val="00997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/>
            <p:cNvSpPr/>
            <p:nvPr/>
          </p:nvSpPr>
          <p:spPr>
            <a:xfrm>
              <a:off x="3980245" y="2246229"/>
              <a:ext cx="196850" cy="33655"/>
            </a:xfrm>
            <a:custGeom>
              <a:avLst/>
              <a:gdLst/>
              <a:ahLst/>
              <a:cxnLst/>
              <a:rect l="l" t="t" r="r" b="b"/>
              <a:pathLst>
                <a:path w="196850" h="33655">
                  <a:moveTo>
                    <a:pt x="144708" y="33211"/>
                  </a:moveTo>
                  <a:lnTo>
                    <a:pt x="196390" y="0"/>
                  </a:lnTo>
                  <a:lnTo>
                    <a:pt x="51681" y="0"/>
                  </a:lnTo>
                  <a:lnTo>
                    <a:pt x="0" y="33211"/>
                  </a:lnTo>
                  <a:lnTo>
                    <a:pt x="144708" y="33211"/>
                  </a:lnTo>
                  <a:close/>
                </a:path>
              </a:pathLst>
            </a:custGeom>
            <a:ln w="8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/>
            <p:cNvSpPr/>
            <p:nvPr/>
          </p:nvSpPr>
          <p:spPr>
            <a:xfrm>
              <a:off x="4486724" y="4986221"/>
              <a:ext cx="52069" cy="722630"/>
            </a:xfrm>
            <a:custGeom>
              <a:avLst/>
              <a:gdLst/>
              <a:ahLst/>
              <a:cxnLst/>
              <a:rect l="l" t="t" r="r" b="b"/>
              <a:pathLst>
                <a:path w="52070" h="722629">
                  <a:moveTo>
                    <a:pt x="0" y="722361"/>
                  </a:moveTo>
                  <a:lnTo>
                    <a:pt x="0" y="33212"/>
                  </a:lnTo>
                  <a:lnTo>
                    <a:pt x="51681" y="0"/>
                  </a:lnTo>
                  <a:lnTo>
                    <a:pt x="51681" y="697452"/>
                  </a:lnTo>
                  <a:lnTo>
                    <a:pt x="0" y="722361"/>
                  </a:lnTo>
                  <a:close/>
                </a:path>
              </a:pathLst>
            </a:custGeom>
            <a:solidFill>
              <a:srgbClr val="00664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/>
            <p:cNvSpPr/>
            <p:nvPr/>
          </p:nvSpPr>
          <p:spPr>
            <a:xfrm>
              <a:off x="4486724" y="4986221"/>
              <a:ext cx="52069" cy="722630"/>
            </a:xfrm>
            <a:custGeom>
              <a:avLst/>
              <a:gdLst/>
              <a:ahLst/>
              <a:cxnLst/>
              <a:rect l="l" t="t" r="r" b="b"/>
              <a:pathLst>
                <a:path w="52070" h="722629">
                  <a:moveTo>
                    <a:pt x="0" y="722361"/>
                  </a:moveTo>
                  <a:lnTo>
                    <a:pt x="0" y="33212"/>
                  </a:lnTo>
                  <a:lnTo>
                    <a:pt x="51681" y="0"/>
                  </a:lnTo>
                  <a:lnTo>
                    <a:pt x="51681" y="697452"/>
                  </a:lnTo>
                  <a:lnTo>
                    <a:pt x="0" y="722361"/>
                  </a:lnTo>
                  <a:close/>
                </a:path>
              </a:pathLst>
            </a:custGeom>
            <a:ln w="103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/>
            <p:cNvSpPr/>
            <p:nvPr/>
          </p:nvSpPr>
          <p:spPr>
            <a:xfrm>
              <a:off x="4342016" y="5019433"/>
              <a:ext cx="144780" cy="689610"/>
            </a:xfrm>
            <a:custGeom>
              <a:avLst/>
              <a:gdLst/>
              <a:ahLst/>
              <a:cxnLst/>
              <a:rect l="l" t="t" r="r" b="b"/>
              <a:pathLst>
                <a:path w="144779" h="689610">
                  <a:moveTo>
                    <a:pt x="144708" y="689149"/>
                  </a:moveTo>
                  <a:lnTo>
                    <a:pt x="0" y="689149"/>
                  </a:lnTo>
                  <a:lnTo>
                    <a:pt x="0" y="0"/>
                  </a:lnTo>
                  <a:lnTo>
                    <a:pt x="144708" y="0"/>
                  </a:lnTo>
                  <a:lnTo>
                    <a:pt x="144708" y="689149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/>
            <p:cNvSpPr/>
            <p:nvPr/>
          </p:nvSpPr>
          <p:spPr>
            <a:xfrm>
              <a:off x="4342016" y="5019433"/>
              <a:ext cx="144780" cy="689610"/>
            </a:xfrm>
            <a:custGeom>
              <a:avLst/>
              <a:gdLst/>
              <a:ahLst/>
              <a:cxnLst/>
              <a:rect l="l" t="t" r="r" b="b"/>
              <a:pathLst>
                <a:path w="144779" h="689610">
                  <a:moveTo>
                    <a:pt x="0" y="689149"/>
                  </a:moveTo>
                  <a:lnTo>
                    <a:pt x="0" y="0"/>
                  </a:lnTo>
                  <a:lnTo>
                    <a:pt x="144708" y="0"/>
                  </a:lnTo>
                  <a:lnTo>
                    <a:pt x="144708" y="689149"/>
                  </a:lnTo>
                  <a:lnTo>
                    <a:pt x="0" y="689149"/>
                  </a:lnTo>
                  <a:close/>
                </a:path>
              </a:pathLst>
            </a:custGeom>
            <a:ln w="102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/>
            <p:cNvSpPr/>
            <p:nvPr/>
          </p:nvSpPr>
          <p:spPr>
            <a:xfrm>
              <a:off x="4342016" y="4986221"/>
              <a:ext cx="196850" cy="33655"/>
            </a:xfrm>
            <a:custGeom>
              <a:avLst/>
              <a:gdLst/>
              <a:ahLst/>
              <a:cxnLst/>
              <a:rect l="l" t="t" r="r" b="b"/>
              <a:pathLst>
                <a:path w="196850" h="33654">
                  <a:moveTo>
                    <a:pt x="144708" y="33212"/>
                  </a:moveTo>
                  <a:lnTo>
                    <a:pt x="0" y="33212"/>
                  </a:lnTo>
                  <a:lnTo>
                    <a:pt x="51681" y="0"/>
                  </a:lnTo>
                  <a:lnTo>
                    <a:pt x="196390" y="0"/>
                  </a:lnTo>
                  <a:lnTo>
                    <a:pt x="144708" y="33212"/>
                  </a:lnTo>
                  <a:close/>
                </a:path>
              </a:pathLst>
            </a:custGeom>
            <a:solidFill>
              <a:srgbClr val="00997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/>
            <p:cNvSpPr/>
            <p:nvPr/>
          </p:nvSpPr>
          <p:spPr>
            <a:xfrm>
              <a:off x="4342016" y="4986221"/>
              <a:ext cx="196850" cy="33655"/>
            </a:xfrm>
            <a:custGeom>
              <a:avLst/>
              <a:gdLst/>
              <a:ahLst/>
              <a:cxnLst/>
              <a:rect l="l" t="t" r="r" b="b"/>
              <a:pathLst>
                <a:path w="196850" h="33654">
                  <a:moveTo>
                    <a:pt x="144708" y="33212"/>
                  </a:moveTo>
                  <a:lnTo>
                    <a:pt x="196390" y="0"/>
                  </a:lnTo>
                  <a:lnTo>
                    <a:pt x="51681" y="0"/>
                  </a:lnTo>
                  <a:lnTo>
                    <a:pt x="0" y="33212"/>
                  </a:lnTo>
                  <a:lnTo>
                    <a:pt x="144708" y="33212"/>
                  </a:lnTo>
                  <a:close/>
                </a:path>
              </a:pathLst>
            </a:custGeom>
            <a:ln w="8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/>
            <p:cNvSpPr/>
            <p:nvPr/>
          </p:nvSpPr>
          <p:spPr>
            <a:xfrm>
              <a:off x="4848496" y="5276826"/>
              <a:ext cx="52069" cy="431800"/>
            </a:xfrm>
            <a:custGeom>
              <a:avLst/>
              <a:gdLst/>
              <a:ahLst/>
              <a:cxnLst/>
              <a:rect l="l" t="t" r="r" b="b"/>
              <a:pathLst>
                <a:path w="52070" h="431800">
                  <a:moveTo>
                    <a:pt x="0" y="431756"/>
                  </a:moveTo>
                  <a:lnTo>
                    <a:pt x="0" y="33212"/>
                  </a:lnTo>
                  <a:lnTo>
                    <a:pt x="51681" y="0"/>
                  </a:lnTo>
                  <a:lnTo>
                    <a:pt x="51681" y="406847"/>
                  </a:lnTo>
                  <a:lnTo>
                    <a:pt x="0" y="431756"/>
                  </a:lnTo>
                  <a:close/>
                </a:path>
              </a:pathLst>
            </a:custGeom>
            <a:solidFill>
              <a:srgbClr val="00664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/>
            <p:cNvSpPr/>
            <p:nvPr/>
          </p:nvSpPr>
          <p:spPr>
            <a:xfrm>
              <a:off x="4848496" y="5276826"/>
              <a:ext cx="52069" cy="431800"/>
            </a:xfrm>
            <a:custGeom>
              <a:avLst/>
              <a:gdLst/>
              <a:ahLst/>
              <a:cxnLst/>
              <a:rect l="l" t="t" r="r" b="b"/>
              <a:pathLst>
                <a:path w="52070" h="431800">
                  <a:moveTo>
                    <a:pt x="0" y="431756"/>
                  </a:moveTo>
                  <a:lnTo>
                    <a:pt x="0" y="33212"/>
                  </a:lnTo>
                  <a:lnTo>
                    <a:pt x="51681" y="0"/>
                  </a:lnTo>
                  <a:lnTo>
                    <a:pt x="51681" y="406847"/>
                  </a:lnTo>
                  <a:lnTo>
                    <a:pt x="0" y="431756"/>
                  </a:lnTo>
                  <a:close/>
                </a:path>
              </a:pathLst>
            </a:custGeom>
            <a:ln w="1030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/>
            <p:cNvSpPr/>
            <p:nvPr/>
          </p:nvSpPr>
          <p:spPr>
            <a:xfrm>
              <a:off x="4703787" y="5310038"/>
              <a:ext cx="144780" cy="398780"/>
            </a:xfrm>
            <a:custGeom>
              <a:avLst/>
              <a:gdLst/>
              <a:ahLst/>
              <a:cxnLst/>
              <a:rect l="l" t="t" r="r" b="b"/>
              <a:pathLst>
                <a:path w="144779" h="398779">
                  <a:moveTo>
                    <a:pt x="144708" y="398544"/>
                  </a:moveTo>
                  <a:lnTo>
                    <a:pt x="0" y="398544"/>
                  </a:lnTo>
                  <a:lnTo>
                    <a:pt x="0" y="0"/>
                  </a:lnTo>
                  <a:lnTo>
                    <a:pt x="144708" y="0"/>
                  </a:lnTo>
                  <a:lnTo>
                    <a:pt x="144708" y="398544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/>
            <p:cNvSpPr/>
            <p:nvPr/>
          </p:nvSpPr>
          <p:spPr>
            <a:xfrm>
              <a:off x="4703787" y="5310038"/>
              <a:ext cx="144780" cy="398780"/>
            </a:xfrm>
            <a:custGeom>
              <a:avLst/>
              <a:gdLst/>
              <a:ahLst/>
              <a:cxnLst/>
              <a:rect l="l" t="t" r="r" b="b"/>
              <a:pathLst>
                <a:path w="144779" h="398779">
                  <a:moveTo>
                    <a:pt x="0" y="398544"/>
                  </a:moveTo>
                  <a:lnTo>
                    <a:pt x="0" y="0"/>
                  </a:lnTo>
                  <a:lnTo>
                    <a:pt x="144708" y="0"/>
                  </a:lnTo>
                  <a:lnTo>
                    <a:pt x="144708" y="398544"/>
                  </a:lnTo>
                  <a:lnTo>
                    <a:pt x="0" y="398544"/>
                  </a:lnTo>
                  <a:close/>
                </a:path>
              </a:pathLst>
            </a:custGeom>
            <a:ln w="10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/>
            <p:cNvSpPr/>
            <p:nvPr/>
          </p:nvSpPr>
          <p:spPr>
            <a:xfrm>
              <a:off x="4703787" y="5276826"/>
              <a:ext cx="196850" cy="33655"/>
            </a:xfrm>
            <a:custGeom>
              <a:avLst/>
              <a:gdLst/>
              <a:ahLst/>
              <a:cxnLst/>
              <a:rect l="l" t="t" r="r" b="b"/>
              <a:pathLst>
                <a:path w="196850" h="33654">
                  <a:moveTo>
                    <a:pt x="144708" y="33212"/>
                  </a:moveTo>
                  <a:lnTo>
                    <a:pt x="0" y="33212"/>
                  </a:lnTo>
                  <a:lnTo>
                    <a:pt x="51681" y="0"/>
                  </a:lnTo>
                  <a:lnTo>
                    <a:pt x="196390" y="0"/>
                  </a:lnTo>
                  <a:lnTo>
                    <a:pt x="144708" y="33212"/>
                  </a:lnTo>
                  <a:close/>
                </a:path>
              </a:pathLst>
            </a:custGeom>
            <a:solidFill>
              <a:srgbClr val="00997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/>
            <p:cNvSpPr/>
            <p:nvPr/>
          </p:nvSpPr>
          <p:spPr>
            <a:xfrm>
              <a:off x="4703787" y="5276826"/>
              <a:ext cx="196850" cy="33655"/>
            </a:xfrm>
            <a:custGeom>
              <a:avLst/>
              <a:gdLst/>
              <a:ahLst/>
              <a:cxnLst/>
              <a:rect l="l" t="t" r="r" b="b"/>
              <a:pathLst>
                <a:path w="196850" h="33654">
                  <a:moveTo>
                    <a:pt x="144708" y="33212"/>
                  </a:moveTo>
                  <a:lnTo>
                    <a:pt x="196390" y="0"/>
                  </a:lnTo>
                  <a:lnTo>
                    <a:pt x="51681" y="0"/>
                  </a:lnTo>
                  <a:lnTo>
                    <a:pt x="0" y="33212"/>
                  </a:lnTo>
                  <a:lnTo>
                    <a:pt x="144708" y="33212"/>
                  </a:lnTo>
                  <a:close/>
                </a:path>
              </a:pathLst>
            </a:custGeom>
            <a:ln w="8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/>
            <p:cNvSpPr/>
            <p:nvPr/>
          </p:nvSpPr>
          <p:spPr>
            <a:xfrm>
              <a:off x="5210267" y="4380102"/>
              <a:ext cx="52069" cy="1329055"/>
            </a:xfrm>
            <a:custGeom>
              <a:avLst/>
              <a:gdLst/>
              <a:ahLst/>
              <a:cxnLst/>
              <a:rect l="l" t="t" r="r" b="b"/>
              <a:pathLst>
                <a:path w="52070" h="1329054">
                  <a:moveTo>
                    <a:pt x="0" y="1328480"/>
                  </a:moveTo>
                  <a:lnTo>
                    <a:pt x="0" y="33212"/>
                  </a:lnTo>
                  <a:lnTo>
                    <a:pt x="51681" y="0"/>
                  </a:lnTo>
                  <a:lnTo>
                    <a:pt x="51681" y="1303571"/>
                  </a:lnTo>
                  <a:lnTo>
                    <a:pt x="0" y="1328480"/>
                  </a:lnTo>
                  <a:close/>
                </a:path>
              </a:pathLst>
            </a:custGeom>
            <a:solidFill>
              <a:srgbClr val="00664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/>
            <p:cNvSpPr/>
            <p:nvPr/>
          </p:nvSpPr>
          <p:spPr>
            <a:xfrm>
              <a:off x="5210267" y="4380102"/>
              <a:ext cx="52069" cy="1329055"/>
            </a:xfrm>
            <a:custGeom>
              <a:avLst/>
              <a:gdLst/>
              <a:ahLst/>
              <a:cxnLst/>
              <a:rect l="l" t="t" r="r" b="b"/>
              <a:pathLst>
                <a:path w="52070" h="1329054">
                  <a:moveTo>
                    <a:pt x="0" y="1328480"/>
                  </a:moveTo>
                  <a:lnTo>
                    <a:pt x="0" y="33212"/>
                  </a:lnTo>
                  <a:lnTo>
                    <a:pt x="51681" y="0"/>
                  </a:lnTo>
                  <a:lnTo>
                    <a:pt x="51681" y="1303571"/>
                  </a:lnTo>
                  <a:lnTo>
                    <a:pt x="0" y="1328480"/>
                  </a:lnTo>
                  <a:close/>
                </a:path>
              </a:pathLst>
            </a:custGeom>
            <a:ln w="1033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/>
            <p:cNvSpPr/>
            <p:nvPr/>
          </p:nvSpPr>
          <p:spPr>
            <a:xfrm>
              <a:off x="5065558" y="4413313"/>
              <a:ext cx="144780" cy="1295400"/>
            </a:xfrm>
            <a:custGeom>
              <a:avLst/>
              <a:gdLst/>
              <a:ahLst/>
              <a:cxnLst/>
              <a:rect l="l" t="t" r="r" b="b"/>
              <a:pathLst>
                <a:path w="144779" h="1295400">
                  <a:moveTo>
                    <a:pt x="144708" y="1295268"/>
                  </a:moveTo>
                  <a:lnTo>
                    <a:pt x="0" y="1295268"/>
                  </a:lnTo>
                  <a:lnTo>
                    <a:pt x="0" y="0"/>
                  </a:lnTo>
                  <a:lnTo>
                    <a:pt x="144708" y="0"/>
                  </a:lnTo>
                  <a:lnTo>
                    <a:pt x="144708" y="1295268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/>
            <p:cNvSpPr/>
            <p:nvPr/>
          </p:nvSpPr>
          <p:spPr>
            <a:xfrm>
              <a:off x="5065558" y="4413313"/>
              <a:ext cx="144780" cy="1295400"/>
            </a:xfrm>
            <a:custGeom>
              <a:avLst/>
              <a:gdLst/>
              <a:ahLst/>
              <a:cxnLst/>
              <a:rect l="l" t="t" r="r" b="b"/>
              <a:pathLst>
                <a:path w="144779" h="1295400">
                  <a:moveTo>
                    <a:pt x="0" y="1295268"/>
                  </a:moveTo>
                  <a:lnTo>
                    <a:pt x="0" y="0"/>
                  </a:lnTo>
                  <a:lnTo>
                    <a:pt x="144708" y="0"/>
                  </a:lnTo>
                  <a:lnTo>
                    <a:pt x="144708" y="1295268"/>
                  </a:lnTo>
                  <a:lnTo>
                    <a:pt x="0" y="1295268"/>
                  </a:lnTo>
                  <a:close/>
                </a:path>
              </a:pathLst>
            </a:custGeom>
            <a:ln w="103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/>
            <p:cNvSpPr/>
            <p:nvPr/>
          </p:nvSpPr>
          <p:spPr>
            <a:xfrm>
              <a:off x="5065558" y="4380102"/>
              <a:ext cx="196850" cy="33655"/>
            </a:xfrm>
            <a:custGeom>
              <a:avLst/>
              <a:gdLst/>
              <a:ahLst/>
              <a:cxnLst/>
              <a:rect l="l" t="t" r="r" b="b"/>
              <a:pathLst>
                <a:path w="196850" h="33654">
                  <a:moveTo>
                    <a:pt x="144708" y="33212"/>
                  </a:moveTo>
                  <a:lnTo>
                    <a:pt x="0" y="33212"/>
                  </a:lnTo>
                  <a:lnTo>
                    <a:pt x="51681" y="0"/>
                  </a:lnTo>
                  <a:lnTo>
                    <a:pt x="196390" y="0"/>
                  </a:lnTo>
                  <a:lnTo>
                    <a:pt x="144708" y="33212"/>
                  </a:lnTo>
                  <a:close/>
                </a:path>
              </a:pathLst>
            </a:custGeom>
            <a:solidFill>
              <a:srgbClr val="00997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/>
            <p:cNvSpPr/>
            <p:nvPr/>
          </p:nvSpPr>
          <p:spPr>
            <a:xfrm>
              <a:off x="5065558" y="4380102"/>
              <a:ext cx="196850" cy="33655"/>
            </a:xfrm>
            <a:custGeom>
              <a:avLst/>
              <a:gdLst/>
              <a:ahLst/>
              <a:cxnLst/>
              <a:rect l="l" t="t" r="r" b="b"/>
              <a:pathLst>
                <a:path w="196850" h="33654">
                  <a:moveTo>
                    <a:pt x="144708" y="33212"/>
                  </a:moveTo>
                  <a:lnTo>
                    <a:pt x="196390" y="0"/>
                  </a:lnTo>
                  <a:lnTo>
                    <a:pt x="51681" y="0"/>
                  </a:lnTo>
                  <a:lnTo>
                    <a:pt x="0" y="33212"/>
                  </a:lnTo>
                  <a:lnTo>
                    <a:pt x="144708" y="33212"/>
                  </a:lnTo>
                  <a:close/>
                </a:path>
              </a:pathLst>
            </a:custGeom>
            <a:ln w="8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/>
            <p:cNvSpPr/>
            <p:nvPr/>
          </p:nvSpPr>
          <p:spPr>
            <a:xfrm>
              <a:off x="5572038" y="3433559"/>
              <a:ext cx="41910" cy="2275205"/>
            </a:xfrm>
            <a:custGeom>
              <a:avLst/>
              <a:gdLst/>
              <a:ahLst/>
              <a:cxnLst/>
              <a:rect l="l" t="t" r="r" b="b"/>
              <a:pathLst>
                <a:path w="41910" h="2275204">
                  <a:moveTo>
                    <a:pt x="0" y="2275022"/>
                  </a:moveTo>
                  <a:lnTo>
                    <a:pt x="0" y="24909"/>
                  </a:lnTo>
                  <a:lnTo>
                    <a:pt x="41345" y="0"/>
                  </a:lnTo>
                  <a:lnTo>
                    <a:pt x="41345" y="2250113"/>
                  </a:lnTo>
                  <a:lnTo>
                    <a:pt x="0" y="2275022"/>
                  </a:lnTo>
                  <a:close/>
                </a:path>
              </a:pathLst>
            </a:custGeom>
            <a:solidFill>
              <a:srgbClr val="00664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/>
            <p:cNvSpPr/>
            <p:nvPr/>
          </p:nvSpPr>
          <p:spPr>
            <a:xfrm>
              <a:off x="5572038" y="3433559"/>
              <a:ext cx="41910" cy="2275205"/>
            </a:xfrm>
            <a:custGeom>
              <a:avLst/>
              <a:gdLst/>
              <a:ahLst/>
              <a:cxnLst/>
              <a:rect l="l" t="t" r="r" b="b"/>
              <a:pathLst>
                <a:path w="41910" h="2275204">
                  <a:moveTo>
                    <a:pt x="0" y="2275022"/>
                  </a:moveTo>
                  <a:lnTo>
                    <a:pt x="0" y="24909"/>
                  </a:lnTo>
                  <a:lnTo>
                    <a:pt x="41345" y="0"/>
                  </a:lnTo>
                  <a:lnTo>
                    <a:pt x="41345" y="2250113"/>
                  </a:lnTo>
                  <a:lnTo>
                    <a:pt x="0" y="2275022"/>
                  </a:lnTo>
                  <a:close/>
                </a:path>
              </a:pathLst>
            </a:custGeom>
            <a:ln w="1033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/>
            <p:cNvSpPr/>
            <p:nvPr/>
          </p:nvSpPr>
          <p:spPr>
            <a:xfrm>
              <a:off x="5427330" y="3458468"/>
              <a:ext cx="144780" cy="2250440"/>
            </a:xfrm>
            <a:custGeom>
              <a:avLst/>
              <a:gdLst/>
              <a:ahLst/>
              <a:cxnLst/>
              <a:rect l="l" t="t" r="r" b="b"/>
              <a:pathLst>
                <a:path w="144779" h="2250440">
                  <a:moveTo>
                    <a:pt x="144708" y="2250113"/>
                  </a:moveTo>
                  <a:lnTo>
                    <a:pt x="0" y="2250113"/>
                  </a:lnTo>
                  <a:lnTo>
                    <a:pt x="0" y="0"/>
                  </a:lnTo>
                  <a:lnTo>
                    <a:pt x="144708" y="0"/>
                  </a:lnTo>
                  <a:lnTo>
                    <a:pt x="144708" y="2250113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/>
            <p:cNvSpPr/>
            <p:nvPr/>
          </p:nvSpPr>
          <p:spPr>
            <a:xfrm>
              <a:off x="5427330" y="3458468"/>
              <a:ext cx="144780" cy="2250440"/>
            </a:xfrm>
            <a:custGeom>
              <a:avLst/>
              <a:gdLst/>
              <a:ahLst/>
              <a:cxnLst/>
              <a:rect l="l" t="t" r="r" b="b"/>
              <a:pathLst>
                <a:path w="144779" h="2250440">
                  <a:moveTo>
                    <a:pt x="0" y="2250113"/>
                  </a:moveTo>
                  <a:lnTo>
                    <a:pt x="0" y="0"/>
                  </a:lnTo>
                  <a:lnTo>
                    <a:pt x="144708" y="0"/>
                  </a:lnTo>
                  <a:lnTo>
                    <a:pt x="144708" y="2250113"/>
                  </a:lnTo>
                  <a:lnTo>
                    <a:pt x="0" y="2250113"/>
                  </a:lnTo>
                  <a:close/>
                </a:path>
              </a:pathLst>
            </a:custGeom>
            <a:ln w="1032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/>
            <p:cNvSpPr/>
            <p:nvPr/>
          </p:nvSpPr>
          <p:spPr>
            <a:xfrm>
              <a:off x="5427330" y="3433559"/>
              <a:ext cx="186055" cy="25400"/>
            </a:xfrm>
            <a:custGeom>
              <a:avLst/>
              <a:gdLst/>
              <a:ahLst/>
              <a:cxnLst/>
              <a:rect l="l" t="t" r="r" b="b"/>
              <a:pathLst>
                <a:path w="186054" h="25400">
                  <a:moveTo>
                    <a:pt x="144708" y="24909"/>
                  </a:moveTo>
                  <a:lnTo>
                    <a:pt x="0" y="24909"/>
                  </a:lnTo>
                  <a:lnTo>
                    <a:pt x="51681" y="0"/>
                  </a:lnTo>
                  <a:lnTo>
                    <a:pt x="186053" y="0"/>
                  </a:lnTo>
                  <a:lnTo>
                    <a:pt x="144708" y="24909"/>
                  </a:lnTo>
                  <a:close/>
                </a:path>
              </a:pathLst>
            </a:custGeom>
            <a:solidFill>
              <a:srgbClr val="00997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/>
            <p:cNvSpPr/>
            <p:nvPr/>
          </p:nvSpPr>
          <p:spPr>
            <a:xfrm>
              <a:off x="5427330" y="3433559"/>
              <a:ext cx="186055" cy="25400"/>
            </a:xfrm>
            <a:custGeom>
              <a:avLst/>
              <a:gdLst/>
              <a:ahLst/>
              <a:cxnLst/>
              <a:rect l="l" t="t" r="r" b="b"/>
              <a:pathLst>
                <a:path w="186054" h="25400">
                  <a:moveTo>
                    <a:pt x="144708" y="24909"/>
                  </a:moveTo>
                  <a:lnTo>
                    <a:pt x="186053" y="0"/>
                  </a:lnTo>
                  <a:lnTo>
                    <a:pt x="51681" y="0"/>
                  </a:lnTo>
                  <a:lnTo>
                    <a:pt x="0" y="24909"/>
                  </a:lnTo>
                  <a:lnTo>
                    <a:pt x="144708" y="24909"/>
                  </a:lnTo>
                  <a:close/>
                </a:path>
              </a:pathLst>
            </a:custGeom>
            <a:ln w="833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/>
            <p:cNvSpPr/>
            <p:nvPr/>
          </p:nvSpPr>
          <p:spPr>
            <a:xfrm>
              <a:off x="6285244" y="5218705"/>
              <a:ext cx="52069" cy="490220"/>
            </a:xfrm>
            <a:custGeom>
              <a:avLst/>
              <a:gdLst/>
              <a:ahLst/>
              <a:cxnLst/>
              <a:rect l="l" t="t" r="r" b="b"/>
              <a:pathLst>
                <a:path w="52070" h="490220">
                  <a:moveTo>
                    <a:pt x="0" y="489877"/>
                  </a:moveTo>
                  <a:lnTo>
                    <a:pt x="0" y="33212"/>
                  </a:lnTo>
                  <a:lnTo>
                    <a:pt x="51681" y="0"/>
                  </a:lnTo>
                  <a:lnTo>
                    <a:pt x="51681" y="464968"/>
                  </a:lnTo>
                  <a:lnTo>
                    <a:pt x="0" y="489877"/>
                  </a:lnTo>
                  <a:close/>
                </a:path>
              </a:pathLst>
            </a:custGeom>
            <a:solidFill>
              <a:srgbClr val="00664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/>
            <p:cNvSpPr/>
            <p:nvPr/>
          </p:nvSpPr>
          <p:spPr>
            <a:xfrm>
              <a:off x="6285244" y="5218705"/>
              <a:ext cx="52069" cy="490220"/>
            </a:xfrm>
            <a:custGeom>
              <a:avLst/>
              <a:gdLst/>
              <a:ahLst/>
              <a:cxnLst/>
              <a:rect l="l" t="t" r="r" b="b"/>
              <a:pathLst>
                <a:path w="52070" h="490220">
                  <a:moveTo>
                    <a:pt x="0" y="489877"/>
                  </a:moveTo>
                  <a:lnTo>
                    <a:pt x="0" y="33212"/>
                  </a:lnTo>
                  <a:lnTo>
                    <a:pt x="51681" y="0"/>
                  </a:lnTo>
                  <a:lnTo>
                    <a:pt x="51681" y="464968"/>
                  </a:lnTo>
                  <a:lnTo>
                    <a:pt x="0" y="489877"/>
                  </a:lnTo>
                  <a:close/>
                </a:path>
              </a:pathLst>
            </a:custGeom>
            <a:ln w="1031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/>
            <p:cNvSpPr/>
            <p:nvPr/>
          </p:nvSpPr>
          <p:spPr>
            <a:xfrm>
              <a:off x="6150872" y="5251917"/>
              <a:ext cx="134620" cy="457200"/>
            </a:xfrm>
            <a:custGeom>
              <a:avLst/>
              <a:gdLst/>
              <a:ahLst/>
              <a:cxnLst/>
              <a:rect l="l" t="t" r="r" b="b"/>
              <a:pathLst>
                <a:path w="134620" h="457200">
                  <a:moveTo>
                    <a:pt x="134372" y="456665"/>
                  </a:moveTo>
                  <a:lnTo>
                    <a:pt x="0" y="456665"/>
                  </a:lnTo>
                  <a:lnTo>
                    <a:pt x="0" y="0"/>
                  </a:lnTo>
                  <a:lnTo>
                    <a:pt x="134372" y="0"/>
                  </a:lnTo>
                  <a:lnTo>
                    <a:pt x="134372" y="456665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/>
            <p:cNvSpPr/>
            <p:nvPr/>
          </p:nvSpPr>
          <p:spPr>
            <a:xfrm>
              <a:off x="6150872" y="5251917"/>
              <a:ext cx="134620" cy="457200"/>
            </a:xfrm>
            <a:custGeom>
              <a:avLst/>
              <a:gdLst/>
              <a:ahLst/>
              <a:cxnLst/>
              <a:rect l="l" t="t" r="r" b="b"/>
              <a:pathLst>
                <a:path w="134620" h="457200">
                  <a:moveTo>
                    <a:pt x="0" y="456665"/>
                  </a:moveTo>
                  <a:lnTo>
                    <a:pt x="0" y="0"/>
                  </a:lnTo>
                  <a:lnTo>
                    <a:pt x="134372" y="0"/>
                  </a:lnTo>
                  <a:lnTo>
                    <a:pt x="134372" y="456665"/>
                  </a:lnTo>
                  <a:lnTo>
                    <a:pt x="0" y="456665"/>
                  </a:lnTo>
                  <a:close/>
                </a:path>
              </a:pathLst>
            </a:custGeom>
            <a:ln w="101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/>
            <p:cNvSpPr/>
            <p:nvPr/>
          </p:nvSpPr>
          <p:spPr>
            <a:xfrm>
              <a:off x="6150872" y="5218705"/>
              <a:ext cx="186055" cy="33655"/>
            </a:xfrm>
            <a:custGeom>
              <a:avLst/>
              <a:gdLst/>
              <a:ahLst/>
              <a:cxnLst/>
              <a:rect l="l" t="t" r="r" b="b"/>
              <a:pathLst>
                <a:path w="186054" h="33654">
                  <a:moveTo>
                    <a:pt x="134372" y="33212"/>
                  </a:moveTo>
                  <a:lnTo>
                    <a:pt x="0" y="33212"/>
                  </a:lnTo>
                  <a:lnTo>
                    <a:pt x="41345" y="0"/>
                  </a:lnTo>
                  <a:lnTo>
                    <a:pt x="186053" y="0"/>
                  </a:lnTo>
                  <a:lnTo>
                    <a:pt x="134372" y="33212"/>
                  </a:lnTo>
                  <a:close/>
                </a:path>
              </a:pathLst>
            </a:custGeom>
            <a:solidFill>
              <a:srgbClr val="00997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7" name="object 77"/>
            <p:cNvSpPr/>
            <p:nvPr/>
          </p:nvSpPr>
          <p:spPr>
            <a:xfrm>
              <a:off x="6150872" y="5218705"/>
              <a:ext cx="186055" cy="33655"/>
            </a:xfrm>
            <a:custGeom>
              <a:avLst/>
              <a:gdLst/>
              <a:ahLst/>
              <a:cxnLst/>
              <a:rect l="l" t="t" r="r" b="b"/>
              <a:pathLst>
                <a:path w="186054" h="33654">
                  <a:moveTo>
                    <a:pt x="134372" y="33212"/>
                  </a:moveTo>
                  <a:lnTo>
                    <a:pt x="186053" y="0"/>
                  </a:lnTo>
                  <a:lnTo>
                    <a:pt x="41345" y="0"/>
                  </a:lnTo>
                  <a:lnTo>
                    <a:pt x="0" y="33212"/>
                  </a:lnTo>
                  <a:lnTo>
                    <a:pt x="134372" y="33212"/>
                  </a:lnTo>
                  <a:close/>
                </a:path>
              </a:pathLst>
            </a:custGeom>
            <a:ln w="83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8" name="object 7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98111" y="5645636"/>
              <a:ext cx="205410" cy="67770"/>
            </a:xfrm>
            <a:prstGeom prst="rect">
              <a:avLst/>
            </a:prstGeom>
          </p:spPr>
        </p:pic>
        <p:sp>
          <p:nvSpPr>
            <p:cNvPr id="79" name="object 79"/>
            <p:cNvSpPr/>
            <p:nvPr/>
          </p:nvSpPr>
          <p:spPr>
            <a:xfrm>
              <a:off x="2367779" y="2246229"/>
              <a:ext cx="62230" cy="3462654"/>
            </a:xfrm>
            <a:custGeom>
              <a:avLst/>
              <a:gdLst/>
              <a:ahLst/>
              <a:cxnLst/>
              <a:rect l="l" t="t" r="r" b="b"/>
              <a:pathLst>
                <a:path w="62230" h="3462654">
                  <a:moveTo>
                    <a:pt x="62017" y="3462352"/>
                  </a:moveTo>
                  <a:lnTo>
                    <a:pt x="62017" y="0"/>
                  </a:lnTo>
                </a:path>
                <a:path w="62230" h="3462654">
                  <a:moveTo>
                    <a:pt x="62017" y="3462352"/>
                  </a:moveTo>
                  <a:lnTo>
                    <a:pt x="0" y="3462352"/>
                  </a:lnTo>
                </a:path>
                <a:path w="62230" h="3462654">
                  <a:moveTo>
                    <a:pt x="62017" y="2889445"/>
                  </a:moveTo>
                  <a:lnTo>
                    <a:pt x="0" y="2889445"/>
                  </a:lnTo>
                </a:path>
                <a:path w="62230" h="3462654">
                  <a:moveTo>
                    <a:pt x="62017" y="2308235"/>
                  </a:moveTo>
                  <a:lnTo>
                    <a:pt x="0" y="2308235"/>
                  </a:lnTo>
                </a:path>
                <a:path w="62230" h="3462654">
                  <a:moveTo>
                    <a:pt x="62017" y="1735327"/>
                  </a:moveTo>
                  <a:lnTo>
                    <a:pt x="0" y="1735327"/>
                  </a:lnTo>
                </a:path>
                <a:path w="62230" h="3462654">
                  <a:moveTo>
                    <a:pt x="62017" y="1154117"/>
                  </a:moveTo>
                  <a:lnTo>
                    <a:pt x="0" y="1154117"/>
                  </a:lnTo>
                </a:path>
                <a:path w="62230" h="3462654">
                  <a:moveTo>
                    <a:pt x="62017" y="581210"/>
                  </a:moveTo>
                  <a:lnTo>
                    <a:pt x="0" y="581210"/>
                  </a:lnTo>
                </a:path>
                <a:path w="62230" h="3462654">
                  <a:moveTo>
                    <a:pt x="62017" y="0"/>
                  </a:moveTo>
                  <a:lnTo>
                    <a:pt x="0" y="0"/>
                  </a:lnTo>
                </a:path>
              </a:pathLst>
            </a:custGeom>
            <a:ln w="931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0" name="object 8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223070" y="5642159"/>
              <a:ext cx="103362" cy="132847"/>
            </a:xfrm>
            <a:prstGeom prst="rect">
              <a:avLst/>
            </a:prstGeom>
          </p:spPr>
        </p:pic>
        <p:pic>
          <p:nvPicPr>
            <p:cNvPr id="81" name="object 8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212733" y="5069252"/>
              <a:ext cx="103362" cy="132847"/>
            </a:xfrm>
            <a:prstGeom prst="rect">
              <a:avLst/>
            </a:prstGeom>
          </p:spPr>
        </p:pic>
        <p:pic>
          <p:nvPicPr>
            <p:cNvPr id="82" name="object 8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223070" y="4488041"/>
              <a:ext cx="103362" cy="132847"/>
            </a:xfrm>
            <a:prstGeom prst="rect">
              <a:avLst/>
            </a:prstGeom>
          </p:spPr>
        </p:pic>
        <p:pic>
          <p:nvPicPr>
            <p:cNvPr id="83" name="object 8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223070" y="3915133"/>
              <a:ext cx="103362" cy="132848"/>
            </a:xfrm>
            <a:prstGeom prst="rect">
              <a:avLst/>
            </a:prstGeom>
          </p:spPr>
        </p:pic>
        <p:pic>
          <p:nvPicPr>
            <p:cNvPr id="84" name="object 8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099034" y="2761016"/>
              <a:ext cx="227398" cy="132847"/>
            </a:xfrm>
            <a:prstGeom prst="rect">
              <a:avLst/>
            </a:prstGeom>
          </p:spPr>
        </p:pic>
        <p:pic>
          <p:nvPicPr>
            <p:cNvPr id="85" name="object 8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223070" y="3333922"/>
              <a:ext cx="103362" cy="132849"/>
            </a:xfrm>
            <a:prstGeom prst="rect">
              <a:avLst/>
            </a:prstGeom>
          </p:spPr>
        </p:pic>
        <p:pic>
          <p:nvPicPr>
            <p:cNvPr id="86" name="object 8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099034" y="2179805"/>
              <a:ext cx="217063" cy="132848"/>
            </a:xfrm>
            <a:prstGeom prst="rect">
              <a:avLst/>
            </a:prstGeom>
          </p:spPr>
        </p:pic>
        <p:sp>
          <p:nvSpPr>
            <p:cNvPr id="87" name="object 87"/>
            <p:cNvSpPr/>
            <p:nvPr/>
          </p:nvSpPr>
          <p:spPr>
            <a:xfrm>
              <a:off x="2429797" y="5708582"/>
              <a:ext cx="6853555" cy="50165"/>
            </a:xfrm>
            <a:custGeom>
              <a:avLst/>
              <a:gdLst/>
              <a:ahLst/>
              <a:cxnLst/>
              <a:rect l="l" t="t" r="r" b="b"/>
              <a:pathLst>
                <a:path w="6853555" h="50164">
                  <a:moveTo>
                    <a:pt x="0" y="0"/>
                  </a:moveTo>
                  <a:lnTo>
                    <a:pt x="6852979" y="0"/>
                  </a:lnTo>
                </a:path>
                <a:path w="6853555" h="50164">
                  <a:moveTo>
                    <a:pt x="0" y="0"/>
                  </a:moveTo>
                  <a:lnTo>
                    <a:pt x="0" y="49818"/>
                  </a:lnTo>
                </a:path>
                <a:path w="6853555" h="50164">
                  <a:moveTo>
                    <a:pt x="361771" y="0"/>
                  </a:moveTo>
                  <a:lnTo>
                    <a:pt x="361771" y="49818"/>
                  </a:lnTo>
                </a:path>
                <a:path w="6853555" h="50164">
                  <a:moveTo>
                    <a:pt x="723542" y="0"/>
                  </a:moveTo>
                  <a:lnTo>
                    <a:pt x="723542" y="49818"/>
                  </a:lnTo>
                </a:path>
                <a:path w="6853555" h="50164">
                  <a:moveTo>
                    <a:pt x="1085313" y="0"/>
                  </a:moveTo>
                  <a:lnTo>
                    <a:pt x="1085313" y="49818"/>
                  </a:lnTo>
                </a:path>
                <a:path w="6853555" h="50164">
                  <a:moveTo>
                    <a:pt x="1447084" y="0"/>
                  </a:moveTo>
                  <a:lnTo>
                    <a:pt x="1447084" y="49818"/>
                  </a:lnTo>
                </a:path>
                <a:path w="6853555" h="50164">
                  <a:moveTo>
                    <a:pt x="1808856" y="0"/>
                  </a:moveTo>
                  <a:lnTo>
                    <a:pt x="1808856" y="49818"/>
                  </a:lnTo>
                </a:path>
                <a:path w="6853555" h="50164">
                  <a:moveTo>
                    <a:pt x="2170627" y="0"/>
                  </a:moveTo>
                  <a:lnTo>
                    <a:pt x="2170627" y="49818"/>
                  </a:lnTo>
                </a:path>
                <a:path w="6853555" h="50164">
                  <a:moveTo>
                    <a:pt x="2522062" y="0"/>
                  </a:moveTo>
                  <a:lnTo>
                    <a:pt x="2522062" y="49818"/>
                  </a:lnTo>
                </a:path>
                <a:path w="6853555" h="50164">
                  <a:moveTo>
                    <a:pt x="2883833" y="0"/>
                  </a:moveTo>
                  <a:lnTo>
                    <a:pt x="2883833" y="49818"/>
                  </a:lnTo>
                </a:path>
                <a:path w="6853555" h="50164">
                  <a:moveTo>
                    <a:pt x="3245604" y="0"/>
                  </a:moveTo>
                  <a:lnTo>
                    <a:pt x="3245604" y="49818"/>
                  </a:lnTo>
                </a:path>
                <a:path w="6853555" h="50164">
                  <a:moveTo>
                    <a:pt x="3607375" y="0"/>
                  </a:moveTo>
                  <a:lnTo>
                    <a:pt x="3607375" y="49818"/>
                  </a:lnTo>
                </a:path>
                <a:path w="6853555" h="50164">
                  <a:moveTo>
                    <a:pt x="3969146" y="0"/>
                  </a:moveTo>
                  <a:lnTo>
                    <a:pt x="3969146" y="49818"/>
                  </a:lnTo>
                </a:path>
                <a:path w="6853555" h="50164">
                  <a:moveTo>
                    <a:pt x="4330918" y="0"/>
                  </a:moveTo>
                  <a:lnTo>
                    <a:pt x="4330918" y="49818"/>
                  </a:lnTo>
                </a:path>
                <a:path w="6853555" h="50164">
                  <a:moveTo>
                    <a:pt x="4692690" y="0"/>
                  </a:moveTo>
                  <a:lnTo>
                    <a:pt x="4692690" y="49818"/>
                  </a:lnTo>
                </a:path>
                <a:path w="6853555" h="50164">
                  <a:moveTo>
                    <a:pt x="5054460" y="0"/>
                  </a:moveTo>
                  <a:lnTo>
                    <a:pt x="5054460" y="49818"/>
                  </a:lnTo>
                </a:path>
                <a:path w="6853555" h="50164">
                  <a:moveTo>
                    <a:pt x="5405896" y="0"/>
                  </a:moveTo>
                  <a:lnTo>
                    <a:pt x="5405896" y="49818"/>
                  </a:lnTo>
                </a:path>
                <a:path w="6853555" h="50164">
                  <a:moveTo>
                    <a:pt x="5767666" y="0"/>
                  </a:moveTo>
                  <a:lnTo>
                    <a:pt x="5767666" y="49818"/>
                  </a:lnTo>
                </a:path>
                <a:path w="6853555" h="50164">
                  <a:moveTo>
                    <a:pt x="6129438" y="0"/>
                  </a:moveTo>
                  <a:lnTo>
                    <a:pt x="6129438" y="49818"/>
                  </a:lnTo>
                </a:path>
                <a:path w="6853555" h="50164">
                  <a:moveTo>
                    <a:pt x="6491208" y="0"/>
                  </a:moveTo>
                  <a:lnTo>
                    <a:pt x="6491208" y="49818"/>
                  </a:lnTo>
                </a:path>
                <a:path w="6853555" h="50164">
                  <a:moveTo>
                    <a:pt x="6852979" y="0"/>
                  </a:moveTo>
                  <a:lnTo>
                    <a:pt x="6852979" y="49818"/>
                  </a:lnTo>
                </a:path>
              </a:pathLst>
            </a:custGeom>
            <a:ln w="931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88" name="object 88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2535097" y="5849732"/>
            <a:ext cx="174586" cy="132848"/>
          </a:xfrm>
          <a:prstGeom prst="rect">
            <a:avLst/>
          </a:prstGeom>
        </p:spPr>
      </p:pic>
      <p:pic>
        <p:nvPicPr>
          <p:cNvPr id="89" name="object 89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2905267" y="5849732"/>
            <a:ext cx="144708" cy="132848"/>
          </a:xfrm>
          <a:prstGeom prst="rect">
            <a:avLst/>
          </a:prstGeom>
        </p:spPr>
      </p:pic>
      <p:pic>
        <p:nvPicPr>
          <p:cNvPr id="90" name="object 90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3267038" y="5849732"/>
            <a:ext cx="144708" cy="132848"/>
          </a:xfrm>
          <a:prstGeom prst="rect">
            <a:avLst/>
          </a:prstGeom>
        </p:spPr>
      </p:pic>
      <p:pic>
        <p:nvPicPr>
          <p:cNvPr id="91" name="object 91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3618472" y="5849732"/>
            <a:ext cx="155045" cy="132848"/>
          </a:xfrm>
          <a:prstGeom prst="rect">
            <a:avLst/>
          </a:prstGeom>
        </p:spPr>
      </p:pic>
      <p:pic>
        <p:nvPicPr>
          <p:cNvPr id="92" name="object 92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3980244" y="5849732"/>
            <a:ext cx="144707" cy="132848"/>
          </a:xfrm>
          <a:prstGeom prst="rect">
            <a:avLst/>
          </a:prstGeom>
        </p:spPr>
      </p:pic>
      <p:pic>
        <p:nvPicPr>
          <p:cNvPr id="93" name="object 93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4352352" y="5849732"/>
            <a:ext cx="134371" cy="132848"/>
          </a:xfrm>
          <a:prstGeom prst="rect">
            <a:avLst/>
          </a:prstGeom>
        </p:spPr>
      </p:pic>
      <p:pic>
        <p:nvPicPr>
          <p:cNvPr id="94" name="object 94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4693449" y="5849732"/>
            <a:ext cx="175718" cy="132848"/>
          </a:xfrm>
          <a:prstGeom prst="rect">
            <a:avLst/>
          </a:prstGeom>
        </p:spPr>
      </p:pic>
      <p:pic>
        <p:nvPicPr>
          <p:cNvPr id="95" name="object 95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5055222" y="5849732"/>
            <a:ext cx="175718" cy="132848"/>
          </a:xfrm>
          <a:prstGeom prst="rect">
            <a:avLst/>
          </a:prstGeom>
        </p:spPr>
      </p:pic>
      <p:pic>
        <p:nvPicPr>
          <p:cNvPr id="96" name="object 96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5499682" y="5849732"/>
            <a:ext cx="72354" cy="132848"/>
          </a:xfrm>
          <a:prstGeom prst="rect">
            <a:avLst/>
          </a:prstGeom>
        </p:spPr>
      </p:pic>
      <p:sp>
        <p:nvSpPr>
          <p:cNvPr id="97" name="object 97"/>
          <p:cNvSpPr/>
          <p:nvPr/>
        </p:nvSpPr>
        <p:spPr>
          <a:xfrm>
            <a:off x="5758091" y="5957672"/>
            <a:ext cx="175895" cy="25400"/>
          </a:xfrm>
          <a:custGeom>
            <a:avLst/>
            <a:gdLst/>
            <a:ahLst/>
            <a:cxnLst/>
            <a:rect l="l" t="t" r="r" b="b"/>
            <a:pathLst>
              <a:path w="175895" h="25400">
                <a:moveTo>
                  <a:pt x="19812" y="0"/>
                </a:moveTo>
                <a:lnTo>
                  <a:pt x="11197" y="0"/>
                </a:lnTo>
                <a:lnTo>
                  <a:pt x="7537" y="1231"/>
                </a:lnTo>
                <a:lnTo>
                  <a:pt x="1508" y="6162"/>
                </a:lnTo>
                <a:lnTo>
                  <a:pt x="0" y="9081"/>
                </a:lnTo>
                <a:lnTo>
                  <a:pt x="0" y="15913"/>
                </a:lnTo>
                <a:lnTo>
                  <a:pt x="1508" y="18854"/>
                </a:lnTo>
                <a:lnTo>
                  <a:pt x="7537" y="23698"/>
                </a:lnTo>
                <a:lnTo>
                  <a:pt x="11197" y="24908"/>
                </a:lnTo>
                <a:lnTo>
                  <a:pt x="19704" y="24908"/>
                </a:lnTo>
                <a:lnTo>
                  <a:pt x="23338" y="23698"/>
                </a:lnTo>
                <a:lnTo>
                  <a:pt x="29475" y="18854"/>
                </a:lnTo>
                <a:lnTo>
                  <a:pt x="31009" y="15913"/>
                </a:lnTo>
                <a:lnTo>
                  <a:pt x="31009" y="9081"/>
                </a:lnTo>
                <a:lnTo>
                  <a:pt x="29502" y="6162"/>
                </a:lnTo>
                <a:lnTo>
                  <a:pt x="23472" y="1231"/>
                </a:lnTo>
                <a:lnTo>
                  <a:pt x="19812" y="0"/>
                </a:lnTo>
                <a:close/>
              </a:path>
              <a:path w="175895" h="25400">
                <a:moveTo>
                  <a:pt x="92166" y="0"/>
                </a:moveTo>
                <a:lnTo>
                  <a:pt x="83552" y="0"/>
                </a:lnTo>
                <a:lnTo>
                  <a:pt x="79891" y="1210"/>
                </a:lnTo>
                <a:lnTo>
                  <a:pt x="73863" y="6054"/>
                </a:lnTo>
                <a:lnTo>
                  <a:pt x="72354" y="8994"/>
                </a:lnTo>
                <a:lnTo>
                  <a:pt x="72354" y="15913"/>
                </a:lnTo>
                <a:lnTo>
                  <a:pt x="73863" y="18854"/>
                </a:lnTo>
                <a:lnTo>
                  <a:pt x="79891" y="23698"/>
                </a:lnTo>
                <a:lnTo>
                  <a:pt x="83552" y="24908"/>
                </a:lnTo>
                <a:lnTo>
                  <a:pt x="92166" y="24908"/>
                </a:lnTo>
                <a:lnTo>
                  <a:pt x="95826" y="23698"/>
                </a:lnTo>
                <a:lnTo>
                  <a:pt x="101856" y="18854"/>
                </a:lnTo>
                <a:lnTo>
                  <a:pt x="103364" y="15913"/>
                </a:lnTo>
                <a:lnTo>
                  <a:pt x="103364" y="8994"/>
                </a:lnTo>
                <a:lnTo>
                  <a:pt x="101856" y="6054"/>
                </a:lnTo>
                <a:lnTo>
                  <a:pt x="95826" y="1210"/>
                </a:lnTo>
                <a:lnTo>
                  <a:pt x="92166" y="0"/>
                </a:lnTo>
                <a:close/>
              </a:path>
              <a:path w="175895" h="25400">
                <a:moveTo>
                  <a:pt x="164520" y="0"/>
                </a:moveTo>
                <a:lnTo>
                  <a:pt x="155906" y="0"/>
                </a:lnTo>
                <a:lnTo>
                  <a:pt x="152246" y="1210"/>
                </a:lnTo>
                <a:lnTo>
                  <a:pt x="146217" y="6054"/>
                </a:lnTo>
                <a:lnTo>
                  <a:pt x="144708" y="8994"/>
                </a:lnTo>
                <a:lnTo>
                  <a:pt x="144708" y="15913"/>
                </a:lnTo>
                <a:lnTo>
                  <a:pt x="146217" y="18854"/>
                </a:lnTo>
                <a:lnTo>
                  <a:pt x="152246" y="23698"/>
                </a:lnTo>
                <a:lnTo>
                  <a:pt x="155906" y="24908"/>
                </a:lnTo>
                <a:lnTo>
                  <a:pt x="164520" y="24908"/>
                </a:lnTo>
                <a:lnTo>
                  <a:pt x="168182" y="23698"/>
                </a:lnTo>
                <a:lnTo>
                  <a:pt x="174210" y="18854"/>
                </a:lnTo>
                <a:lnTo>
                  <a:pt x="175718" y="15913"/>
                </a:lnTo>
                <a:lnTo>
                  <a:pt x="175718" y="8994"/>
                </a:lnTo>
                <a:lnTo>
                  <a:pt x="174210" y="6054"/>
                </a:lnTo>
                <a:lnTo>
                  <a:pt x="168182" y="1210"/>
                </a:lnTo>
                <a:lnTo>
                  <a:pt x="16452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98" name="object 98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6132459" y="5849732"/>
            <a:ext cx="163766" cy="132848"/>
          </a:xfrm>
          <a:prstGeom prst="rect">
            <a:avLst/>
          </a:prstGeom>
        </p:spPr>
      </p:pic>
      <p:pic>
        <p:nvPicPr>
          <p:cNvPr id="99" name="object 99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6502306" y="5849732"/>
            <a:ext cx="155045" cy="132848"/>
          </a:xfrm>
          <a:prstGeom prst="rect">
            <a:avLst/>
          </a:prstGeom>
        </p:spPr>
      </p:pic>
      <p:sp>
        <p:nvSpPr>
          <p:cNvPr id="100" name="object 10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68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413214" y="618181"/>
            <a:ext cx="8347075" cy="72009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Assumptions</a:t>
            </a:r>
            <a:r>
              <a:rPr dirty="0" spc="-40"/>
              <a:t> </a:t>
            </a:r>
            <a:r>
              <a:rPr dirty="0"/>
              <a:t>on</a:t>
            </a:r>
            <a:r>
              <a:rPr dirty="0" spc="-40"/>
              <a:t> </a:t>
            </a:r>
            <a:r>
              <a:rPr dirty="0"/>
              <a:t>Eve</a:t>
            </a:r>
            <a:r>
              <a:rPr dirty="0" spc="-40"/>
              <a:t> </a:t>
            </a:r>
            <a:r>
              <a:rPr dirty="0"/>
              <a:t>(the</a:t>
            </a:r>
            <a:r>
              <a:rPr dirty="0" spc="-40"/>
              <a:t> </a:t>
            </a:r>
            <a:r>
              <a:rPr dirty="0" spc="-10"/>
              <a:t>opponent)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68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" name="object 3"/>
          <p:cNvSpPr txBox="1"/>
          <p:nvPr/>
        </p:nvSpPr>
        <p:spPr>
          <a:xfrm>
            <a:off x="1485752" y="1599233"/>
            <a:ext cx="8147684" cy="4752975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marL="367030" marR="5080" indent="-354965">
              <a:lnSpc>
                <a:spcPts val="3929"/>
              </a:lnSpc>
              <a:spcBef>
                <a:spcPts val="265"/>
              </a:spcBef>
              <a:buChar char="•"/>
              <a:tabLst>
                <a:tab pos="367030" algn="l"/>
              </a:tabLst>
            </a:pPr>
            <a:r>
              <a:rPr dirty="0" sz="3300">
                <a:latin typeface="Times New Roman"/>
                <a:cs typeface="Times New Roman"/>
              </a:rPr>
              <a:t>A</a:t>
            </a:r>
            <a:r>
              <a:rPr dirty="0" sz="3300" spc="-10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scheme</a:t>
            </a:r>
            <a:r>
              <a:rPr dirty="0" sz="3300" spc="-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is</a:t>
            </a:r>
            <a:r>
              <a:rPr dirty="0" sz="3300" spc="-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broken</a:t>
            </a:r>
            <a:r>
              <a:rPr dirty="0" sz="3300" spc="-10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if</a:t>
            </a:r>
            <a:r>
              <a:rPr dirty="0" sz="3300" spc="-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Eve</a:t>
            </a:r>
            <a:r>
              <a:rPr dirty="0" sz="3300" spc="-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can</a:t>
            </a:r>
            <a:r>
              <a:rPr dirty="0" sz="3300" spc="-10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deduce</a:t>
            </a:r>
            <a:r>
              <a:rPr dirty="0" sz="3300" spc="-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the</a:t>
            </a:r>
            <a:r>
              <a:rPr dirty="0" sz="3300" spc="-5">
                <a:latin typeface="Times New Roman"/>
                <a:cs typeface="Times New Roman"/>
              </a:rPr>
              <a:t> </a:t>
            </a:r>
            <a:r>
              <a:rPr dirty="0" sz="3300" spc="-25">
                <a:latin typeface="Times New Roman"/>
                <a:cs typeface="Times New Roman"/>
              </a:rPr>
              <a:t>key </a:t>
            </a:r>
            <a:r>
              <a:rPr dirty="0" sz="3300">
                <a:latin typeface="Times New Roman"/>
                <a:cs typeface="Times New Roman"/>
              </a:rPr>
              <a:t>or</a:t>
            </a:r>
            <a:r>
              <a:rPr dirty="0" sz="3300" spc="-2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obtain</a:t>
            </a:r>
            <a:r>
              <a:rPr dirty="0" sz="3300" spc="-1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additional</a:t>
            </a:r>
            <a:r>
              <a:rPr dirty="0" sz="3300" spc="-10">
                <a:latin typeface="Times New Roman"/>
                <a:cs typeface="Times New Roman"/>
              </a:rPr>
              <a:t> plaintext</a:t>
            </a:r>
            <a:endParaRPr sz="3300">
              <a:latin typeface="Times New Roman"/>
              <a:cs typeface="Times New Roman"/>
            </a:endParaRPr>
          </a:p>
          <a:p>
            <a:pPr marL="367030" marR="214629" indent="-354965">
              <a:lnSpc>
                <a:spcPct val="100000"/>
              </a:lnSpc>
              <a:spcBef>
                <a:spcPts val="750"/>
              </a:spcBef>
              <a:buChar char="•"/>
              <a:tabLst>
                <a:tab pos="367030" algn="l"/>
              </a:tabLst>
            </a:pPr>
            <a:r>
              <a:rPr dirty="0" sz="3300">
                <a:latin typeface="Times New Roman"/>
                <a:cs typeface="Times New Roman"/>
              </a:rPr>
              <a:t>Eve</a:t>
            </a:r>
            <a:r>
              <a:rPr dirty="0" sz="3300" spc="-2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can</a:t>
            </a:r>
            <a:r>
              <a:rPr dirty="0" sz="3300" spc="-10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always</a:t>
            </a:r>
            <a:r>
              <a:rPr dirty="0" sz="3300" spc="-10">
                <a:latin typeface="Times New Roman"/>
                <a:cs typeface="Times New Roman"/>
              </a:rPr>
              <a:t> </a:t>
            </a:r>
            <a:r>
              <a:rPr dirty="0" sz="3300">
                <a:solidFill>
                  <a:srgbClr val="FF0000"/>
                </a:solidFill>
                <a:latin typeface="Times New Roman"/>
                <a:cs typeface="Times New Roman"/>
              </a:rPr>
              <a:t>try</a:t>
            </a:r>
            <a:r>
              <a:rPr dirty="0" sz="3300" spc="-1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3300">
                <a:solidFill>
                  <a:srgbClr val="FF0000"/>
                </a:solidFill>
                <a:latin typeface="Times New Roman"/>
                <a:cs typeface="Times New Roman"/>
              </a:rPr>
              <a:t>all</a:t>
            </a:r>
            <a:r>
              <a:rPr dirty="0" sz="3300" spc="-1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3300">
                <a:solidFill>
                  <a:srgbClr val="FF0000"/>
                </a:solidFill>
                <a:latin typeface="Times New Roman"/>
                <a:cs typeface="Times New Roman"/>
              </a:rPr>
              <a:t>keys</a:t>
            </a:r>
            <a:r>
              <a:rPr dirty="0" sz="3300" spc="-1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till</a:t>
            </a:r>
            <a:r>
              <a:rPr dirty="0" sz="3300" spc="-10">
                <a:latin typeface="Times New Roman"/>
                <a:cs typeface="Times New Roman"/>
              </a:rPr>
              <a:t> “meaningful” </a:t>
            </a:r>
            <a:r>
              <a:rPr dirty="0" sz="3300">
                <a:latin typeface="Times New Roman"/>
                <a:cs typeface="Times New Roman"/>
              </a:rPr>
              <a:t>plaintext</a:t>
            </a:r>
            <a:r>
              <a:rPr dirty="0" sz="3300" spc="-1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appears:</a:t>
            </a:r>
            <a:r>
              <a:rPr dirty="0" sz="3300" spc="-10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a</a:t>
            </a:r>
            <a:r>
              <a:rPr dirty="0" sz="3300" spc="-10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brute</a:t>
            </a:r>
            <a:r>
              <a:rPr dirty="0" sz="3300" spc="-10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force</a:t>
            </a:r>
            <a:r>
              <a:rPr dirty="0" sz="3300" spc="-10">
                <a:latin typeface="Times New Roman"/>
                <a:cs typeface="Times New Roman"/>
              </a:rPr>
              <a:t> attack</a:t>
            </a:r>
            <a:endParaRPr sz="3300">
              <a:latin typeface="Times New Roman"/>
              <a:cs typeface="Times New Roman"/>
            </a:endParaRPr>
          </a:p>
          <a:p>
            <a:pPr lvl="1" marL="780415" indent="-294640">
              <a:lnSpc>
                <a:spcPct val="100000"/>
              </a:lnSpc>
              <a:spcBef>
                <a:spcPts val="665"/>
              </a:spcBef>
              <a:buChar char="–"/>
              <a:tabLst>
                <a:tab pos="780415" algn="l"/>
              </a:tabLst>
            </a:pPr>
            <a:r>
              <a:rPr dirty="0" sz="2900">
                <a:latin typeface="Times New Roman"/>
                <a:cs typeface="Times New Roman"/>
              </a:rPr>
              <a:t>solution:</a:t>
            </a:r>
            <a:r>
              <a:rPr dirty="0" sz="2900" spc="-35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large</a:t>
            </a:r>
            <a:r>
              <a:rPr dirty="0" sz="2900" spc="-35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key</a:t>
            </a:r>
            <a:r>
              <a:rPr dirty="0" sz="2900" spc="-30">
                <a:latin typeface="Times New Roman"/>
                <a:cs typeface="Times New Roman"/>
              </a:rPr>
              <a:t> </a:t>
            </a:r>
            <a:r>
              <a:rPr dirty="0" sz="2900" spc="-10">
                <a:latin typeface="Times New Roman"/>
                <a:cs typeface="Times New Roman"/>
              </a:rPr>
              <a:t>space</a:t>
            </a:r>
            <a:endParaRPr sz="2900">
              <a:latin typeface="Times New Roman"/>
              <a:cs typeface="Times New Roman"/>
            </a:endParaRPr>
          </a:p>
          <a:p>
            <a:pPr marL="367030" marR="658495" indent="-354965">
              <a:lnSpc>
                <a:spcPct val="100000"/>
              </a:lnSpc>
              <a:spcBef>
                <a:spcPts val="875"/>
              </a:spcBef>
              <a:buChar char="•"/>
              <a:tabLst>
                <a:tab pos="367030" algn="l"/>
              </a:tabLst>
            </a:pPr>
            <a:r>
              <a:rPr dirty="0" sz="3300">
                <a:latin typeface="Times New Roman"/>
                <a:cs typeface="Times New Roman"/>
              </a:rPr>
              <a:t>Eve</a:t>
            </a:r>
            <a:r>
              <a:rPr dirty="0" sz="3300" spc="-20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will</a:t>
            </a:r>
            <a:r>
              <a:rPr dirty="0" sz="3300" spc="-10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try</a:t>
            </a:r>
            <a:r>
              <a:rPr dirty="0" sz="3300" spc="-10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to</a:t>
            </a:r>
            <a:r>
              <a:rPr dirty="0" sz="3300" spc="-10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find</a:t>
            </a:r>
            <a:r>
              <a:rPr dirty="0" sz="3300" spc="-10">
                <a:latin typeface="Times New Roman"/>
                <a:cs typeface="Times New Roman"/>
              </a:rPr>
              <a:t> </a:t>
            </a:r>
            <a:r>
              <a:rPr dirty="0" sz="3300">
                <a:solidFill>
                  <a:srgbClr val="FF0000"/>
                </a:solidFill>
                <a:latin typeface="Times New Roman"/>
                <a:cs typeface="Times New Roman"/>
              </a:rPr>
              <a:t>shortcut</a:t>
            </a:r>
            <a:r>
              <a:rPr dirty="0" sz="3300" spc="-1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3300">
                <a:solidFill>
                  <a:srgbClr val="FF0000"/>
                </a:solidFill>
                <a:latin typeface="Times New Roman"/>
                <a:cs typeface="Times New Roman"/>
              </a:rPr>
              <a:t>attacks</a:t>
            </a:r>
            <a:r>
              <a:rPr dirty="0" sz="3300" spc="-1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3300" spc="-10">
                <a:latin typeface="Times New Roman"/>
                <a:cs typeface="Times New Roman"/>
              </a:rPr>
              <a:t>(faster </a:t>
            </a:r>
            <a:r>
              <a:rPr dirty="0" sz="3300">
                <a:latin typeface="Times New Roman"/>
                <a:cs typeface="Times New Roman"/>
              </a:rPr>
              <a:t>than</a:t>
            </a:r>
            <a:r>
              <a:rPr dirty="0" sz="3300" spc="-10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brute</a:t>
            </a:r>
            <a:r>
              <a:rPr dirty="0" sz="3300" spc="-5">
                <a:latin typeface="Times New Roman"/>
                <a:cs typeface="Times New Roman"/>
              </a:rPr>
              <a:t> </a:t>
            </a:r>
            <a:r>
              <a:rPr dirty="0" sz="3300" spc="-10">
                <a:latin typeface="Times New Roman"/>
                <a:cs typeface="Times New Roman"/>
              </a:rPr>
              <a:t>force)</a:t>
            </a:r>
            <a:endParaRPr sz="3300">
              <a:latin typeface="Times New Roman"/>
              <a:cs typeface="Times New Roman"/>
            </a:endParaRPr>
          </a:p>
          <a:p>
            <a:pPr lvl="1" marL="779780" marR="529590" indent="-294640">
              <a:lnSpc>
                <a:spcPts val="3440"/>
              </a:lnSpc>
              <a:spcBef>
                <a:spcPts val="810"/>
              </a:spcBef>
              <a:buChar char="–"/>
              <a:tabLst>
                <a:tab pos="788035" algn="l"/>
              </a:tabLst>
            </a:pPr>
            <a:r>
              <a:rPr dirty="0" sz="2900">
                <a:latin typeface="Times New Roman"/>
                <a:cs typeface="Times New Roman"/>
              </a:rPr>
              <a:t>history</a:t>
            </a:r>
            <a:r>
              <a:rPr dirty="0" sz="2900" spc="-50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shows</a:t>
            </a:r>
            <a:r>
              <a:rPr dirty="0" sz="2900" spc="-45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that</a:t>
            </a:r>
            <a:r>
              <a:rPr dirty="0" sz="2900" spc="-45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designers</a:t>
            </a:r>
            <a:r>
              <a:rPr dirty="0" sz="2900" spc="-50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are</a:t>
            </a:r>
            <a:r>
              <a:rPr dirty="0" sz="2900" spc="-45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too</a:t>
            </a:r>
            <a:r>
              <a:rPr dirty="0" sz="2900" spc="-45">
                <a:latin typeface="Times New Roman"/>
                <a:cs typeface="Times New Roman"/>
              </a:rPr>
              <a:t> </a:t>
            </a:r>
            <a:r>
              <a:rPr dirty="0" sz="2900" spc="-10">
                <a:latin typeface="Times New Roman"/>
                <a:cs typeface="Times New Roman"/>
              </a:rPr>
              <a:t>optimistic </a:t>
            </a:r>
            <a:r>
              <a:rPr dirty="0" sz="2900" spc="-10">
                <a:latin typeface="Times New Roman"/>
                <a:cs typeface="Times New Roman"/>
              </a:rPr>
              <a:t>	</a:t>
            </a:r>
            <a:r>
              <a:rPr dirty="0" sz="2900">
                <a:latin typeface="Times New Roman"/>
                <a:cs typeface="Times New Roman"/>
              </a:rPr>
              <a:t>about</a:t>
            </a:r>
            <a:r>
              <a:rPr dirty="0" sz="2900" spc="-40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the</a:t>
            </a:r>
            <a:r>
              <a:rPr dirty="0" sz="2900" spc="-35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security</a:t>
            </a:r>
            <a:r>
              <a:rPr dirty="0" sz="2900" spc="-35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of</a:t>
            </a:r>
            <a:r>
              <a:rPr dirty="0" sz="2900" spc="-35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their</a:t>
            </a:r>
            <a:r>
              <a:rPr dirty="0" sz="2900" spc="-35">
                <a:latin typeface="Times New Roman"/>
                <a:cs typeface="Times New Roman"/>
              </a:rPr>
              <a:t> </a:t>
            </a:r>
            <a:r>
              <a:rPr dirty="0" sz="2900" spc="-10">
                <a:latin typeface="Times New Roman"/>
                <a:cs typeface="Times New Roman"/>
              </a:rPr>
              <a:t>cryptosystems</a:t>
            </a:r>
            <a:endParaRPr sz="29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76006" y="2402690"/>
            <a:ext cx="1403174" cy="1917734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413214" y="618181"/>
            <a:ext cx="8347075" cy="72009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Assumptions</a:t>
            </a:r>
            <a:r>
              <a:rPr dirty="0" spc="-40"/>
              <a:t> </a:t>
            </a:r>
            <a:r>
              <a:rPr dirty="0"/>
              <a:t>on</a:t>
            </a:r>
            <a:r>
              <a:rPr dirty="0" spc="-40"/>
              <a:t> </a:t>
            </a:r>
            <a:r>
              <a:rPr dirty="0"/>
              <a:t>Eve</a:t>
            </a:r>
            <a:r>
              <a:rPr dirty="0" spc="-40"/>
              <a:t> </a:t>
            </a:r>
            <a:r>
              <a:rPr dirty="0"/>
              <a:t>(the</a:t>
            </a:r>
            <a:r>
              <a:rPr dirty="0" spc="-40"/>
              <a:t> </a:t>
            </a:r>
            <a:r>
              <a:rPr dirty="0" spc="-10"/>
              <a:t>opponent)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68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09855" rIns="0" bIns="0" rtlCol="0" vert="horz">
            <a:spAutoFit/>
          </a:bodyPr>
          <a:lstStyle/>
          <a:p>
            <a:pPr marL="367030" indent="-354330">
              <a:lnSpc>
                <a:spcPct val="100000"/>
              </a:lnSpc>
              <a:spcBef>
                <a:spcPts val="865"/>
              </a:spcBef>
              <a:buChar char="•"/>
              <a:tabLst>
                <a:tab pos="367030" algn="l"/>
              </a:tabLst>
            </a:pPr>
            <a:r>
              <a:rPr dirty="0"/>
              <a:t>Cryptology</a:t>
            </a:r>
            <a:r>
              <a:rPr dirty="0" spc="-20"/>
              <a:t> </a:t>
            </a:r>
            <a:r>
              <a:rPr dirty="0"/>
              <a:t>=</a:t>
            </a:r>
            <a:r>
              <a:rPr dirty="0" spc="-5"/>
              <a:t> </a:t>
            </a:r>
            <a:r>
              <a:rPr dirty="0"/>
              <a:t>cryptography</a:t>
            </a:r>
            <a:r>
              <a:rPr dirty="0" spc="-5"/>
              <a:t> </a:t>
            </a:r>
            <a:r>
              <a:rPr dirty="0"/>
              <a:t>+</a:t>
            </a:r>
            <a:r>
              <a:rPr dirty="0" spc="-5"/>
              <a:t> </a:t>
            </a:r>
            <a:r>
              <a:rPr dirty="0" spc="-10"/>
              <a:t>cryptanalysis</a:t>
            </a:r>
          </a:p>
          <a:p>
            <a:pPr marL="367030" marR="412115" indent="-354965">
              <a:lnSpc>
                <a:spcPct val="100000"/>
              </a:lnSpc>
              <a:spcBef>
                <a:spcPts val="770"/>
              </a:spcBef>
              <a:buChar char="•"/>
              <a:tabLst>
                <a:tab pos="367030" algn="l"/>
              </a:tabLst>
            </a:pPr>
            <a:r>
              <a:rPr dirty="0"/>
              <a:t>Eve</a:t>
            </a:r>
            <a:r>
              <a:rPr dirty="0" spc="-10"/>
              <a:t> </a:t>
            </a:r>
            <a:r>
              <a:rPr dirty="0"/>
              <a:t>knows</a:t>
            </a:r>
            <a:r>
              <a:rPr dirty="0" spc="-10"/>
              <a:t> </a:t>
            </a:r>
            <a:r>
              <a:rPr dirty="0"/>
              <a:t>the</a:t>
            </a:r>
            <a:r>
              <a:rPr dirty="0" spc="-10"/>
              <a:t> </a:t>
            </a:r>
            <a:r>
              <a:rPr dirty="0"/>
              <a:t>algorithm,</a:t>
            </a:r>
            <a:r>
              <a:rPr dirty="0" spc="-10"/>
              <a:t> </a:t>
            </a:r>
            <a:r>
              <a:rPr dirty="0"/>
              <a:t>except</a:t>
            </a:r>
            <a:r>
              <a:rPr dirty="0" spc="-10"/>
              <a:t> </a:t>
            </a:r>
            <a:r>
              <a:rPr dirty="0"/>
              <a:t>for</a:t>
            </a:r>
            <a:r>
              <a:rPr dirty="0" spc="-10"/>
              <a:t> </a:t>
            </a:r>
            <a:r>
              <a:rPr dirty="0"/>
              <a:t>the</a:t>
            </a:r>
            <a:r>
              <a:rPr dirty="0" spc="-10"/>
              <a:t> </a:t>
            </a:r>
            <a:r>
              <a:rPr dirty="0" spc="-25"/>
              <a:t>key </a:t>
            </a:r>
            <a:r>
              <a:rPr dirty="0"/>
              <a:t>(Kerckhoffs’s</a:t>
            </a:r>
            <a:r>
              <a:rPr dirty="0" spc="-55"/>
              <a:t> </a:t>
            </a:r>
            <a:r>
              <a:rPr dirty="0" spc="-10"/>
              <a:t>principle)</a:t>
            </a:r>
          </a:p>
          <a:p>
            <a:pPr marL="367030" indent="-354330">
              <a:lnSpc>
                <a:spcPct val="100000"/>
              </a:lnSpc>
              <a:spcBef>
                <a:spcPts val="875"/>
              </a:spcBef>
              <a:buChar char="•"/>
              <a:tabLst>
                <a:tab pos="367030" algn="l"/>
              </a:tabLst>
            </a:pPr>
            <a:r>
              <a:rPr dirty="0"/>
              <a:t>increasing</a:t>
            </a:r>
            <a:r>
              <a:rPr dirty="0" spc="-20"/>
              <a:t> </a:t>
            </a:r>
            <a:r>
              <a:rPr dirty="0"/>
              <a:t>capability</a:t>
            </a:r>
            <a:r>
              <a:rPr dirty="0" spc="-20"/>
              <a:t> </a:t>
            </a:r>
            <a:r>
              <a:rPr dirty="0"/>
              <a:t>of</a:t>
            </a:r>
            <a:r>
              <a:rPr dirty="0" spc="-20"/>
              <a:t> Eve:</a:t>
            </a:r>
          </a:p>
          <a:p>
            <a:pPr lvl="1" marL="781050" marR="844550" indent="-295910">
              <a:lnSpc>
                <a:spcPct val="103000"/>
              </a:lnSpc>
              <a:spcBef>
                <a:spcPts val="540"/>
              </a:spcBef>
              <a:buChar char="–"/>
              <a:tabLst>
                <a:tab pos="788035" algn="l"/>
              </a:tabLst>
            </a:pPr>
            <a:r>
              <a:rPr dirty="0" sz="2450">
                <a:latin typeface="Times New Roman"/>
                <a:cs typeface="Times New Roman"/>
              </a:rPr>
              <a:t>knows</a:t>
            </a:r>
            <a:r>
              <a:rPr dirty="0" sz="2450" spc="50">
                <a:latin typeface="Times New Roman"/>
                <a:cs typeface="Times New Roman"/>
              </a:rPr>
              <a:t> </a:t>
            </a:r>
            <a:r>
              <a:rPr dirty="0" sz="2450">
                <a:latin typeface="Times New Roman"/>
                <a:cs typeface="Times New Roman"/>
              </a:rPr>
              <a:t>some</a:t>
            </a:r>
            <a:r>
              <a:rPr dirty="0" sz="2450" spc="65">
                <a:latin typeface="Times New Roman"/>
                <a:cs typeface="Times New Roman"/>
              </a:rPr>
              <a:t> </a:t>
            </a:r>
            <a:r>
              <a:rPr dirty="0" sz="2450">
                <a:latin typeface="Times New Roman"/>
                <a:cs typeface="Times New Roman"/>
              </a:rPr>
              <a:t>information</a:t>
            </a:r>
            <a:r>
              <a:rPr dirty="0" sz="2450" spc="60">
                <a:latin typeface="Times New Roman"/>
                <a:cs typeface="Times New Roman"/>
              </a:rPr>
              <a:t> </a:t>
            </a:r>
            <a:r>
              <a:rPr dirty="0" sz="2450">
                <a:latin typeface="Times New Roman"/>
                <a:cs typeface="Times New Roman"/>
              </a:rPr>
              <a:t>about</a:t>
            </a:r>
            <a:r>
              <a:rPr dirty="0" sz="2450" spc="65">
                <a:latin typeface="Times New Roman"/>
                <a:cs typeface="Times New Roman"/>
              </a:rPr>
              <a:t> </a:t>
            </a:r>
            <a:r>
              <a:rPr dirty="0" sz="2450">
                <a:latin typeface="Times New Roman"/>
                <a:cs typeface="Times New Roman"/>
              </a:rPr>
              <a:t>the</a:t>
            </a:r>
            <a:r>
              <a:rPr dirty="0" sz="2450" spc="60">
                <a:latin typeface="Times New Roman"/>
                <a:cs typeface="Times New Roman"/>
              </a:rPr>
              <a:t> </a:t>
            </a:r>
            <a:r>
              <a:rPr dirty="0" sz="2450">
                <a:latin typeface="Times New Roman"/>
                <a:cs typeface="Times New Roman"/>
              </a:rPr>
              <a:t>plaintext</a:t>
            </a:r>
            <a:r>
              <a:rPr dirty="0" sz="2450" spc="60">
                <a:latin typeface="Times New Roman"/>
                <a:cs typeface="Times New Roman"/>
              </a:rPr>
              <a:t> </a:t>
            </a:r>
            <a:r>
              <a:rPr dirty="0" sz="2450">
                <a:latin typeface="Times New Roman"/>
                <a:cs typeface="Times New Roman"/>
              </a:rPr>
              <a:t>(e.g.,</a:t>
            </a:r>
            <a:r>
              <a:rPr dirty="0" sz="2450" spc="65">
                <a:latin typeface="Times New Roman"/>
                <a:cs typeface="Times New Roman"/>
              </a:rPr>
              <a:t> </a:t>
            </a:r>
            <a:r>
              <a:rPr dirty="0" sz="2450" spc="-25">
                <a:latin typeface="Times New Roman"/>
                <a:cs typeface="Times New Roman"/>
              </a:rPr>
              <a:t>in </a:t>
            </a:r>
            <a:r>
              <a:rPr dirty="0" sz="2450" spc="-25">
                <a:latin typeface="Times New Roman"/>
                <a:cs typeface="Times New Roman"/>
              </a:rPr>
              <a:t>	</a:t>
            </a:r>
            <a:r>
              <a:rPr dirty="0" sz="2450" spc="-10">
                <a:latin typeface="Times New Roman"/>
                <a:cs typeface="Times New Roman"/>
              </a:rPr>
              <a:t>English)</a:t>
            </a:r>
            <a:endParaRPr sz="2450">
              <a:latin typeface="Times New Roman"/>
              <a:cs typeface="Times New Roman"/>
            </a:endParaRPr>
          </a:p>
          <a:p>
            <a:pPr lvl="1" marL="781050" indent="-295275">
              <a:lnSpc>
                <a:spcPct val="100000"/>
              </a:lnSpc>
              <a:spcBef>
                <a:spcPts val="555"/>
              </a:spcBef>
              <a:buChar char="–"/>
              <a:tabLst>
                <a:tab pos="781050" algn="l"/>
              </a:tabLst>
            </a:pPr>
            <a:r>
              <a:rPr dirty="0" sz="2450">
                <a:latin typeface="Times New Roman"/>
                <a:cs typeface="Times New Roman"/>
              </a:rPr>
              <a:t>knows</a:t>
            </a:r>
            <a:r>
              <a:rPr dirty="0" sz="2450" spc="30">
                <a:latin typeface="Times New Roman"/>
                <a:cs typeface="Times New Roman"/>
              </a:rPr>
              <a:t> </a:t>
            </a:r>
            <a:r>
              <a:rPr dirty="0" sz="2450">
                <a:latin typeface="Times New Roman"/>
                <a:cs typeface="Times New Roman"/>
              </a:rPr>
              <a:t>part</a:t>
            </a:r>
            <a:r>
              <a:rPr dirty="0" sz="2450" spc="45">
                <a:latin typeface="Times New Roman"/>
                <a:cs typeface="Times New Roman"/>
              </a:rPr>
              <a:t> </a:t>
            </a:r>
            <a:r>
              <a:rPr dirty="0" sz="2450">
                <a:latin typeface="Times New Roman"/>
                <a:cs typeface="Times New Roman"/>
              </a:rPr>
              <a:t>of</a:t>
            </a:r>
            <a:r>
              <a:rPr dirty="0" sz="2450" spc="40">
                <a:latin typeface="Times New Roman"/>
                <a:cs typeface="Times New Roman"/>
              </a:rPr>
              <a:t> </a:t>
            </a:r>
            <a:r>
              <a:rPr dirty="0" sz="2450">
                <a:latin typeface="Times New Roman"/>
                <a:cs typeface="Times New Roman"/>
              </a:rPr>
              <a:t>the</a:t>
            </a:r>
            <a:r>
              <a:rPr dirty="0" sz="2450" spc="45">
                <a:latin typeface="Times New Roman"/>
                <a:cs typeface="Times New Roman"/>
              </a:rPr>
              <a:t> </a:t>
            </a:r>
            <a:r>
              <a:rPr dirty="0" sz="2450" spc="-10">
                <a:latin typeface="Times New Roman"/>
                <a:cs typeface="Times New Roman"/>
              </a:rPr>
              <a:t>plaintext</a:t>
            </a:r>
            <a:endParaRPr sz="2450">
              <a:latin typeface="Times New Roman"/>
              <a:cs typeface="Times New Roman"/>
            </a:endParaRPr>
          </a:p>
          <a:p>
            <a:pPr lvl="1" marL="781050" indent="-295275">
              <a:lnSpc>
                <a:spcPct val="100000"/>
              </a:lnSpc>
              <a:spcBef>
                <a:spcPts val="680"/>
              </a:spcBef>
              <a:buChar char="–"/>
              <a:tabLst>
                <a:tab pos="781050" algn="l"/>
              </a:tabLst>
            </a:pPr>
            <a:r>
              <a:rPr dirty="0" sz="2450">
                <a:latin typeface="Times New Roman"/>
                <a:cs typeface="Times New Roman"/>
              </a:rPr>
              <a:t>can</a:t>
            </a:r>
            <a:r>
              <a:rPr dirty="0" sz="2450" spc="45">
                <a:latin typeface="Times New Roman"/>
                <a:cs typeface="Times New Roman"/>
              </a:rPr>
              <a:t> </a:t>
            </a:r>
            <a:r>
              <a:rPr dirty="0" sz="2450">
                <a:latin typeface="Times New Roman"/>
                <a:cs typeface="Times New Roman"/>
              </a:rPr>
              <a:t>choose</a:t>
            </a:r>
            <a:r>
              <a:rPr dirty="0" sz="2450" spc="40">
                <a:latin typeface="Times New Roman"/>
                <a:cs typeface="Times New Roman"/>
              </a:rPr>
              <a:t> </a:t>
            </a:r>
            <a:r>
              <a:rPr dirty="0" sz="2450">
                <a:latin typeface="Times New Roman"/>
                <a:cs typeface="Times New Roman"/>
              </a:rPr>
              <a:t>(part</a:t>
            </a:r>
            <a:r>
              <a:rPr dirty="0" sz="2450" spc="45">
                <a:latin typeface="Times New Roman"/>
                <a:cs typeface="Times New Roman"/>
              </a:rPr>
              <a:t> </a:t>
            </a:r>
            <a:r>
              <a:rPr dirty="0" sz="2450">
                <a:latin typeface="Times New Roman"/>
                <a:cs typeface="Times New Roman"/>
              </a:rPr>
              <a:t>of)</a:t>
            </a:r>
            <a:r>
              <a:rPr dirty="0" sz="2450" spc="45">
                <a:latin typeface="Times New Roman"/>
                <a:cs typeface="Times New Roman"/>
              </a:rPr>
              <a:t> </a:t>
            </a:r>
            <a:r>
              <a:rPr dirty="0" sz="2450">
                <a:latin typeface="Times New Roman"/>
                <a:cs typeface="Times New Roman"/>
              </a:rPr>
              <a:t>the</a:t>
            </a:r>
            <a:r>
              <a:rPr dirty="0" sz="2450" spc="40">
                <a:latin typeface="Times New Roman"/>
                <a:cs typeface="Times New Roman"/>
              </a:rPr>
              <a:t> </a:t>
            </a:r>
            <a:r>
              <a:rPr dirty="0" sz="2450">
                <a:latin typeface="Times New Roman"/>
                <a:cs typeface="Times New Roman"/>
              </a:rPr>
              <a:t>plaintext</a:t>
            </a:r>
            <a:r>
              <a:rPr dirty="0" sz="2450" spc="45">
                <a:latin typeface="Times New Roman"/>
                <a:cs typeface="Times New Roman"/>
              </a:rPr>
              <a:t> </a:t>
            </a:r>
            <a:r>
              <a:rPr dirty="0" sz="2450">
                <a:latin typeface="Times New Roman"/>
                <a:cs typeface="Times New Roman"/>
              </a:rPr>
              <a:t>and</a:t>
            </a:r>
            <a:r>
              <a:rPr dirty="0" sz="2450" spc="40">
                <a:latin typeface="Times New Roman"/>
                <a:cs typeface="Times New Roman"/>
              </a:rPr>
              <a:t> </a:t>
            </a:r>
            <a:r>
              <a:rPr dirty="0" sz="2450">
                <a:latin typeface="Times New Roman"/>
                <a:cs typeface="Times New Roman"/>
              </a:rPr>
              <a:t>look</a:t>
            </a:r>
            <a:r>
              <a:rPr dirty="0" sz="2450" spc="45">
                <a:latin typeface="Times New Roman"/>
                <a:cs typeface="Times New Roman"/>
              </a:rPr>
              <a:t> </a:t>
            </a:r>
            <a:r>
              <a:rPr dirty="0" sz="2450">
                <a:latin typeface="Times New Roman"/>
                <a:cs typeface="Times New Roman"/>
              </a:rPr>
              <a:t>at</a:t>
            </a:r>
            <a:r>
              <a:rPr dirty="0" sz="2450" spc="45">
                <a:latin typeface="Times New Roman"/>
                <a:cs typeface="Times New Roman"/>
              </a:rPr>
              <a:t> </a:t>
            </a:r>
            <a:r>
              <a:rPr dirty="0" sz="2450">
                <a:latin typeface="Times New Roman"/>
                <a:cs typeface="Times New Roman"/>
              </a:rPr>
              <a:t>the</a:t>
            </a:r>
            <a:r>
              <a:rPr dirty="0" sz="2450" spc="40">
                <a:latin typeface="Times New Roman"/>
                <a:cs typeface="Times New Roman"/>
              </a:rPr>
              <a:t> </a:t>
            </a:r>
            <a:r>
              <a:rPr dirty="0" sz="2450" spc="-10">
                <a:latin typeface="Times New Roman"/>
                <a:cs typeface="Times New Roman"/>
              </a:rPr>
              <a:t>ciphertext</a:t>
            </a:r>
            <a:endParaRPr sz="2450">
              <a:latin typeface="Times New Roman"/>
              <a:cs typeface="Times New Roman"/>
            </a:endParaRPr>
          </a:p>
          <a:p>
            <a:pPr lvl="1" marL="781050" indent="-295275">
              <a:lnSpc>
                <a:spcPct val="100000"/>
              </a:lnSpc>
              <a:spcBef>
                <a:spcPts val="580"/>
              </a:spcBef>
              <a:buChar char="–"/>
              <a:tabLst>
                <a:tab pos="781050" algn="l"/>
              </a:tabLst>
            </a:pPr>
            <a:r>
              <a:rPr dirty="0" sz="2450">
                <a:latin typeface="Times New Roman"/>
                <a:cs typeface="Times New Roman"/>
              </a:rPr>
              <a:t>can</a:t>
            </a:r>
            <a:r>
              <a:rPr dirty="0" sz="2450" spc="35">
                <a:latin typeface="Times New Roman"/>
                <a:cs typeface="Times New Roman"/>
              </a:rPr>
              <a:t> </a:t>
            </a:r>
            <a:r>
              <a:rPr dirty="0" sz="2450">
                <a:latin typeface="Times New Roman"/>
                <a:cs typeface="Times New Roman"/>
              </a:rPr>
              <a:t>choose</a:t>
            </a:r>
            <a:r>
              <a:rPr dirty="0" sz="2450" spc="45">
                <a:latin typeface="Times New Roman"/>
                <a:cs typeface="Times New Roman"/>
              </a:rPr>
              <a:t> </a:t>
            </a:r>
            <a:r>
              <a:rPr dirty="0" sz="2450">
                <a:latin typeface="Times New Roman"/>
                <a:cs typeface="Times New Roman"/>
              </a:rPr>
              <a:t>(part</a:t>
            </a:r>
            <a:r>
              <a:rPr dirty="0" sz="2450" spc="50">
                <a:latin typeface="Times New Roman"/>
                <a:cs typeface="Times New Roman"/>
              </a:rPr>
              <a:t> </a:t>
            </a:r>
            <a:r>
              <a:rPr dirty="0" sz="2450">
                <a:latin typeface="Times New Roman"/>
                <a:cs typeface="Times New Roman"/>
              </a:rPr>
              <a:t>of)</a:t>
            </a:r>
            <a:r>
              <a:rPr dirty="0" sz="2450" spc="45">
                <a:latin typeface="Times New Roman"/>
                <a:cs typeface="Times New Roman"/>
              </a:rPr>
              <a:t> </a:t>
            </a:r>
            <a:r>
              <a:rPr dirty="0" sz="2450">
                <a:latin typeface="Times New Roman"/>
                <a:cs typeface="Times New Roman"/>
              </a:rPr>
              <a:t>the</a:t>
            </a:r>
            <a:r>
              <a:rPr dirty="0" sz="2450" spc="45">
                <a:latin typeface="Times New Roman"/>
                <a:cs typeface="Times New Roman"/>
              </a:rPr>
              <a:t> </a:t>
            </a:r>
            <a:r>
              <a:rPr dirty="0" sz="2450">
                <a:latin typeface="Times New Roman"/>
                <a:cs typeface="Times New Roman"/>
              </a:rPr>
              <a:t>ciphertext</a:t>
            </a:r>
            <a:r>
              <a:rPr dirty="0" sz="2450" spc="45">
                <a:latin typeface="Times New Roman"/>
                <a:cs typeface="Times New Roman"/>
              </a:rPr>
              <a:t> </a:t>
            </a:r>
            <a:r>
              <a:rPr dirty="0" sz="2450">
                <a:latin typeface="Times New Roman"/>
                <a:cs typeface="Times New Roman"/>
              </a:rPr>
              <a:t>and</a:t>
            </a:r>
            <a:r>
              <a:rPr dirty="0" sz="2450" spc="45">
                <a:latin typeface="Times New Roman"/>
                <a:cs typeface="Times New Roman"/>
              </a:rPr>
              <a:t> </a:t>
            </a:r>
            <a:r>
              <a:rPr dirty="0" sz="2450">
                <a:latin typeface="Times New Roman"/>
                <a:cs typeface="Times New Roman"/>
              </a:rPr>
              <a:t>look</a:t>
            </a:r>
            <a:r>
              <a:rPr dirty="0" sz="2450" spc="45">
                <a:latin typeface="Times New Roman"/>
                <a:cs typeface="Times New Roman"/>
              </a:rPr>
              <a:t> </a:t>
            </a:r>
            <a:r>
              <a:rPr dirty="0" sz="2450">
                <a:latin typeface="Times New Roman"/>
                <a:cs typeface="Times New Roman"/>
              </a:rPr>
              <a:t>at</a:t>
            </a:r>
            <a:r>
              <a:rPr dirty="0" sz="2450" spc="50">
                <a:latin typeface="Times New Roman"/>
                <a:cs typeface="Times New Roman"/>
              </a:rPr>
              <a:t> </a:t>
            </a:r>
            <a:r>
              <a:rPr dirty="0" sz="2450">
                <a:latin typeface="Times New Roman"/>
                <a:cs typeface="Times New Roman"/>
              </a:rPr>
              <a:t>the</a:t>
            </a:r>
            <a:r>
              <a:rPr dirty="0" sz="2450" spc="45">
                <a:latin typeface="Times New Roman"/>
                <a:cs typeface="Times New Roman"/>
              </a:rPr>
              <a:t> </a:t>
            </a:r>
            <a:r>
              <a:rPr dirty="0" sz="2450" spc="-10">
                <a:latin typeface="Times New Roman"/>
                <a:cs typeface="Times New Roman"/>
              </a:rPr>
              <a:t>plaintext</a:t>
            </a:r>
            <a:endParaRPr sz="24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04924" rIns="0" bIns="0" rtlCol="0" vert="horz">
            <a:spAutoFit/>
          </a:bodyPr>
          <a:lstStyle/>
          <a:p>
            <a:pPr marL="1721485">
              <a:lnSpc>
                <a:spcPct val="100000"/>
              </a:lnSpc>
              <a:spcBef>
                <a:spcPts val="105"/>
              </a:spcBef>
            </a:pPr>
            <a:r>
              <a:rPr dirty="0"/>
              <a:t>New</a:t>
            </a:r>
            <a:r>
              <a:rPr dirty="0" spc="-40"/>
              <a:t> </a:t>
            </a:r>
            <a:r>
              <a:rPr dirty="0"/>
              <a:t>assumptions</a:t>
            </a:r>
            <a:r>
              <a:rPr dirty="0" spc="-35"/>
              <a:t> </a:t>
            </a:r>
            <a:r>
              <a:rPr dirty="0"/>
              <a:t>on</a:t>
            </a:r>
            <a:r>
              <a:rPr dirty="0" spc="-40"/>
              <a:t> </a:t>
            </a:r>
            <a:r>
              <a:rPr dirty="0" spc="-25"/>
              <a:t>Eve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68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" name="object 3"/>
          <p:cNvSpPr txBox="1"/>
          <p:nvPr/>
        </p:nvSpPr>
        <p:spPr>
          <a:xfrm>
            <a:off x="1643486" y="1903599"/>
            <a:ext cx="7084695" cy="4936490"/>
          </a:xfrm>
          <a:prstGeom prst="rect">
            <a:avLst/>
          </a:prstGeom>
        </p:spPr>
        <p:txBody>
          <a:bodyPr wrap="square" lIns="0" tIns="109220" rIns="0" bIns="0" rtlCol="0" vert="horz">
            <a:spAutoFit/>
          </a:bodyPr>
          <a:lstStyle/>
          <a:p>
            <a:pPr marL="367030" indent="-354330">
              <a:lnSpc>
                <a:spcPct val="100000"/>
              </a:lnSpc>
              <a:spcBef>
                <a:spcPts val="860"/>
              </a:spcBef>
              <a:buChar char="•"/>
              <a:tabLst>
                <a:tab pos="367030" algn="l"/>
              </a:tabLst>
            </a:pPr>
            <a:r>
              <a:rPr dirty="0" sz="3300">
                <a:latin typeface="Times New Roman"/>
                <a:cs typeface="Times New Roman"/>
              </a:rPr>
              <a:t>Eve</a:t>
            </a:r>
            <a:r>
              <a:rPr dirty="0" sz="3300" spc="-20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may</a:t>
            </a:r>
            <a:r>
              <a:rPr dirty="0" sz="3300" spc="-10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have</a:t>
            </a:r>
            <a:r>
              <a:rPr dirty="0" sz="3300" spc="-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access</a:t>
            </a:r>
            <a:r>
              <a:rPr dirty="0" sz="3300" spc="-10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to</a:t>
            </a:r>
            <a:r>
              <a:rPr dirty="0" sz="3300" spc="-10">
                <a:latin typeface="Times New Roman"/>
                <a:cs typeface="Times New Roman"/>
              </a:rPr>
              <a:t> </a:t>
            </a:r>
            <a:r>
              <a:rPr dirty="0" sz="3300">
                <a:solidFill>
                  <a:srgbClr val="CC0000"/>
                </a:solidFill>
                <a:latin typeface="Times New Roman"/>
                <a:cs typeface="Times New Roman"/>
              </a:rPr>
              <a:t>side</a:t>
            </a:r>
            <a:r>
              <a:rPr dirty="0" sz="3300" spc="-5">
                <a:solidFill>
                  <a:srgbClr val="CC0000"/>
                </a:solidFill>
                <a:latin typeface="Times New Roman"/>
                <a:cs typeface="Times New Roman"/>
              </a:rPr>
              <a:t> </a:t>
            </a:r>
            <a:r>
              <a:rPr dirty="0" sz="3300" spc="-10">
                <a:solidFill>
                  <a:srgbClr val="CC0000"/>
                </a:solidFill>
                <a:latin typeface="Times New Roman"/>
                <a:cs typeface="Times New Roman"/>
              </a:rPr>
              <a:t>channels</a:t>
            </a:r>
            <a:endParaRPr sz="3300">
              <a:latin typeface="Times New Roman"/>
              <a:cs typeface="Times New Roman"/>
            </a:endParaRPr>
          </a:p>
          <a:p>
            <a:pPr lvl="1" marL="780415" indent="-294640">
              <a:lnSpc>
                <a:spcPct val="100000"/>
              </a:lnSpc>
              <a:spcBef>
                <a:spcPts val="655"/>
              </a:spcBef>
              <a:buChar char="–"/>
              <a:tabLst>
                <a:tab pos="780415" algn="l"/>
              </a:tabLst>
            </a:pPr>
            <a:r>
              <a:rPr dirty="0" sz="2900">
                <a:latin typeface="Times New Roman"/>
                <a:cs typeface="Times New Roman"/>
              </a:rPr>
              <a:t>timing</a:t>
            </a:r>
            <a:r>
              <a:rPr dirty="0" sz="2900" spc="-55">
                <a:latin typeface="Times New Roman"/>
                <a:cs typeface="Times New Roman"/>
              </a:rPr>
              <a:t> </a:t>
            </a:r>
            <a:r>
              <a:rPr dirty="0" sz="2900" spc="-10">
                <a:latin typeface="Times New Roman"/>
                <a:cs typeface="Times New Roman"/>
              </a:rPr>
              <a:t>attacks</a:t>
            </a:r>
            <a:endParaRPr sz="2900">
              <a:latin typeface="Times New Roman"/>
              <a:cs typeface="Times New Roman"/>
            </a:endParaRPr>
          </a:p>
          <a:p>
            <a:pPr lvl="1" marL="780415" indent="-294640">
              <a:lnSpc>
                <a:spcPct val="100000"/>
              </a:lnSpc>
              <a:spcBef>
                <a:spcPts val="765"/>
              </a:spcBef>
              <a:buChar char="–"/>
              <a:tabLst>
                <a:tab pos="780415" algn="l"/>
              </a:tabLst>
            </a:pPr>
            <a:r>
              <a:rPr dirty="0" sz="2900">
                <a:latin typeface="Times New Roman"/>
                <a:cs typeface="Times New Roman"/>
              </a:rPr>
              <a:t>simple</a:t>
            </a:r>
            <a:r>
              <a:rPr dirty="0" sz="2900" spc="-60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power</a:t>
            </a:r>
            <a:r>
              <a:rPr dirty="0" sz="2900" spc="-60">
                <a:latin typeface="Times New Roman"/>
                <a:cs typeface="Times New Roman"/>
              </a:rPr>
              <a:t> </a:t>
            </a:r>
            <a:r>
              <a:rPr dirty="0" sz="2900" spc="-10">
                <a:latin typeface="Times New Roman"/>
                <a:cs typeface="Times New Roman"/>
              </a:rPr>
              <a:t>analysis</a:t>
            </a:r>
            <a:endParaRPr sz="2900">
              <a:latin typeface="Times New Roman"/>
              <a:cs typeface="Times New Roman"/>
            </a:endParaRPr>
          </a:p>
          <a:p>
            <a:pPr lvl="1" marL="780415" indent="-294640">
              <a:lnSpc>
                <a:spcPct val="100000"/>
              </a:lnSpc>
              <a:spcBef>
                <a:spcPts val="660"/>
              </a:spcBef>
              <a:buChar char="–"/>
              <a:tabLst>
                <a:tab pos="780415" algn="l"/>
              </a:tabLst>
            </a:pPr>
            <a:r>
              <a:rPr dirty="0" sz="2900">
                <a:latin typeface="Times New Roman"/>
                <a:cs typeface="Times New Roman"/>
              </a:rPr>
              <a:t>differential</a:t>
            </a:r>
            <a:r>
              <a:rPr dirty="0" sz="2900" spc="-70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power</a:t>
            </a:r>
            <a:r>
              <a:rPr dirty="0" sz="2900" spc="-65">
                <a:latin typeface="Times New Roman"/>
                <a:cs typeface="Times New Roman"/>
              </a:rPr>
              <a:t> </a:t>
            </a:r>
            <a:r>
              <a:rPr dirty="0" sz="2900" spc="-10">
                <a:latin typeface="Times New Roman"/>
                <a:cs typeface="Times New Roman"/>
              </a:rPr>
              <a:t>analysis</a:t>
            </a:r>
            <a:endParaRPr sz="2900">
              <a:latin typeface="Times New Roman"/>
              <a:cs typeface="Times New Roman"/>
            </a:endParaRPr>
          </a:p>
          <a:p>
            <a:pPr lvl="1" marL="780415" indent="-294640">
              <a:lnSpc>
                <a:spcPct val="100000"/>
              </a:lnSpc>
              <a:spcBef>
                <a:spcPts val="660"/>
              </a:spcBef>
              <a:buChar char="–"/>
              <a:tabLst>
                <a:tab pos="780415" algn="l"/>
              </a:tabLst>
            </a:pPr>
            <a:r>
              <a:rPr dirty="0" sz="2900">
                <a:latin typeface="Times New Roman"/>
                <a:cs typeface="Times New Roman"/>
              </a:rPr>
              <a:t>acoustic</a:t>
            </a:r>
            <a:r>
              <a:rPr dirty="0" sz="2900" spc="-75">
                <a:latin typeface="Times New Roman"/>
                <a:cs typeface="Times New Roman"/>
              </a:rPr>
              <a:t> </a:t>
            </a:r>
            <a:r>
              <a:rPr dirty="0" sz="2900" spc="-10">
                <a:latin typeface="Times New Roman"/>
                <a:cs typeface="Times New Roman"/>
              </a:rPr>
              <a:t>attacks</a:t>
            </a:r>
            <a:endParaRPr sz="2900">
              <a:latin typeface="Times New Roman"/>
              <a:cs typeface="Times New Roman"/>
            </a:endParaRPr>
          </a:p>
          <a:p>
            <a:pPr lvl="1" marL="780415" indent="-294640">
              <a:lnSpc>
                <a:spcPct val="100000"/>
              </a:lnSpc>
              <a:spcBef>
                <a:spcPts val="765"/>
              </a:spcBef>
              <a:buChar char="–"/>
              <a:tabLst>
                <a:tab pos="780415" algn="l"/>
              </a:tabLst>
            </a:pPr>
            <a:r>
              <a:rPr dirty="0" sz="2900">
                <a:latin typeface="Times New Roman"/>
                <a:cs typeface="Times New Roman"/>
              </a:rPr>
              <a:t>electromagnetic</a:t>
            </a:r>
            <a:r>
              <a:rPr dirty="0" sz="2900" spc="-165">
                <a:latin typeface="Times New Roman"/>
                <a:cs typeface="Times New Roman"/>
              </a:rPr>
              <a:t> </a:t>
            </a:r>
            <a:r>
              <a:rPr dirty="0" sz="2900" spc="-10">
                <a:latin typeface="Times New Roman"/>
                <a:cs typeface="Times New Roman"/>
              </a:rPr>
              <a:t>interference</a:t>
            </a:r>
            <a:endParaRPr sz="2900">
              <a:latin typeface="Times New Roman"/>
              <a:cs typeface="Times New Roman"/>
            </a:endParaRPr>
          </a:p>
          <a:p>
            <a:pPr marL="367030" indent="-354330">
              <a:lnSpc>
                <a:spcPct val="100000"/>
              </a:lnSpc>
              <a:spcBef>
                <a:spcPts val="770"/>
              </a:spcBef>
              <a:buChar char="•"/>
              <a:tabLst>
                <a:tab pos="367030" algn="l"/>
              </a:tabLst>
            </a:pPr>
            <a:r>
              <a:rPr dirty="0" sz="3300">
                <a:latin typeface="Times New Roman"/>
                <a:cs typeface="Times New Roman"/>
              </a:rPr>
              <a:t>Eve</a:t>
            </a:r>
            <a:r>
              <a:rPr dirty="0" sz="3300" spc="-1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may launch </a:t>
            </a:r>
            <a:r>
              <a:rPr dirty="0" sz="3300" spc="-10">
                <a:solidFill>
                  <a:srgbClr val="CC0000"/>
                </a:solidFill>
                <a:latin typeface="Times New Roman"/>
                <a:cs typeface="Times New Roman"/>
              </a:rPr>
              <a:t>(semi-</a:t>
            </a:r>
            <a:r>
              <a:rPr dirty="0" sz="3300">
                <a:solidFill>
                  <a:srgbClr val="CC0000"/>
                </a:solidFill>
                <a:latin typeface="Times New Roman"/>
                <a:cs typeface="Times New Roman"/>
              </a:rPr>
              <a:t>)invasive </a:t>
            </a:r>
            <a:r>
              <a:rPr dirty="0" sz="3300" spc="-10">
                <a:solidFill>
                  <a:srgbClr val="CC0000"/>
                </a:solidFill>
                <a:latin typeface="Times New Roman"/>
                <a:cs typeface="Times New Roman"/>
              </a:rPr>
              <a:t>attacks</a:t>
            </a:r>
            <a:endParaRPr sz="3300">
              <a:latin typeface="Times New Roman"/>
              <a:cs typeface="Times New Roman"/>
            </a:endParaRPr>
          </a:p>
          <a:p>
            <a:pPr lvl="1" marL="780415" indent="-294640">
              <a:lnSpc>
                <a:spcPct val="100000"/>
              </a:lnSpc>
              <a:spcBef>
                <a:spcPts val="690"/>
              </a:spcBef>
              <a:buChar char="–"/>
              <a:tabLst>
                <a:tab pos="780415" algn="l"/>
              </a:tabLst>
            </a:pPr>
            <a:r>
              <a:rPr dirty="0" sz="2900">
                <a:latin typeface="Times New Roman"/>
                <a:cs typeface="Times New Roman"/>
              </a:rPr>
              <a:t>differential</a:t>
            </a:r>
            <a:r>
              <a:rPr dirty="0" sz="2900" spc="-35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fault</a:t>
            </a:r>
            <a:r>
              <a:rPr dirty="0" sz="2900" spc="-30">
                <a:latin typeface="Times New Roman"/>
                <a:cs typeface="Times New Roman"/>
              </a:rPr>
              <a:t> </a:t>
            </a:r>
            <a:r>
              <a:rPr dirty="0" sz="2900" spc="-10">
                <a:latin typeface="Times New Roman"/>
                <a:cs typeface="Times New Roman"/>
              </a:rPr>
              <a:t>analysis</a:t>
            </a:r>
            <a:endParaRPr sz="2900">
              <a:latin typeface="Times New Roman"/>
              <a:cs typeface="Times New Roman"/>
            </a:endParaRPr>
          </a:p>
          <a:p>
            <a:pPr lvl="1" marL="780415" indent="-294640">
              <a:lnSpc>
                <a:spcPct val="100000"/>
              </a:lnSpc>
              <a:spcBef>
                <a:spcPts val="660"/>
              </a:spcBef>
              <a:buChar char="–"/>
              <a:tabLst>
                <a:tab pos="780415" algn="l"/>
              </a:tabLst>
            </a:pPr>
            <a:r>
              <a:rPr dirty="0" sz="2900">
                <a:latin typeface="Times New Roman"/>
                <a:cs typeface="Times New Roman"/>
              </a:rPr>
              <a:t>probing</a:t>
            </a:r>
            <a:r>
              <a:rPr dirty="0" sz="2900" spc="-25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of</a:t>
            </a:r>
            <a:r>
              <a:rPr dirty="0" sz="2900" spc="-20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memory</a:t>
            </a:r>
            <a:r>
              <a:rPr dirty="0" sz="2900" spc="-20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or</a:t>
            </a:r>
            <a:r>
              <a:rPr dirty="0" sz="2900" spc="-20">
                <a:latin typeface="Times New Roman"/>
                <a:cs typeface="Times New Roman"/>
              </a:rPr>
              <a:t> </a:t>
            </a:r>
            <a:r>
              <a:rPr dirty="0" sz="2900" spc="-25">
                <a:latin typeface="Times New Roman"/>
                <a:cs typeface="Times New Roman"/>
              </a:rPr>
              <a:t>bus</a:t>
            </a:r>
            <a:endParaRPr sz="29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084183" y="747015"/>
            <a:ext cx="5005070" cy="72009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Side</a:t>
            </a:r>
            <a:r>
              <a:rPr dirty="0" spc="-65"/>
              <a:t> </a:t>
            </a:r>
            <a:r>
              <a:rPr dirty="0"/>
              <a:t>channel</a:t>
            </a:r>
            <a:r>
              <a:rPr dirty="0" spc="-65"/>
              <a:t> </a:t>
            </a:r>
            <a:r>
              <a:rPr dirty="0" spc="-10"/>
              <a:t>analysis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502730" y="3101726"/>
            <a:ext cx="5136515" cy="3726815"/>
            <a:chOff x="4502730" y="3101726"/>
            <a:chExt cx="5136515" cy="3726815"/>
          </a:xfrm>
        </p:grpSpPr>
        <p:sp>
          <p:nvSpPr>
            <p:cNvPr id="4" name="object 4"/>
            <p:cNvSpPr/>
            <p:nvPr/>
          </p:nvSpPr>
          <p:spPr>
            <a:xfrm>
              <a:off x="7284673" y="5149832"/>
              <a:ext cx="2347595" cy="1671955"/>
            </a:xfrm>
            <a:custGeom>
              <a:avLst/>
              <a:gdLst/>
              <a:ahLst/>
              <a:cxnLst/>
              <a:rect l="l" t="t" r="r" b="b"/>
              <a:pathLst>
                <a:path w="2347595" h="1671954">
                  <a:moveTo>
                    <a:pt x="0" y="0"/>
                  </a:moveTo>
                  <a:lnTo>
                    <a:pt x="2347596" y="0"/>
                  </a:lnTo>
                  <a:lnTo>
                    <a:pt x="2347596" y="1671831"/>
                  </a:lnTo>
                  <a:lnTo>
                    <a:pt x="0" y="1671831"/>
                  </a:lnTo>
                  <a:lnTo>
                    <a:pt x="0" y="0"/>
                  </a:lnTo>
                  <a:close/>
                </a:path>
              </a:pathLst>
            </a:custGeom>
            <a:ln w="1314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4509398" y="3108394"/>
              <a:ext cx="1381760" cy="1859280"/>
            </a:xfrm>
            <a:custGeom>
              <a:avLst/>
              <a:gdLst/>
              <a:ahLst/>
              <a:cxnLst/>
              <a:rect l="l" t="t" r="r" b="b"/>
              <a:pathLst>
                <a:path w="1381760" h="1859279">
                  <a:moveTo>
                    <a:pt x="303632" y="1218416"/>
                  </a:moveTo>
                  <a:lnTo>
                    <a:pt x="0" y="1218416"/>
                  </a:lnTo>
                  <a:lnTo>
                    <a:pt x="0" y="1858783"/>
                  </a:lnTo>
                  <a:lnTo>
                    <a:pt x="1381156" y="1858783"/>
                  </a:lnTo>
                  <a:lnTo>
                    <a:pt x="1381156" y="1218416"/>
                  </a:lnTo>
                  <a:lnTo>
                    <a:pt x="1081228" y="1218416"/>
                  </a:lnTo>
                  <a:lnTo>
                    <a:pt x="1081228" y="1130312"/>
                  </a:lnTo>
                  <a:lnTo>
                    <a:pt x="1207123" y="1130312"/>
                  </a:lnTo>
                  <a:lnTo>
                    <a:pt x="1207123" y="0"/>
                  </a:lnTo>
                  <a:lnTo>
                    <a:pt x="174033" y="0"/>
                  </a:lnTo>
                  <a:lnTo>
                    <a:pt x="174033" y="1130312"/>
                  </a:lnTo>
                  <a:lnTo>
                    <a:pt x="303632" y="1130312"/>
                  </a:lnTo>
                  <a:lnTo>
                    <a:pt x="303632" y="1218416"/>
                  </a:lnTo>
                  <a:close/>
                </a:path>
                <a:path w="1381760" h="1859279">
                  <a:moveTo>
                    <a:pt x="303631" y="1218416"/>
                  </a:moveTo>
                  <a:lnTo>
                    <a:pt x="1081228" y="1220565"/>
                  </a:lnTo>
                </a:path>
                <a:path w="1381760" h="1859279">
                  <a:moveTo>
                    <a:pt x="303631" y="1130311"/>
                  </a:moveTo>
                  <a:lnTo>
                    <a:pt x="1081228" y="1132460"/>
                  </a:lnTo>
                </a:path>
              </a:pathLst>
            </a:custGeom>
            <a:ln w="1314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5220342" y="4382680"/>
              <a:ext cx="561340" cy="522605"/>
            </a:xfrm>
            <a:custGeom>
              <a:avLst/>
              <a:gdLst/>
              <a:ahLst/>
              <a:cxnLst/>
              <a:rect l="l" t="t" r="r" b="b"/>
              <a:pathLst>
                <a:path w="561339" h="522604">
                  <a:moveTo>
                    <a:pt x="0" y="522178"/>
                  </a:moveTo>
                  <a:lnTo>
                    <a:pt x="453597" y="522178"/>
                  </a:lnTo>
                  <a:lnTo>
                    <a:pt x="453597" y="0"/>
                  </a:lnTo>
                  <a:lnTo>
                    <a:pt x="0" y="0"/>
                  </a:lnTo>
                  <a:lnTo>
                    <a:pt x="0" y="522178"/>
                  </a:lnTo>
                  <a:close/>
                </a:path>
                <a:path w="561339" h="522604">
                  <a:moveTo>
                    <a:pt x="496180" y="88103"/>
                  </a:moveTo>
                  <a:lnTo>
                    <a:pt x="560979" y="88103"/>
                  </a:lnTo>
                  <a:lnTo>
                    <a:pt x="560979" y="0"/>
                  </a:lnTo>
                  <a:lnTo>
                    <a:pt x="496180" y="0"/>
                  </a:lnTo>
                  <a:lnTo>
                    <a:pt x="496180" y="88103"/>
                  </a:lnTo>
                  <a:close/>
                </a:path>
                <a:path w="561339" h="522604">
                  <a:moveTo>
                    <a:pt x="0" y="176208"/>
                  </a:moveTo>
                  <a:lnTo>
                    <a:pt x="453597" y="178357"/>
                  </a:lnTo>
                </a:path>
                <a:path w="561339" h="522604">
                  <a:moveTo>
                    <a:pt x="0" y="352417"/>
                  </a:moveTo>
                  <a:lnTo>
                    <a:pt x="453597" y="354566"/>
                  </a:lnTo>
                </a:path>
                <a:path w="561339" h="522604">
                  <a:moveTo>
                    <a:pt x="24068" y="264313"/>
                  </a:moveTo>
                  <a:lnTo>
                    <a:pt x="435082" y="266462"/>
                  </a:lnTo>
                </a:path>
              </a:pathLst>
            </a:custGeom>
            <a:ln w="493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5483243" y="4591123"/>
              <a:ext cx="126364" cy="114300"/>
            </a:xfrm>
            <a:custGeom>
              <a:avLst/>
              <a:gdLst/>
              <a:ahLst/>
              <a:cxnLst/>
              <a:rect l="l" t="t" r="r" b="b"/>
              <a:pathLst>
                <a:path w="126364" h="114300">
                  <a:moveTo>
                    <a:pt x="0" y="0"/>
                  </a:moveTo>
                  <a:lnTo>
                    <a:pt x="125896" y="0"/>
                  </a:lnTo>
                  <a:lnTo>
                    <a:pt x="125896" y="113890"/>
                  </a:lnTo>
                  <a:lnTo>
                    <a:pt x="0" y="113890"/>
                  </a:lnTo>
                  <a:lnTo>
                    <a:pt x="0" y="0"/>
                  </a:lnTo>
                  <a:close/>
                </a:path>
              </a:pathLst>
            </a:custGeom>
            <a:ln w="493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4551972" y="3239769"/>
              <a:ext cx="1296035" cy="1250950"/>
            </a:xfrm>
            <a:custGeom>
              <a:avLst/>
              <a:gdLst/>
              <a:ahLst/>
              <a:cxnLst/>
              <a:rect l="l" t="t" r="r" b="b"/>
              <a:pathLst>
                <a:path w="1296035" h="1250950">
                  <a:moveTo>
                    <a:pt x="131457" y="1142911"/>
                  </a:moveTo>
                  <a:lnTo>
                    <a:pt x="0" y="1142911"/>
                  </a:lnTo>
                  <a:lnTo>
                    <a:pt x="0" y="1207389"/>
                  </a:lnTo>
                  <a:lnTo>
                    <a:pt x="131457" y="1207389"/>
                  </a:lnTo>
                  <a:lnTo>
                    <a:pt x="131457" y="1142911"/>
                  </a:lnTo>
                  <a:close/>
                </a:path>
                <a:path w="1296035" h="1250950">
                  <a:moveTo>
                    <a:pt x="1038644" y="1218133"/>
                  </a:moveTo>
                  <a:lnTo>
                    <a:pt x="757237" y="1218133"/>
                  </a:lnTo>
                  <a:lnTo>
                    <a:pt x="757237" y="1250365"/>
                  </a:lnTo>
                  <a:lnTo>
                    <a:pt x="1038644" y="1250365"/>
                  </a:lnTo>
                  <a:lnTo>
                    <a:pt x="1038644" y="1218133"/>
                  </a:lnTo>
                  <a:close/>
                </a:path>
                <a:path w="1296035" h="1250950">
                  <a:moveTo>
                    <a:pt x="1038644" y="87820"/>
                  </a:moveTo>
                  <a:lnTo>
                    <a:pt x="1005319" y="87820"/>
                  </a:lnTo>
                  <a:lnTo>
                    <a:pt x="1005319" y="741070"/>
                  </a:lnTo>
                  <a:lnTo>
                    <a:pt x="1038644" y="741070"/>
                  </a:lnTo>
                  <a:lnTo>
                    <a:pt x="1038644" y="87820"/>
                  </a:lnTo>
                  <a:close/>
                </a:path>
                <a:path w="1296035" h="1250950">
                  <a:moveTo>
                    <a:pt x="1070127" y="0"/>
                  </a:moveTo>
                  <a:lnTo>
                    <a:pt x="229577" y="0"/>
                  </a:lnTo>
                  <a:lnTo>
                    <a:pt x="229577" y="44450"/>
                  </a:lnTo>
                  <a:lnTo>
                    <a:pt x="229577" y="87630"/>
                  </a:lnTo>
                  <a:lnTo>
                    <a:pt x="229577" y="741680"/>
                  </a:lnTo>
                  <a:lnTo>
                    <a:pt x="229577" y="786130"/>
                  </a:lnTo>
                  <a:lnTo>
                    <a:pt x="229577" y="829310"/>
                  </a:lnTo>
                  <a:lnTo>
                    <a:pt x="261048" y="829310"/>
                  </a:lnTo>
                  <a:lnTo>
                    <a:pt x="261048" y="786130"/>
                  </a:lnTo>
                  <a:lnTo>
                    <a:pt x="1038644" y="786130"/>
                  </a:lnTo>
                  <a:lnTo>
                    <a:pt x="1038644" y="741680"/>
                  </a:lnTo>
                  <a:lnTo>
                    <a:pt x="294373" y="741680"/>
                  </a:lnTo>
                  <a:lnTo>
                    <a:pt x="294373" y="87630"/>
                  </a:lnTo>
                  <a:lnTo>
                    <a:pt x="1038644" y="87630"/>
                  </a:lnTo>
                  <a:lnTo>
                    <a:pt x="1038644" y="44450"/>
                  </a:lnTo>
                  <a:lnTo>
                    <a:pt x="1070127" y="44450"/>
                  </a:lnTo>
                  <a:lnTo>
                    <a:pt x="1070127" y="0"/>
                  </a:lnTo>
                  <a:close/>
                </a:path>
                <a:path w="1296035" h="1250950">
                  <a:moveTo>
                    <a:pt x="1131214" y="874306"/>
                  </a:moveTo>
                  <a:lnTo>
                    <a:pt x="1084935" y="874306"/>
                  </a:lnTo>
                  <a:lnTo>
                    <a:pt x="1084935" y="891501"/>
                  </a:lnTo>
                  <a:lnTo>
                    <a:pt x="1131214" y="891501"/>
                  </a:lnTo>
                  <a:lnTo>
                    <a:pt x="1131214" y="874306"/>
                  </a:lnTo>
                  <a:close/>
                </a:path>
                <a:path w="1296035" h="1250950">
                  <a:moveTo>
                    <a:pt x="1295996" y="1207389"/>
                  </a:moveTo>
                  <a:lnTo>
                    <a:pt x="1253413" y="1207389"/>
                  </a:lnTo>
                  <a:lnTo>
                    <a:pt x="1253413" y="1231023"/>
                  </a:lnTo>
                  <a:lnTo>
                    <a:pt x="1295996" y="1231023"/>
                  </a:lnTo>
                  <a:lnTo>
                    <a:pt x="1295996" y="1207389"/>
                  </a:lnTo>
                  <a:close/>
                </a:path>
                <a:path w="1296035" h="1250950">
                  <a:moveTo>
                    <a:pt x="1295996" y="1142911"/>
                  </a:moveTo>
                  <a:lnTo>
                    <a:pt x="1253413" y="1142911"/>
                  </a:lnTo>
                  <a:lnTo>
                    <a:pt x="1253413" y="1175156"/>
                  </a:lnTo>
                  <a:lnTo>
                    <a:pt x="1295996" y="1175156"/>
                  </a:lnTo>
                  <a:lnTo>
                    <a:pt x="1295996" y="114291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4551980" y="3239475"/>
              <a:ext cx="1296035" cy="1250950"/>
            </a:xfrm>
            <a:custGeom>
              <a:avLst/>
              <a:gdLst/>
              <a:ahLst/>
              <a:cxnLst/>
              <a:rect l="l" t="t" r="r" b="b"/>
              <a:pathLst>
                <a:path w="1296035" h="1250950">
                  <a:moveTo>
                    <a:pt x="1084930" y="891785"/>
                  </a:moveTo>
                  <a:lnTo>
                    <a:pt x="1131215" y="891785"/>
                  </a:lnTo>
                  <a:lnTo>
                    <a:pt x="1131215" y="874595"/>
                  </a:lnTo>
                  <a:lnTo>
                    <a:pt x="1084930" y="874595"/>
                  </a:lnTo>
                  <a:lnTo>
                    <a:pt x="1084930" y="891785"/>
                  </a:lnTo>
                  <a:close/>
                </a:path>
                <a:path w="1296035" h="1250950">
                  <a:moveTo>
                    <a:pt x="294375" y="741365"/>
                  </a:moveTo>
                  <a:lnTo>
                    <a:pt x="294375" y="88104"/>
                  </a:lnTo>
                  <a:lnTo>
                    <a:pt x="1005319" y="88104"/>
                  </a:lnTo>
                  <a:lnTo>
                    <a:pt x="1005319" y="741365"/>
                  </a:lnTo>
                  <a:lnTo>
                    <a:pt x="294375" y="741365"/>
                  </a:lnTo>
                  <a:close/>
                </a:path>
                <a:path w="1296035" h="1250950">
                  <a:moveTo>
                    <a:pt x="261049" y="786491"/>
                  </a:moveTo>
                  <a:lnTo>
                    <a:pt x="1038644" y="786491"/>
                  </a:lnTo>
                  <a:lnTo>
                    <a:pt x="1038644" y="45126"/>
                  </a:lnTo>
                  <a:lnTo>
                    <a:pt x="1070118" y="45126"/>
                  </a:lnTo>
                  <a:lnTo>
                    <a:pt x="1070118" y="0"/>
                  </a:lnTo>
                  <a:lnTo>
                    <a:pt x="229576" y="0"/>
                  </a:lnTo>
                  <a:lnTo>
                    <a:pt x="229576" y="829468"/>
                  </a:lnTo>
                  <a:lnTo>
                    <a:pt x="261049" y="829468"/>
                  </a:lnTo>
                  <a:lnTo>
                    <a:pt x="261049" y="786491"/>
                  </a:lnTo>
                  <a:close/>
                </a:path>
                <a:path w="1296035" h="1250950">
                  <a:moveTo>
                    <a:pt x="0" y="1207672"/>
                  </a:moveTo>
                  <a:lnTo>
                    <a:pt x="131451" y="1207672"/>
                  </a:lnTo>
                  <a:lnTo>
                    <a:pt x="131451" y="1143205"/>
                  </a:lnTo>
                  <a:lnTo>
                    <a:pt x="0" y="1143205"/>
                  </a:lnTo>
                  <a:lnTo>
                    <a:pt x="0" y="1207672"/>
                  </a:lnTo>
                  <a:close/>
                </a:path>
                <a:path w="1296035" h="1250950">
                  <a:moveTo>
                    <a:pt x="757229" y="1250650"/>
                  </a:moveTo>
                  <a:lnTo>
                    <a:pt x="1038644" y="1250650"/>
                  </a:lnTo>
                  <a:lnTo>
                    <a:pt x="1038644" y="1218416"/>
                  </a:lnTo>
                  <a:lnTo>
                    <a:pt x="757229" y="1218416"/>
                  </a:lnTo>
                  <a:lnTo>
                    <a:pt x="757229" y="1250650"/>
                  </a:lnTo>
                  <a:close/>
                </a:path>
                <a:path w="1296035" h="1250950">
                  <a:moveTo>
                    <a:pt x="1253408" y="1175439"/>
                  </a:moveTo>
                  <a:lnTo>
                    <a:pt x="1295991" y="1175439"/>
                  </a:lnTo>
                  <a:lnTo>
                    <a:pt x="1295991" y="1143205"/>
                  </a:lnTo>
                  <a:lnTo>
                    <a:pt x="1253408" y="1143205"/>
                  </a:lnTo>
                  <a:lnTo>
                    <a:pt x="1253408" y="1175439"/>
                  </a:lnTo>
                  <a:close/>
                </a:path>
                <a:path w="1296035" h="1250950">
                  <a:moveTo>
                    <a:pt x="1253408" y="1231310"/>
                  </a:moveTo>
                  <a:lnTo>
                    <a:pt x="1295991" y="1231310"/>
                  </a:lnTo>
                  <a:lnTo>
                    <a:pt x="1295991" y="1207672"/>
                  </a:lnTo>
                  <a:lnTo>
                    <a:pt x="1253408" y="1207672"/>
                  </a:lnTo>
                  <a:lnTo>
                    <a:pt x="1253408" y="1231310"/>
                  </a:lnTo>
                  <a:close/>
                </a:path>
                <a:path w="1296035" h="1250950">
                  <a:moveTo>
                    <a:pt x="131451" y="936913"/>
                  </a:moveTo>
                  <a:lnTo>
                    <a:pt x="1164541" y="939062"/>
                  </a:lnTo>
                </a:path>
                <a:path w="1296035" h="1250950">
                  <a:moveTo>
                    <a:pt x="388797" y="999230"/>
                  </a:moveTo>
                  <a:lnTo>
                    <a:pt x="390649" y="936913"/>
                  </a:lnTo>
                </a:path>
                <a:path w="1296035" h="1250950">
                  <a:moveTo>
                    <a:pt x="649847" y="999230"/>
                  </a:moveTo>
                  <a:lnTo>
                    <a:pt x="651699" y="936913"/>
                  </a:lnTo>
                </a:path>
              </a:pathLst>
            </a:custGeom>
            <a:ln w="493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4567052" y="4986920"/>
            <a:ext cx="1314450" cy="779780"/>
          </a:xfrm>
          <a:prstGeom prst="rect">
            <a:avLst/>
          </a:prstGeom>
        </p:spPr>
        <p:txBody>
          <a:bodyPr wrap="square" lIns="0" tIns="73660" rIns="0" bIns="0" rtlCol="0" vert="horz">
            <a:spAutoFit/>
          </a:bodyPr>
          <a:lstStyle/>
          <a:p>
            <a:pPr algn="ctr" marR="22225">
              <a:lnSpc>
                <a:spcPct val="100000"/>
              </a:lnSpc>
              <a:spcBef>
                <a:spcPts val="580"/>
              </a:spcBef>
            </a:pPr>
            <a:r>
              <a:rPr dirty="0" sz="1250" b="1">
                <a:latin typeface="Arial"/>
                <a:cs typeface="Arial"/>
              </a:rPr>
              <a:t>Main</a:t>
            </a:r>
            <a:r>
              <a:rPr dirty="0" sz="1250" spc="-45" b="1">
                <a:latin typeface="Arial"/>
                <a:cs typeface="Arial"/>
              </a:rPr>
              <a:t> </a:t>
            </a:r>
            <a:r>
              <a:rPr dirty="0" sz="1250" spc="-25" b="1">
                <a:latin typeface="Arial"/>
                <a:cs typeface="Arial"/>
              </a:rPr>
              <a:t>PC</a:t>
            </a:r>
            <a:endParaRPr sz="1250">
              <a:latin typeface="Arial"/>
              <a:cs typeface="Arial"/>
            </a:endParaRPr>
          </a:p>
          <a:p>
            <a:pPr algn="ctr" marL="12700" marR="5080">
              <a:lnSpc>
                <a:spcPct val="132000"/>
              </a:lnSpc>
            </a:pPr>
            <a:r>
              <a:rPr dirty="0" sz="1250">
                <a:latin typeface="Arial"/>
                <a:cs typeface="Arial"/>
              </a:rPr>
              <a:t>run</a:t>
            </a:r>
            <a:r>
              <a:rPr dirty="0" sz="1250" spc="-15">
                <a:latin typeface="Arial"/>
                <a:cs typeface="Arial"/>
              </a:rPr>
              <a:t> </a:t>
            </a:r>
            <a:r>
              <a:rPr dirty="0" sz="1250" spc="-20">
                <a:latin typeface="Arial"/>
                <a:cs typeface="Arial"/>
              </a:rPr>
              <a:t>the</a:t>
            </a:r>
            <a:r>
              <a:rPr dirty="0" sz="1250" spc="-75">
                <a:latin typeface="Arial"/>
                <a:cs typeface="Arial"/>
              </a:rPr>
              <a:t> </a:t>
            </a:r>
            <a:r>
              <a:rPr dirty="0" sz="1250" spc="-10">
                <a:latin typeface="Arial"/>
                <a:cs typeface="Arial"/>
              </a:rPr>
              <a:t>Acquisition software</a:t>
            </a:r>
            <a:endParaRPr sz="1250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923942" y="3101726"/>
            <a:ext cx="1944370" cy="1872614"/>
            <a:chOff x="923942" y="3101726"/>
            <a:chExt cx="1944370" cy="1872614"/>
          </a:xfrm>
        </p:grpSpPr>
        <p:sp>
          <p:nvSpPr>
            <p:cNvPr id="12" name="object 12"/>
            <p:cNvSpPr/>
            <p:nvPr/>
          </p:nvSpPr>
          <p:spPr>
            <a:xfrm>
              <a:off x="930609" y="3108394"/>
              <a:ext cx="1931035" cy="1859280"/>
            </a:xfrm>
            <a:custGeom>
              <a:avLst/>
              <a:gdLst/>
              <a:ahLst/>
              <a:cxnLst/>
              <a:rect l="l" t="t" r="r" b="b"/>
              <a:pathLst>
                <a:path w="1931035" h="1859279">
                  <a:moveTo>
                    <a:pt x="0" y="1858783"/>
                  </a:moveTo>
                  <a:lnTo>
                    <a:pt x="0" y="1783572"/>
                  </a:lnTo>
                  <a:lnTo>
                    <a:pt x="135153" y="1671830"/>
                  </a:lnTo>
                  <a:lnTo>
                    <a:pt x="135153" y="0"/>
                  </a:lnTo>
                  <a:lnTo>
                    <a:pt x="686875" y="0"/>
                  </a:lnTo>
                  <a:lnTo>
                    <a:pt x="686875" y="1671830"/>
                  </a:lnTo>
                  <a:lnTo>
                    <a:pt x="827582" y="1783572"/>
                  </a:lnTo>
                  <a:lnTo>
                    <a:pt x="827582" y="1858783"/>
                  </a:lnTo>
                  <a:lnTo>
                    <a:pt x="0" y="1858783"/>
                  </a:lnTo>
                  <a:close/>
                </a:path>
                <a:path w="1931035" h="1859279">
                  <a:moveTo>
                    <a:pt x="827582" y="1583726"/>
                  </a:moveTo>
                  <a:lnTo>
                    <a:pt x="1001616" y="1583726"/>
                  </a:lnTo>
                  <a:lnTo>
                    <a:pt x="1188609" y="1652491"/>
                  </a:lnTo>
                  <a:lnTo>
                    <a:pt x="1188609" y="1790019"/>
                  </a:lnTo>
                  <a:lnTo>
                    <a:pt x="1001616" y="1790019"/>
                  </a:lnTo>
                  <a:lnTo>
                    <a:pt x="1001616" y="1858783"/>
                  </a:lnTo>
                  <a:lnTo>
                    <a:pt x="1758845" y="1858783"/>
                  </a:lnTo>
                  <a:lnTo>
                    <a:pt x="1758845" y="1790019"/>
                  </a:lnTo>
                  <a:lnTo>
                    <a:pt x="1571852" y="1790019"/>
                  </a:lnTo>
                  <a:lnTo>
                    <a:pt x="1571852" y="1652491"/>
                  </a:lnTo>
                  <a:lnTo>
                    <a:pt x="1758845" y="1583726"/>
                  </a:lnTo>
                  <a:lnTo>
                    <a:pt x="1931027" y="1583726"/>
                  </a:lnTo>
                  <a:lnTo>
                    <a:pt x="1931027" y="376053"/>
                  </a:lnTo>
                  <a:lnTo>
                    <a:pt x="827582" y="376053"/>
                  </a:lnTo>
                  <a:lnTo>
                    <a:pt x="827582" y="1583726"/>
                  </a:lnTo>
                  <a:close/>
                </a:path>
                <a:path w="1931035" h="1859279">
                  <a:moveTo>
                    <a:pt x="135153" y="1671830"/>
                  </a:moveTo>
                  <a:lnTo>
                    <a:pt x="137005" y="1858782"/>
                  </a:lnTo>
                </a:path>
                <a:path w="1931035" h="1859279">
                  <a:moveTo>
                    <a:pt x="686875" y="1671830"/>
                  </a:moveTo>
                  <a:lnTo>
                    <a:pt x="688727" y="1858782"/>
                  </a:lnTo>
                </a:path>
                <a:path w="1931035" h="1859279">
                  <a:moveTo>
                    <a:pt x="327700" y="584496"/>
                  </a:moveTo>
                  <a:lnTo>
                    <a:pt x="499882" y="586645"/>
                  </a:lnTo>
                </a:path>
                <a:path w="1931035" h="1859279">
                  <a:moveTo>
                    <a:pt x="299929" y="388947"/>
                  </a:moveTo>
                  <a:lnTo>
                    <a:pt x="527653" y="391096"/>
                  </a:lnTo>
                </a:path>
              </a:pathLst>
            </a:custGeom>
            <a:ln w="1314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1121305" y="3183605"/>
              <a:ext cx="444500" cy="1075055"/>
            </a:xfrm>
            <a:custGeom>
              <a:avLst/>
              <a:gdLst/>
              <a:ahLst/>
              <a:cxnLst/>
              <a:rect l="l" t="t" r="r" b="b"/>
              <a:pathLst>
                <a:path w="444500" h="1075054">
                  <a:moveTo>
                    <a:pt x="0" y="0"/>
                  </a:moveTo>
                  <a:lnTo>
                    <a:pt x="444340" y="0"/>
                  </a:lnTo>
                  <a:lnTo>
                    <a:pt x="444340" y="1074441"/>
                  </a:lnTo>
                  <a:lnTo>
                    <a:pt x="0" y="1074441"/>
                  </a:lnTo>
                  <a:lnTo>
                    <a:pt x="0" y="0"/>
                  </a:lnTo>
                  <a:close/>
                </a:path>
              </a:pathLst>
            </a:custGeom>
            <a:ln w="13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1932225" y="4692120"/>
              <a:ext cx="757555" cy="208915"/>
            </a:xfrm>
            <a:custGeom>
              <a:avLst/>
              <a:gdLst/>
              <a:ahLst/>
              <a:cxnLst/>
              <a:rect l="l" t="t" r="r" b="b"/>
              <a:pathLst>
                <a:path w="757555" h="208914">
                  <a:moveTo>
                    <a:pt x="186993" y="206292"/>
                  </a:moveTo>
                  <a:lnTo>
                    <a:pt x="570236" y="208441"/>
                  </a:lnTo>
                </a:path>
                <a:path w="757555" h="208914">
                  <a:moveTo>
                    <a:pt x="186993" y="68764"/>
                  </a:moveTo>
                  <a:lnTo>
                    <a:pt x="570236" y="70913"/>
                  </a:lnTo>
                </a:path>
                <a:path w="757555" h="208914">
                  <a:moveTo>
                    <a:pt x="0" y="0"/>
                  </a:moveTo>
                  <a:lnTo>
                    <a:pt x="757229" y="2148"/>
                  </a:lnTo>
                </a:path>
              </a:pathLst>
            </a:custGeom>
            <a:ln w="1314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1299032" y="3622039"/>
              <a:ext cx="1531620" cy="1018540"/>
            </a:xfrm>
            <a:custGeom>
              <a:avLst/>
              <a:gdLst/>
              <a:ahLst/>
              <a:cxnLst/>
              <a:rect l="l" t="t" r="r" b="b"/>
              <a:pathLst>
                <a:path w="1531620" h="1018539">
                  <a:moveTo>
                    <a:pt x="85166" y="51511"/>
                  </a:moveTo>
                  <a:lnTo>
                    <a:pt x="0" y="51511"/>
                  </a:lnTo>
                  <a:lnTo>
                    <a:pt x="0" y="88049"/>
                  </a:lnTo>
                  <a:lnTo>
                    <a:pt x="85166" y="88049"/>
                  </a:lnTo>
                  <a:lnTo>
                    <a:pt x="85166" y="51511"/>
                  </a:lnTo>
                  <a:close/>
                </a:path>
                <a:path w="1531620" h="1018539">
                  <a:moveTo>
                    <a:pt x="1460766" y="0"/>
                  </a:moveTo>
                  <a:lnTo>
                    <a:pt x="562838" y="0"/>
                  </a:lnTo>
                  <a:lnTo>
                    <a:pt x="562838" y="44450"/>
                  </a:lnTo>
                  <a:lnTo>
                    <a:pt x="562838" y="93980"/>
                  </a:lnTo>
                  <a:lnTo>
                    <a:pt x="562838" y="786130"/>
                  </a:lnTo>
                  <a:lnTo>
                    <a:pt x="562838" y="835660"/>
                  </a:lnTo>
                  <a:lnTo>
                    <a:pt x="562838" y="881380"/>
                  </a:lnTo>
                  <a:lnTo>
                    <a:pt x="594309" y="881380"/>
                  </a:lnTo>
                  <a:lnTo>
                    <a:pt x="594309" y="835660"/>
                  </a:lnTo>
                  <a:lnTo>
                    <a:pt x="1427441" y="835660"/>
                  </a:lnTo>
                  <a:lnTo>
                    <a:pt x="1427441" y="786434"/>
                  </a:lnTo>
                  <a:lnTo>
                    <a:pt x="1427441" y="786130"/>
                  </a:lnTo>
                  <a:lnTo>
                    <a:pt x="1427441" y="94488"/>
                  </a:lnTo>
                  <a:lnTo>
                    <a:pt x="1390421" y="94488"/>
                  </a:lnTo>
                  <a:lnTo>
                    <a:pt x="1390421" y="786130"/>
                  </a:lnTo>
                  <a:lnTo>
                    <a:pt x="633183" y="786130"/>
                  </a:lnTo>
                  <a:lnTo>
                    <a:pt x="633183" y="93980"/>
                  </a:lnTo>
                  <a:lnTo>
                    <a:pt x="1427441" y="93980"/>
                  </a:lnTo>
                  <a:lnTo>
                    <a:pt x="1427441" y="44450"/>
                  </a:lnTo>
                  <a:lnTo>
                    <a:pt x="1460766" y="44450"/>
                  </a:lnTo>
                  <a:lnTo>
                    <a:pt x="1460766" y="0"/>
                  </a:lnTo>
                  <a:close/>
                </a:path>
                <a:path w="1531620" h="1018539">
                  <a:moveTo>
                    <a:pt x="1531124" y="1001318"/>
                  </a:moveTo>
                  <a:lnTo>
                    <a:pt x="1479283" y="1001318"/>
                  </a:lnTo>
                  <a:lnTo>
                    <a:pt x="1479283" y="1018514"/>
                  </a:lnTo>
                  <a:lnTo>
                    <a:pt x="1531124" y="1018514"/>
                  </a:lnTo>
                  <a:lnTo>
                    <a:pt x="1531124" y="100131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1299041" y="3621977"/>
              <a:ext cx="1531620" cy="1070610"/>
            </a:xfrm>
            <a:custGeom>
              <a:avLst/>
              <a:gdLst/>
              <a:ahLst/>
              <a:cxnLst/>
              <a:rect l="l" t="t" r="r" b="b"/>
              <a:pathLst>
                <a:path w="1531620" h="1070610">
                  <a:moveTo>
                    <a:pt x="0" y="88103"/>
                  </a:moveTo>
                  <a:lnTo>
                    <a:pt x="85165" y="88103"/>
                  </a:lnTo>
                  <a:lnTo>
                    <a:pt x="85165" y="51573"/>
                  </a:lnTo>
                  <a:lnTo>
                    <a:pt x="0" y="51573"/>
                  </a:lnTo>
                  <a:lnTo>
                    <a:pt x="0" y="88103"/>
                  </a:lnTo>
                  <a:close/>
                </a:path>
                <a:path w="1531620" h="1070610">
                  <a:moveTo>
                    <a:pt x="1479282" y="1018570"/>
                  </a:moveTo>
                  <a:lnTo>
                    <a:pt x="1531121" y="1018570"/>
                  </a:lnTo>
                  <a:lnTo>
                    <a:pt x="1531121" y="1001378"/>
                  </a:lnTo>
                  <a:lnTo>
                    <a:pt x="1479282" y="1001378"/>
                  </a:lnTo>
                  <a:lnTo>
                    <a:pt x="1479282" y="1018570"/>
                  </a:lnTo>
                  <a:close/>
                </a:path>
                <a:path w="1531620" h="1070610">
                  <a:moveTo>
                    <a:pt x="633185" y="786491"/>
                  </a:moveTo>
                  <a:lnTo>
                    <a:pt x="633185" y="94550"/>
                  </a:lnTo>
                  <a:lnTo>
                    <a:pt x="1390414" y="94550"/>
                  </a:lnTo>
                  <a:lnTo>
                    <a:pt x="1390414" y="786491"/>
                  </a:lnTo>
                  <a:lnTo>
                    <a:pt x="633185" y="786491"/>
                  </a:lnTo>
                  <a:close/>
                </a:path>
                <a:path w="1531620" h="1070610">
                  <a:moveTo>
                    <a:pt x="594305" y="835915"/>
                  </a:moveTo>
                  <a:lnTo>
                    <a:pt x="1427442" y="835915"/>
                  </a:lnTo>
                  <a:lnTo>
                    <a:pt x="1427442" y="45126"/>
                  </a:lnTo>
                  <a:lnTo>
                    <a:pt x="1460767" y="45126"/>
                  </a:lnTo>
                  <a:lnTo>
                    <a:pt x="1460767" y="0"/>
                  </a:lnTo>
                  <a:lnTo>
                    <a:pt x="562830" y="0"/>
                  </a:lnTo>
                  <a:lnTo>
                    <a:pt x="562830" y="38680"/>
                  </a:lnTo>
                  <a:lnTo>
                    <a:pt x="562830" y="881042"/>
                  </a:lnTo>
                  <a:lnTo>
                    <a:pt x="594305" y="881042"/>
                  </a:lnTo>
                  <a:lnTo>
                    <a:pt x="594305" y="835915"/>
                  </a:lnTo>
                  <a:close/>
                </a:path>
                <a:path w="1531620" h="1070610">
                  <a:moveTo>
                    <a:pt x="459150" y="1001379"/>
                  </a:moveTo>
                  <a:lnTo>
                    <a:pt x="1010873" y="1001379"/>
                  </a:lnTo>
                  <a:lnTo>
                    <a:pt x="1010873" y="1070143"/>
                  </a:lnTo>
                </a:path>
                <a:path w="1531620" h="1070610">
                  <a:moveTo>
                    <a:pt x="735012" y="1070143"/>
                  </a:moveTo>
                  <a:lnTo>
                    <a:pt x="736864" y="1001379"/>
                  </a:lnTo>
                </a:path>
              </a:pathLst>
            </a:custGeom>
            <a:ln w="493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1178699" y="3226582"/>
              <a:ext cx="331470" cy="150495"/>
            </a:xfrm>
            <a:custGeom>
              <a:avLst/>
              <a:gdLst/>
              <a:ahLst/>
              <a:cxnLst/>
              <a:rect l="l" t="t" r="r" b="b"/>
              <a:pathLst>
                <a:path w="331469" h="150495">
                  <a:moveTo>
                    <a:pt x="0" y="0"/>
                  </a:moveTo>
                  <a:lnTo>
                    <a:pt x="331403" y="0"/>
                  </a:lnTo>
                  <a:lnTo>
                    <a:pt x="331403" y="150422"/>
                  </a:lnTo>
                  <a:lnTo>
                    <a:pt x="0" y="150422"/>
                  </a:lnTo>
                  <a:lnTo>
                    <a:pt x="0" y="0"/>
                  </a:lnTo>
                  <a:close/>
                </a:path>
              </a:pathLst>
            </a:custGeom>
            <a:ln w="493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1178699" y="3226582"/>
              <a:ext cx="331470" cy="38735"/>
            </a:xfrm>
            <a:custGeom>
              <a:avLst/>
              <a:gdLst/>
              <a:ahLst/>
              <a:cxnLst/>
              <a:rect l="l" t="t" r="r" b="b"/>
              <a:pathLst>
                <a:path w="331469" h="38735">
                  <a:moveTo>
                    <a:pt x="0" y="0"/>
                  </a:moveTo>
                  <a:lnTo>
                    <a:pt x="31474" y="38679"/>
                  </a:lnTo>
                  <a:lnTo>
                    <a:pt x="298078" y="38679"/>
                  </a:lnTo>
                  <a:lnTo>
                    <a:pt x="331403" y="0"/>
                  </a:lnTo>
                </a:path>
              </a:pathLst>
            </a:custGeom>
            <a:ln w="493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1126860" y="3422130"/>
              <a:ext cx="429895" cy="1427480"/>
            </a:xfrm>
            <a:custGeom>
              <a:avLst/>
              <a:gdLst/>
              <a:ahLst/>
              <a:cxnLst/>
              <a:rect l="l" t="t" r="r" b="b"/>
              <a:pathLst>
                <a:path w="429894" h="1427479">
                  <a:moveTo>
                    <a:pt x="51839" y="0"/>
                  </a:moveTo>
                  <a:lnTo>
                    <a:pt x="383242" y="0"/>
                  </a:lnTo>
                  <a:lnTo>
                    <a:pt x="383242" y="150422"/>
                  </a:lnTo>
                  <a:lnTo>
                    <a:pt x="51839" y="150422"/>
                  </a:lnTo>
                  <a:lnTo>
                    <a:pt x="51839" y="0"/>
                  </a:lnTo>
                  <a:close/>
                </a:path>
                <a:path w="429894" h="1427479">
                  <a:moveTo>
                    <a:pt x="51839" y="189101"/>
                  </a:moveTo>
                  <a:lnTo>
                    <a:pt x="383242" y="189101"/>
                  </a:lnTo>
                  <a:lnTo>
                    <a:pt x="383242" y="345970"/>
                  </a:lnTo>
                  <a:lnTo>
                    <a:pt x="51839" y="345970"/>
                  </a:lnTo>
                  <a:lnTo>
                    <a:pt x="51839" y="189101"/>
                  </a:lnTo>
                  <a:close/>
                </a:path>
                <a:path w="429894" h="1427479">
                  <a:moveTo>
                    <a:pt x="51839" y="382500"/>
                  </a:moveTo>
                  <a:lnTo>
                    <a:pt x="383242" y="382500"/>
                  </a:lnTo>
                  <a:lnTo>
                    <a:pt x="383242" y="539369"/>
                  </a:lnTo>
                  <a:lnTo>
                    <a:pt x="51839" y="539369"/>
                  </a:lnTo>
                  <a:lnTo>
                    <a:pt x="51839" y="382500"/>
                  </a:lnTo>
                  <a:close/>
                </a:path>
                <a:path w="429894" h="1427479">
                  <a:moveTo>
                    <a:pt x="51839" y="578049"/>
                  </a:moveTo>
                  <a:lnTo>
                    <a:pt x="383242" y="578049"/>
                  </a:lnTo>
                  <a:lnTo>
                    <a:pt x="383242" y="728471"/>
                  </a:lnTo>
                  <a:lnTo>
                    <a:pt x="51839" y="728471"/>
                  </a:lnTo>
                  <a:lnTo>
                    <a:pt x="51839" y="578049"/>
                  </a:lnTo>
                  <a:close/>
                </a:path>
                <a:path w="429894" h="1427479">
                  <a:moveTo>
                    <a:pt x="0" y="924019"/>
                  </a:moveTo>
                  <a:lnTo>
                    <a:pt x="33325" y="924019"/>
                  </a:lnTo>
                  <a:lnTo>
                    <a:pt x="33325" y="1231309"/>
                  </a:lnTo>
                  <a:lnTo>
                    <a:pt x="0" y="1231309"/>
                  </a:lnTo>
                  <a:lnTo>
                    <a:pt x="0" y="924019"/>
                  </a:lnTo>
                  <a:close/>
                </a:path>
                <a:path w="429894" h="1427479">
                  <a:moveTo>
                    <a:pt x="64799" y="924019"/>
                  </a:moveTo>
                  <a:lnTo>
                    <a:pt x="98125" y="924019"/>
                  </a:lnTo>
                  <a:lnTo>
                    <a:pt x="98125" y="1231309"/>
                  </a:lnTo>
                  <a:lnTo>
                    <a:pt x="64799" y="1231309"/>
                  </a:lnTo>
                  <a:lnTo>
                    <a:pt x="64799" y="924019"/>
                  </a:lnTo>
                  <a:close/>
                </a:path>
                <a:path w="429894" h="1427479">
                  <a:moveTo>
                    <a:pt x="135153" y="924019"/>
                  </a:moveTo>
                  <a:lnTo>
                    <a:pt x="168479" y="924019"/>
                  </a:lnTo>
                  <a:lnTo>
                    <a:pt x="168479" y="1231309"/>
                  </a:lnTo>
                  <a:lnTo>
                    <a:pt x="135153" y="1231309"/>
                  </a:lnTo>
                  <a:lnTo>
                    <a:pt x="135153" y="924019"/>
                  </a:lnTo>
                  <a:close/>
                </a:path>
                <a:path w="429894" h="1427479">
                  <a:moveTo>
                    <a:pt x="201804" y="924019"/>
                  </a:moveTo>
                  <a:lnTo>
                    <a:pt x="233278" y="924019"/>
                  </a:lnTo>
                  <a:lnTo>
                    <a:pt x="233278" y="1231309"/>
                  </a:lnTo>
                  <a:lnTo>
                    <a:pt x="201804" y="1231309"/>
                  </a:lnTo>
                  <a:lnTo>
                    <a:pt x="201804" y="924019"/>
                  </a:lnTo>
                  <a:close/>
                </a:path>
                <a:path w="429894" h="1427479">
                  <a:moveTo>
                    <a:pt x="266603" y="924019"/>
                  </a:moveTo>
                  <a:lnTo>
                    <a:pt x="299929" y="924019"/>
                  </a:lnTo>
                  <a:lnTo>
                    <a:pt x="299929" y="1231309"/>
                  </a:lnTo>
                  <a:lnTo>
                    <a:pt x="266603" y="1231309"/>
                  </a:lnTo>
                  <a:lnTo>
                    <a:pt x="266603" y="924019"/>
                  </a:lnTo>
                  <a:close/>
                </a:path>
                <a:path w="429894" h="1427479">
                  <a:moveTo>
                    <a:pt x="331402" y="924019"/>
                  </a:moveTo>
                  <a:lnTo>
                    <a:pt x="364728" y="924019"/>
                  </a:lnTo>
                  <a:lnTo>
                    <a:pt x="364728" y="1231309"/>
                  </a:lnTo>
                  <a:lnTo>
                    <a:pt x="331402" y="1231309"/>
                  </a:lnTo>
                  <a:lnTo>
                    <a:pt x="331402" y="924019"/>
                  </a:lnTo>
                  <a:close/>
                </a:path>
                <a:path w="429894" h="1427479">
                  <a:moveTo>
                    <a:pt x="398054" y="924019"/>
                  </a:moveTo>
                  <a:lnTo>
                    <a:pt x="429529" y="924019"/>
                  </a:lnTo>
                  <a:lnTo>
                    <a:pt x="429529" y="1231309"/>
                  </a:lnTo>
                  <a:lnTo>
                    <a:pt x="398054" y="1231309"/>
                  </a:lnTo>
                  <a:lnTo>
                    <a:pt x="398054" y="924019"/>
                  </a:lnTo>
                  <a:close/>
                </a:path>
                <a:path w="429894" h="1427479">
                  <a:moveTo>
                    <a:pt x="398054" y="1276436"/>
                  </a:moveTo>
                  <a:lnTo>
                    <a:pt x="429529" y="1276436"/>
                  </a:lnTo>
                  <a:lnTo>
                    <a:pt x="429529" y="1426858"/>
                  </a:lnTo>
                  <a:lnTo>
                    <a:pt x="398054" y="1426858"/>
                  </a:lnTo>
                  <a:lnTo>
                    <a:pt x="398054" y="1276436"/>
                  </a:lnTo>
                  <a:close/>
                </a:path>
                <a:path w="429894" h="1427479">
                  <a:moveTo>
                    <a:pt x="331402" y="1276436"/>
                  </a:moveTo>
                  <a:lnTo>
                    <a:pt x="364728" y="1276436"/>
                  </a:lnTo>
                  <a:lnTo>
                    <a:pt x="364728" y="1426858"/>
                  </a:lnTo>
                  <a:lnTo>
                    <a:pt x="331402" y="1426858"/>
                  </a:lnTo>
                  <a:lnTo>
                    <a:pt x="331402" y="1276436"/>
                  </a:lnTo>
                  <a:close/>
                </a:path>
                <a:path w="429894" h="1427479">
                  <a:moveTo>
                    <a:pt x="266603" y="1276436"/>
                  </a:moveTo>
                  <a:lnTo>
                    <a:pt x="299929" y="1276436"/>
                  </a:lnTo>
                  <a:lnTo>
                    <a:pt x="299929" y="1426858"/>
                  </a:lnTo>
                  <a:lnTo>
                    <a:pt x="266603" y="1426858"/>
                  </a:lnTo>
                  <a:lnTo>
                    <a:pt x="266603" y="1276436"/>
                  </a:lnTo>
                  <a:close/>
                </a:path>
                <a:path w="429894" h="1427479">
                  <a:moveTo>
                    <a:pt x="201804" y="1276436"/>
                  </a:moveTo>
                  <a:lnTo>
                    <a:pt x="233278" y="1276436"/>
                  </a:lnTo>
                  <a:lnTo>
                    <a:pt x="233278" y="1426858"/>
                  </a:lnTo>
                  <a:lnTo>
                    <a:pt x="201804" y="1426858"/>
                  </a:lnTo>
                  <a:lnTo>
                    <a:pt x="201804" y="1276436"/>
                  </a:lnTo>
                  <a:close/>
                </a:path>
                <a:path w="429894" h="1427479">
                  <a:moveTo>
                    <a:pt x="135153" y="1276436"/>
                  </a:moveTo>
                  <a:lnTo>
                    <a:pt x="168479" y="1276436"/>
                  </a:lnTo>
                  <a:lnTo>
                    <a:pt x="168479" y="1426858"/>
                  </a:lnTo>
                  <a:lnTo>
                    <a:pt x="135153" y="1426858"/>
                  </a:lnTo>
                  <a:lnTo>
                    <a:pt x="135153" y="1276436"/>
                  </a:lnTo>
                  <a:close/>
                </a:path>
                <a:path w="429894" h="1427479">
                  <a:moveTo>
                    <a:pt x="64799" y="1276436"/>
                  </a:moveTo>
                  <a:lnTo>
                    <a:pt x="98125" y="1276436"/>
                  </a:lnTo>
                  <a:lnTo>
                    <a:pt x="98125" y="1426858"/>
                  </a:lnTo>
                  <a:lnTo>
                    <a:pt x="64799" y="1426858"/>
                  </a:lnTo>
                  <a:lnTo>
                    <a:pt x="64799" y="1276436"/>
                  </a:lnTo>
                  <a:close/>
                </a:path>
                <a:path w="429894" h="1427479">
                  <a:moveTo>
                    <a:pt x="0" y="1276436"/>
                  </a:moveTo>
                  <a:lnTo>
                    <a:pt x="33325" y="1276436"/>
                  </a:lnTo>
                  <a:lnTo>
                    <a:pt x="33325" y="1426858"/>
                  </a:lnTo>
                  <a:lnTo>
                    <a:pt x="0" y="1426858"/>
                  </a:lnTo>
                  <a:lnTo>
                    <a:pt x="0" y="1276436"/>
                  </a:lnTo>
                  <a:close/>
                </a:path>
              </a:pathLst>
            </a:custGeom>
            <a:ln w="493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1178699" y="3265261"/>
              <a:ext cx="331470" cy="681355"/>
            </a:xfrm>
            <a:custGeom>
              <a:avLst/>
              <a:gdLst/>
              <a:ahLst/>
              <a:cxnLst/>
              <a:rect l="l" t="t" r="r" b="b"/>
              <a:pathLst>
                <a:path w="331469" h="681354">
                  <a:moveTo>
                    <a:pt x="0" y="111741"/>
                  </a:moveTo>
                  <a:lnTo>
                    <a:pt x="31474" y="0"/>
                  </a:lnTo>
                </a:path>
                <a:path w="331469" h="681354">
                  <a:moveTo>
                    <a:pt x="298079" y="0"/>
                  </a:moveTo>
                  <a:lnTo>
                    <a:pt x="331405" y="111741"/>
                  </a:lnTo>
                </a:path>
                <a:path w="331469" h="681354">
                  <a:moveTo>
                    <a:pt x="12960" y="679046"/>
                  </a:moveTo>
                  <a:lnTo>
                    <a:pt x="229576" y="681195"/>
                  </a:lnTo>
                </a:path>
                <a:path w="331469" h="681354">
                  <a:moveTo>
                    <a:pt x="12960" y="646814"/>
                  </a:moveTo>
                  <a:lnTo>
                    <a:pt x="229576" y="648963"/>
                  </a:lnTo>
                </a:path>
                <a:path w="331469" h="681354">
                  <a:moveTo>
                    <a:pt x="12960" y="614580"/>
                  </a:moveTo>
                  <a:lnTo>
                    <a:pt x="229576" y="616729"/>
                  </a:lnTo>
                </a:path>
                <a:path w="331469" h="681354">
                  <a:moveTo>
                    <a:pt x="12960" y="590943"/>
                  </a:moveTo>
                  <a:lnTo>
                    <a:pt x="229576" y="593092"/>
                  </a:lnTo>
                </a:path>
                <a:path w="331469" h="681354">
                  <a:moveTo>
                    <a:pt x="12960" y="558709"/>
                  </a:moveTo>
                  <a:lnTo>
                    <a:pt x="229576" y="560858"/>
                  </a:lnTo>
                </a:path>
              </a:pathLst>
            </a:custGeom>
            <a:ln w="493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1341623" y="3458661"/>
              <a:ext cx="140970" cy="427990"/>
            </a:xfrm>
            <a:custGeom>
              <a:avLst/>
              <a:gdLst/>
              <a:ahLst/>
              <a:cxnLst/>
              <a:rect l="l" t="t" r="r" b="b"/>
              <a:pathLst>
                <a:path w="140969" h="427989">
                  <a:moveTo>
                    <a:pt x="0" y="0"/>
                  </a:moveTo>
                  <a:lnTo>
                    <a:pt x="103679" y="0"/>
                  </a:lnTo>
                  <a:lnTo>
                    <a:pt x="103679" y="77359"/>
                  </a:lnTo>
                  <a:lnTo>
                    <a:pt x="0" y="77359"/>
                  </a:lnTo>
                  <a:lnTo>
                    <a:pt x="0" y="0"/>
                  </a:lnTo>
                  <a:close/>
                </a:path>
                <a:path w="140969" h="427989">
                  <a:moveTo>
                    <a:pt x="94422" y="257866"/>
                  </a:moveTo>
                  <a:lnTo>
                    <a:pt x="140708" y="257866"/>
                  </a:lnTo>
                  <a:lnTo>
                    <a:pt x="140708" y="277206"/>
                  </a:lnTo>
                  <a:lnTo>
                    <a:pt x="94422" y="277206"/>
                  </a:lnTo>
                  <a:lnTo>
                    <a:pt x="94422" y="257866"/>
                  </a:lnTo>
                  <a:close/>
                </a:path>
                <a:path w="140969" h="427989">
                  <a:moveTo>
                    <a:pt x="94422" y="365310"/>
                  </a:moveTo>
                  <a:lnTo>
                    <a:pt x="140708" y="365310"/>
                  </a:lnTo>
                  <a:lnTo>
                    <a:pt x="140708" y="384649"/>
                  </a:lnTo>
                  <a:lnTo>
                    <a:pt x="94422" y="384649"/>
                  </a:lnTo>
                  <a:lnTo>
                    <a:pt x="94422" y="365310"/>
                  </a:lnTo>
                  <a:close/>
                </a:path>
                <a:path w="140969" h="427989">
                  <a:moveTo>
                    <a:pt x="94422" y="410437"/>
                  </a:moveTo>
                  <a:lnTo>
                    <a:pt x="140708" y="410437"/>
                  </a:lnTo>
                  <a:lnTo>
                    <a:pt x="140708" y="427628"/>
                  </a:lnTo>
                  <a:lnTo>
                    <a:pt x="94422" y="427628"/>
                  </a:lnTo>
                  <a:lnTo>
                    <a:pt x="94422" y="410437"/>
                  </a:lnTo>
                  <a:close/>
                </a:path>
              </a:pathLst>
            </a:custGeom>
            <a:ln w="493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/>
          <p:cNvSpPr txBox="1"/>
          <p:nvPr/>
        </p:nvSpPr>
        <p:spPr>
          <a:xfrm>
            <a:off x="1141931" y="4988860"/>
            <a:ext cx="1577975" cy="102933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632460">
              <a:lnSpc>
                <a:spcPct val="100000"/>
              </a:lnSpc>
              <a:spcBef>
                <a:spcPts val="90"/>
              </a:spcBef>
            </a:pPr>
            <a:r>
              <a:rPr dirty="0" sz="1250" spc="-10" b="1">
                <a:latin typeface="Arial"/>
                <a:cs typeface="Arial"/>
              </a:rPr>
              <a:t>Server</a:t>
            </a:r>
            <a:endParaRPr sz="1250">
              <a:latin typeface="Arial"/>
              <a:cs typeface="Arial"/>
            </a:endParaRPr>
          </a:p>
          <a:p>
            <a:pPr algn="ctr" marR="17145">
              <a:lnSpc>
                <a:spcPct val="100000"/>
              </a:lnSpc>
              <a:spcBef>
                <a:spcPts val="955"/>
              </a:spcBef>
            </a:pPr>
            <a:r>
              <a:rPr dirty="0" sz="1250">
                <a:latin typeface="Arial"/>
                <a:cs typeface="Arial"/>
              </a:rPr>
              <a:t>store</a:t>
            </a:r>
            <a:r>
              <a:rPr dirty="0" sz="1250" spc="-45">
                <a:latin typeface="Arial"/>
                <a:cs typeface="Arial"/>
              </a:rPr>
              <a:t> </a:t>
            </a:r>
            <a:r>
              <a:rPr dirty="0" sz="1250">
                <a:latin typeface="Arial"/>
                <a:cs typeface="Arial"/>
              </a:rPr>
              <a:t>the</a:t>
            </a:r>
            <a:r>
              <a:rPr dirty="0" sz="1250" spc="-40">
                <a:latin typeface="Arial"/>
                <a:cs typeface="Arial"/>
              </a:rPr>
              <a:t> </a:t>
            </a:r>
            <a:r>
              <a:rPr dirty="0" sz="1250" spc="-10">
                <a:latin typeface="Arial"/>
                <a:cs typeface="Arial"/>
              </a:rPr>
              <a:t>files</a:t>
            </a:r>
            <a:endParaRPr sz="1250">
              <a:latin typeface="Arial"/>
              <a:cs typeface="Arial"/>
            </a:endParaRPr>
          </a:p>
          <a:p>
            <a:pPr algn="ctr" marL="12065" marR="5080">
              <a:lnSpc>
                <a:spcPct val="132000"/>
              </a:lnSpc>
            </a:pPr>
            <a:r>
              <a:rPr dirty="0" sz="1250">
                <a:latin typeface="Arial"/>
                <a:cs typeface="Arial"/>
              </a:rPr>
              <a:t>and</a:t>
            </a:r>
            <a:r>
              <a:rPr dirty="0" sz="1250" spc="-45">
                <a:latin typeface="Arial"/>
                <a:cs typeface="Arial"/>
              </a:rPr>
              <a:t> </a:t>
            </a:r>
            <a:r>
              <a:rPr dirty="0" sz="1250">
                <a:latin typeface="Arial"/>
                <a:cs typeface="Arial"/>
              </a:rPr>
              <a:t>run</a:t>
            </a:r>
            <a:r>
              <a:rPr dirty="0" sz="1250" spc="-40">
                <a:latin typeface="Arial"/>
                <a:cs typeface="Arial"/>
              </a:rPr>
              <a:t> </a:t>
            </a:r>
            <a:r>
              <a:rPr dirty="0" sz="1250">
                <a:latin typeface="Arial"/>
                <a:cs typeface="Arial"/>
              </a:rPr>
              <a:t>the</a:t>
            </a:r>
            <a:r>
              <a:rPr dirty="0" sz="1250" spc="-60">
                <a:latin typeface="Arial"/>
                <a:cs typeface="Arial"/>
              </a:rPr>
              <a:t> </a:t>
            </a:r>
            <a:r>
              <a:rPr dirty="0" sz="1250" spc="-20">
                <a:latin typeface="Arial"/>
                <a:cs typeface="Arial"/>
              </a:rPr>
              <a:t>Treatment </a:t>
            </a:r>
            <a:r>
              <a:rPr dirty="0" sz="1250" spc="-10">
                <a:latin typeface="Arial"/>
                <a:cs typeface="Arial"/>
              </a:rPr>
              <a:t>software</a:t>
            </a:r>
            <a:endParaRPr sz="1250">
              <a:latin typeface="Arial"/>
              <a:cs typeface="Arial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1289785" y="2364489"/>
            <a:ext cx="7101205" cy="3561715"/>
            <a:chOff x="1289785" y="2364489"/>
            <a:chExt cx="7101205" cy="3561715"/>
          </a:xfrm>
        </p:grpSpPr>
        <p:sp>
          <p:nvSpPr>
            <p:cNvPr id="24" name="object 24"/>
            <p:cNvSpPr/>
            <p:nvPr/>
          </p:nvSpPr>
          <p:spPr>
            <a:xfrm>
              <a:off x="1341623" y="2367029"/>
              <a:ext cx="3168015" cy="2230755"/>
            </a:xfrm>
            <a:custGeom>
              <a:avLst/>
              <a:gdLst/>
              <a:ahLst/>
              <a:cxnLst/>
              <a:rect l="l" t="t" r="r" b="b"/>
              <a:pathLst>
                <a:path w="3168015" h="2230754">
                  <a:moveTo>
                    <a:pt x="0" y="614580"/>
                  </a:moveTo>
                  <a:lnTo>
                    <a:pt x="0" y="0"/>
                  </a:lnTo>
                  <a:lnTo>
                    <a:pt x="1173798" y="0"/>
                  </a:lnTo>
                  <a:lnTo>
                    <a:pt x="2343892" y="0"/>
                  </a:lnTo>
                  <a:lnTo>
                    <a:pt x="2343892" y="2230540"/>
                  </a:lnTo>
                  <a:lnTo>
                    <a:pt x="3167773" y="2230540"/>
                  </a:lnTo>
                </a:path>
              </a:pathLst>
            </a:custGeom>
            <a:ln w="493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1289785" y="2962269"/>
              <a:ext cx="109855" cy="146685"/>
            </a:xfrm>
            <a:custGeom>
              <a:avLst/>
              <a:gdLst/>
              <a:ahLst/>
              <a:cxnLst/>
              <a:rect l="l" t="t" r="r" b="b"/>
              <a:pathLst>
                <a:path w="109855" h="146685">
                  <a:moveTo>
                    <a:pt x="109233" y="0"/>
                  </a:moveTo>
                  <a:lnTo>
                    <a:pt x="0" y="0"/>
                  </a:lnTo>
                  <a:lnTo>
                    <a:pt x="51838" y="146124"/>
                  </a:lnTo>
                  <a:lnTo>
                    <a:pt x="10923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7977101" y="5708541"/>
              <a:ext cx="411480" cy="215265"/>
            </a:xfrm>
            <a:custGeom>
              <a:avLst/>
              <a:gdLst/>
              <a:ahLst/>
              <a:cxnLst/>
              <a:rect l="l" t="t" r="r" b="b"/>
              <a:pathLst>
                <a:path w="411479" h="215264">
                  <a:moveTo>
                    <a:pt x="411014" y="0"/>
                  </a:moveTo>
                  <a:lnTo>
                    <a:pt x="0" y="0"/>
                  </a:lnTo>
                  <a:lnTo>
                    <a:pt x="0" y="214888"/>
                  </a:lnTo>
                  <a:lnTo>
                    <a:pt x="411014" y="214888"/>
                  </a:lnTo>
                  <a:lnTo>
                    <a:pt x="411014" y="0"/>
                  </a:lnTo>
                  <a:close/>
                </a:path>
              </a:pathLst>
            </a:custGeom>
            <a:solidFill>
              <a:srgbClr val="CBCBC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7977101" y="5708541"/>
              <a:ext cx="411480" cy="215265"/>
            </a:xfrm>
            <a:custGeom>
              <a:avLst/>
              <a:gdLst/>
              <a:ahLst/>
              <a:cxnLst/>
              <a:rect l="l" t="t" r="r" b="b"/>
              <a:pathLst>
                <a:path w="411479" h="215264">
                  <a:moveTo>
                    <a:pt x="0" y="0"/>
                  </a:moveTo>
                  <a:lnTo>
                    <a:pt x="411014" y="0"/>
                  </a:lnTo>
                  <a:lnTo>
                    <a:pt x="411014" y="214887"/>
                  </a:lnTo>
                  <a:lnTo>
                    <a:pt x="0" y="214887"/>
                  </a:lnTo>
                  <a:lnTo>
                    <a:pt x="0" y="0"/>
                  </a:lnTo>
                  <a:close/>
                </a:path>
              </a:pathLst>
            </a:custGeom>
            <a:ln w="493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5997937" y="4741545"/>
              <a:ext cx="1468755" cy="1061720"/>
            </a:xfrm>
            <a:custGeom>
              <a:avLst/>
              <a:gdLst/>
              <a:ahLst/>
              <a:cxnLst/>
              <a:rect l="l" t="t" r="r" b="b"/>
              <a:pathLst>
                <a:path w="1468754" h="1061720">
                  <a:moveTo>
                    <a:pt x="0" y="0"/>
                  </a:moveTo>
                  <a:lnTo>
                    <a:pt x="733161" y="0"/>
                  </a:lnTo>
                  <a:lnTo>
                    <a:pt x="733161" y="528624"/>
                  </a:lnTo>
                  <a:lnTo>
                    <a:pt x="733161" y="1061548"/>
                  </a:lnTo>
                  <a:lnTo>
                    <a:pt x="1468173" y="1061548"/>
                  </a:lnTo>
                </a:path>
              </a:pathLst>
            </a:custGeom>
            <a:ln w="493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5903514" y="4672780"/>
              <a:ext cx="1657350" cy="1201420"/>
            </a:xfrm>
            <a:custGeom>
              <a:avLst/>
              <a:gdLst/>
              <a:ahLst/>
              <a:cxnLst/>
              <a:rect l="l" t="t" r="r" b="b"/>
              <a:pathLst>
                <a:path w="1657350" h="1201420">
                  <a:moveTo>
                    <a:pt x="107382" y="0"/>
                  </a:moveTo>
                  <a:lnTo>
                    <a:pt x="0" y="68764"/>
                  </a:lnTo>
                  <a:lnTo>
                    <a:pt x="107382" y="143976"/>
                  </a:lnTo>
                  <a:lnTo>
                    <a:pt x="107382" y="0"/>
                  </a:lnTo>
                  <a:close/>
                </a:path>
                <a:path w="1657350" h="1201420">
                  <a:moveTo>
                    <a:pt x="1549636" y="1055102"/>
                  </a:moveTo>
                  <a:lnTo>
                    <a:pt x="1549636" y="1201225"/>
                  </a:lnTo>
                  <a:lnTo>
                    <a:pt x="1657018" y="1130313"/>
                  </a:lnTo>
                  <a:lnTo>
                    <a:pt x="1549636" y="105510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" name="object 30"/>
          <p:cNvSpPr txBox="1"/>
          <p:nvPr/>
        </p:nvSpPr>
        <p:spPr>
          <a:xfrm>
            <a:off x="7590414" y="6117230"/>
            <a:ext cx="508000" cy="528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59055">
              <a:lnSpc>
                <a:spcPct val="132000"/>
              </a:lnSpc>
              <a:spcBef>
                <a:spcPts val="100"/>
              </a:spcBef>
            </a:pPr>
            <a:r>
              <a:rPr dirty="0" sz="1250" spc="-20" b="1">
                <a:latin typeface="Arial"/>
                <a:cs typeface="Arial"/>
              </a:rPr>
              <a:t>Card reader</a:t>
            </a:r>
            <a:endParaRPr sz="125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8430958" y="5872052"/>
            <a:ext cx="1130300" cy="21526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250" b="1">
                <a:latin typeface="Arial"/>
                <a:cs typeface="Arial"/>
              </a:rPr>
              <a:t>Card</a:t>
            </a:r>
            <a:r>
              <a:rPr dirty="0" sz="1250" spc="-45" b="1">
                <a:latin typeface="Arial"/>
                <a:cs typeface="Arial"/>
              </a:rPr>
              <a:t> </a:t>
            </a:r>
            <a:r>
              <a:rPr dirty="0" sz="1250" spc="-10" b="1">
                <a:latin typeface="Arial"/>
                <a:cs typeface="Arial"/>
              </a:rPr>
              <a:t>extention</a:t>
            </a:r>
            <a:endParaRPr sz="1250">
              <a:latin typeface="Arial"/>
              <a:cs typeface="Arial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5890554" y="2178217"/>
            <a:ext cx="3068955" cy="3088640"/>
            <a:chOff x="5890554" y="2178217"/>
            <a:chExt cx="3068955" cy="3088640"/>
          </a:xfrm>
        </p:grpSpPr>
        <p:sp>
          <p:nvSpPr>
            <p:cNvPr id="33" name="object 33"/>
            <p:cNvSpPr/>
            <p:nvPr/>
          </p:nvSpPr>
          <p:spPr>
            <a:xfrm>
              <a:off x="7560533" y="2197267"/>
              <a:ext cx="1379855" cy="1261745"/>
            </a:xfrm>
            <a:custGeom>
              <a:avLst/>
              <a:gdLst/>
              <a:ahLst/>
              <a:cxnLst/>
              <a:rect l="l" t="t" r="r" b="b"/>
              <a:pathLst>
                <a:path w="1379854" h="1261745">
                  <a:moveTo>
                    <a:pt x="0" y="0"/>
                  </a:moveTo>
                  <a:lnTo>
                    <a:pt x="1379305" y="0"/>
                  </a:lnTo>
                  <a:lnTo>
                    <a:pt x="1379305" y="1261393"/>
                  </a:lnTo>
                  <a:lnTo>
                    <a:pt x="0" y="1261393"/>
                  </a:lnTo>
                  <a:lnTo>
                    <a:pt x="0" y="0"/>
                  </a:lnTo>
                  <a:close/>
                </a:path>
              </a:pathLst>
            </a:custGeom>
            <a:ln w="3779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5983125" y="2824740"/>
              <a:ext cx="1483360" cy="1772920"/>
            </a:xfrm>
            <a:custGeom>
              <a:avLst/>
              <a:gdLst/>
              <a:ahLst/>
              <a:cxnLst/>
              <a:rect l="l" t="t" r="r" b="b"/>
              <a:pathLst>
                <a:path w="1483359" h="1772920">
                  <a:moveTo>
                    <a:pt x="1482985" y="0"/>
                  </a:moveTo>
                  <a:lnTo>
                    <a:pt x="744269" y="0"/>
                  </a:lnTo>
                  <a:lnTo>
                    <a:pt x="744269" y="885339"/>
                  </a:lnTo>
                  <a:lnTo>
                    <a:pt x="744269" y="1772828"/>
                  </a:lnTo>
                  <a:lnTo>
                    <a:pt x="0" y="1772828"/>
                  </a:lnTo>
                </a:path>
              </a:pathLst>
            </a:custGeom>
            <a:ln w="493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5890554" y="2755977"/>
              <a:ext cx="1670050" cy="1910714"/>
            </a:xfrm>
            <a:custGeom>
              <a:avLst/>
              <a:gdLst/>
              <a:ahLst/>
              <a:cxnLst/>
              <a:rect l="l" t="t" r="r" b="b"/>
              <a:pathLst>
                <a:path w="1670050" h="1910714">
                  <a:moveTo>
                    <a:pt x="1562595" y="0"/>
                  </a:moveTo>
                  <a:lnTo>
                    <a:pt x="1562595" y="143974"/>
                  </a:lnTo>
                  <a:lnTo>
                    <a:pt x="1669978" y="68764"/>
                  </a:lnTo>
                  <a:lnTo>
                    <a:pt x="1562595" y="0"/>
                  </a:lnTo>
                  <a:close/>
                </a:path>
                <a:path w="1670050" h="1910714">
                  <a:moveTo>
                    <a:pt x="107382" y="1766382"/>
                  </a:moveTo>
                  <a:lnTo>
                    <a:pt x="0" y="1841592"/>
                  </a:lnTo>
                  <a:lnTo>
                    <a:pt x="107382" y="1910356"/>
                  </a:lnTo>
                  <a:lnTo>
                    <a:pt x="107382" y="176638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7779000" y="3536021"/>
              <a:ext cx="502284" cy="1727835"/>
            </a:xfrm>
            <a:custGeom>
              <a:avLst/>
              <a:gdLst/>
              <a:ahLst/>
              <a:cxnLst/>
              <a:rect l="l" t="t" r="r" b="b"/>
              <a:pathLst>
                <a:path w="502284" h="1727835">
                  <a:moveTo>
                    <a:pt x="0" y="0"/>
                  </a:moveTo>
                  <a:lnTo>
                    <a:pt x="0" y="872446"/>
                  </a:lnTo>
                  <a:lnTo>
                    <a:pt x="248090" y="872446"/>
                  </a:lnTo>
                  <a:lnTo>
                    <a:pt x="501733" y="872446"/>
                  </a:lnTo>
                  <a:lnTo>
                    <a:pt x="501733" y="1727701"/>
                  </a:lnTo>
                </a:path>
              </a:pathLst>
            </a:custGeom>
            <a:ln w="49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7729011" y="3409237"/>
              <a:ext cx="107950" cy="144145"/>
            </a:xfrm>
            <a:custGeom>
              <a:avLst/>
              <a:gdLst/>
              <a:ahLst/>
              <a:cxnLst/>
              <a:rect l="l" t="t" r="r" b="b"/>
              <a:pathLst>
                <a:path w="107950" h="144145">
                  <a:moveTo>
                    <a:pt x="49988" y="0"/>
                  </a:moveTo>
                  <a:lnTo>
                    <a:pt x="0" y="143974"/>
                  </a:lnTo>
                  <a:lnTo>
                    <a:pt x="107382" y="143974"/>
                  </a:lnTo>
                  <a:lnTo>
                    <a:pt x="4998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8" name="object 3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45172" y="2318761"/>
              <a:ext cx="191201" cy="191182"/>
            </a:xfrm>
            <a:prstGeom prst="rect">
              <a:avLst/>
            </a:prstGeom>
          </p:spPr>
        </p:pic>
      </p:grpSp>
      <p:sp>
        <p:nvSpPr>
          <p:cNvPr id="39" name="object 39"/>
          <p:cNvSpPr txBox="1"/>
          <p:nvPr/>
        </p:nvSpPr>
        <p:spPr>
          <a:xfrm>
            <a:off x="7560533" y="5521589"/>
            <a:ext cx="417195" cy="558800"/>
          </a:xfrm>
          <a:prstGeom prst="rect">
            <a:avLst/>
          </a:prstGeom>
          <a:ln w="13145">
            <a:solidFill>
              <a:srgbClr val="000000"/>
            </a:solidFill>
          </a:ln>
        </p:spPr>
        <p:txBody>
          <a:bodyPr wrap="square" lIns="0" tIns="55244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434"/>
              </a:spcBef>
            </a:pPr>
            <a:endParaRPr sz="900">
              <a:latin typeface="Times New Roman"/>
              <a:cs typeface="Times New Roman"/>
            </a:endParaRPr>
          </a:p>
          <a:p>
            <a:pPr marL="79375">
              <a:lnSpc>
                <a:spcPct val="100000"/>
              </a:lnSpc>
            </a:pPr>
            <a:r>
              <a:rPr dirty="0" sz="900" spc="-25">
                <a:latin typeface="Arial"/>
                <a:cs typeface="Arial"/>
              </a:rPr>
              <a:t>GCR</a:t>
            </a:r>
            <a:endParaRPr sz="900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7616076" y="2289668"/>
            <a:ext cx="688975" cy="930910"/>
          </a:xfrm>
          <a:prstGeom prst="rect">
            <a:avLst/>
          </a:prstGeom>
          <a:ln w="21361">
            <a:solidFill>
              <a:srgbClr val="000000"/>
            </a:solidFill>
          </a:ln>
        </p:spPr>
        <p:txBody>
          <a:bodyPr wrap="square" lIns="0" tIns="26670" rIns="0" bIns="0" rtlCol="0" vert="horz">
            <a:spAutoFit/>
          </a:bodyPr>
          <a:lstStyle/>
          <a:p>
            <a:pPr marL="243204" marR="25400">
              <a:lnSpc>
                <a:spcPct val="100000"/>
              </a:lnSpc>
              <a:spcBef>
                <a:spcPts val="210"/>
              </a:spcBef>
            </a:pPr>
            <a:r>
              <a:rPr dirty="0" sz="350">
                <a:solidFill>
                  <a:srgbClr val="7F7F7F"/>
                </a:solidFill>
                <a:latin typeface="Lucida Sans Unicode"/>
                <a:cs typeface="Lucida Sans Unicode"/>
              </a:rPr>
              <a:t>The</a:t>
            </a:r>
            <a:r>
              <a:rPr dirty="0" sz="350" spc="20">
                <a:solidFill>
                  <a:srgbClr val="7F7F7F"/>
                </a:solidFill>
                <a:latin typeface="Lucida Sans Unicode"/>
                <a:cs typeface="Lucida Sans Unicode"/>
              </a:rPr>
              <a:t> </a:t>
            </a:r>
            <a:r>
              <a:rPr dirty="0" sz="350">
                <a:solidFill>
                  <a:srgbClr val="7F7F7F"/>
                </a:solidFill>
                <a:latin typeface="Lucida Sans Unicode"/>
                <a:cs typeface="Lucida Sans Unicode"/>
              </a:rPr>
              <a:t>image</a:t>
            </a:r>
            <a:r>
              <a:rPr dirty="0" sz="350" spc="25">
                <a:solidFill>
                  <a:srgbClr val="7F7F7F"/>
                </a:solidFill>
                <a:latin typeface="Lucida Sans Unicode"/>
                <a:cs typeface="Lucida Sans Unicode"/>
              </a:rPr>
              <a:t> </a:t>
            </a:r>
            <a:r>
              <a:rPr dirty="0" sz="350" spc="-10">
                <a:solidFill>
                  <a:srgbClr val="7F7F7F"/>
                </a:solidFill>
                <a:latin typeface="Lucida Sans Unicode"/>
                <a:cs typeface="Lucida Sans Unicode"/>
              </a:rPr>
              <a:t>cannot</a:t>
            </a:r>
            <a:r>
              <a:rPr dirty="0" sz="350" spc="500">
                <a:solidFill>
                  <a:srgbClr val="7F7F7F"/>
                </a:solidFill>
                <a:latin typeface="Lucida Sans Unicode"/>
                <a:cs typeface="Lucida Sans Unicode"/>
              </a:rPr>
              <a:t> </a:t>
            </a:r>
            <a:r>
              <a:rPr dirty="0" sz="350">
                <a:solidFill>
                  <a:srgbClr val="7F7F7F"/>
                </a:solidFill>
                <a:latin typeface="Lucida Sans Unicode"/>
                <a:cs typeface="Lucida Sans Unicode"/>
              </a:rPr>
              <a:t>be</a:t>
            </a:r>
            <a:r>
              <a:rPr dirty="0" sz="350" spc="10">
                <a:solidFill>
                  <a:srgbClr val="7F7F7F"/>
                </a:solidFill>
                <a:latin typeface="Lucida Sans Unicode"/>
                <a:cs typeface="Lucida Sans Unicode"/>
              </a:rPr>
              <a:t> </a:t>
            </a:r>
            <a:r>
              <a:rPr dirty="0" sz="350">
                <a:solidFill>
                  <a:srgbClr val="7F7F7F"/>
                </a:solidFill>
                <a:latin typeface="Lucida Sans Unicode"/>
                <a:cs typeface="Lucida Sans Unicode"/>
              </a:rPr>
              <a:t>displayed.</a:t>
            </a:r>
            <a:r>
              <a:rPr dirty="0" sz="350" spc="15">
                <a:solidFill>
                  <a:srgbClr val="7F7F7F"/>
                </a:solidFill>
                <a:latin typeface="Lucida Sans Unicode"/>
                <a:cs typeface="Lucida Sans Unicode"/>
              </a:rPr>
              <a:t> </a:t>
            </a:r>
            <a:r>
              <a:rPr dirty="0" sz="350" spc="-20">
                <a:solidFill>
                  <a:srgbClr val="7F7F7F"/>
                </a:solidFill>
                <a:latin typeface="Lucida Sans Unicode"/>
                <a:cs typeface="Lucida Sans Unicode"/>
              </a:rPr>
              <a:t>Your</a:t>
            </a:r>
            <a:r>
              <a:rPr dirty="0" sz="350" spc="500">
                <a:solidFill>
                  <a:srgbClr val="7F7F7F"/>
                </a:solidFill>
                <a:latin typeface="Lucida Sans Unicode"/>
                <a:cs typeface="Lucida Sans Unicode"/>
              </a:rPr>
              <a:t> </a:t>
            </a:r>
            <a:r>
              <a:rPr dirty="0" sz="350">
                <a:solidFill>
                  <a:srgbClr val="7F7F7F"/>
                </a:solidFill>
                <a:latin typeface="Lucida Sans Unicode"/>
                <a:cs typeface="Lucida Sans Unicode"/>
              </a:rPr>
              <a:t>computer</a:t>
            </a:r>
            <a:r>
              <a:rPr dirty="0" sz="350" spc="35">
                <a:solidFill>
                  <a:srgbClr val="7F7F7F"/>
                </a:solidFill>
                <a:latin typeface="Lucida Sans Unicode"/>
                <a:cs typeface="Lucida Sans Unicode"/>
              </a:rPr>
              <a:t> </a:t>
            </a:r>
            <a:r>
              <a:rPr dirty="0" sz="350">
                <a:solidFill>
                  <a:srgbClr val="7F7F7F"/>
                </a:solidFill>
                <a:latin typeface="Lucida Sans Unicode"/>
                <a:cs typeface="Lucida Sans Unicode"/>
              </a:rPr>
              <a:t>may</a:t>
            </a:r>
            <a:r>
              <a:rPr dirty="0" sz="350" spc="40">
                <a:solidFill>
                  <a:srgbClr val="7F7F7F"/>
                </a:solidFill>
                <a:latin typeface="Lucida Sans Unicode"/>
                <a:cs typeface="Lucida Sans Unicode"/>
              </a:rPr>
              <a:t> </a:t>
            </a:r>
            <a:r>
              <a:rPr dirty="0" sz="350" spc="-25">
                <a:solidFill>
                  <a:srgbClr val="7F7F7F"/>
                </a:solidFill>
                <a:latin typeface="Lucida Sans Unicode"/>
                <a:cs typeface="Lucida Sans Unicode"/>
              </a:rPr>
              <a:t>not</a:t>
            </a:r>
            <a:r>
              <a:rPr dirty="0" sz="350" spc="500">
                <a:solidFill>
                  <a:srgbClr val="7F7F7F"/>
                </a:solidFill>
                <a:latin typeface="Lucida Sans Unicode"/>
                <a:cs typeface="Lucida Sans Unicode"/>
              </a:rPr>
              <a:t> </a:t>
            </a:r>
            <a:r>
              <a:rPr dirty="0" sz="350">
                <a:solidFill>
                  <a:srgbClr val="7F7F7F"/>
                </a:solidFill>
                <a:latin typeface="Lucida Sans Unicode"/>
                <a:cs typeface="Lucida Sans Unicode"/>
              </a:rPr>
              <a:t>have</a:t>
            </a:r>
            <a:r>
              <a:rPr dirty="0" sz="350" spc="20">
                <a:solidFill>
                  <a:srgbClr val="7F7F7F"/>
                </a:solidFill>
                <a:latin typeface="Lucida Sans Unicode"/>
                <a:cs typeface="Lucida Sans Unicode"/>
              </a:rPr>
              <a:t> </a:t>
            </a:r>
            <a:r>
              <a:rPr dirty="0" sz="350" spc="-10">
                <a:solidFill>
                  <a:srgbClr val="7F7F7F"/>
                </a:solidFill>
                <a:latin typeface="Lucida Sans Unicode"/>
                <a:cs typeface="Lucida Sans Unicode"/>
              </a:rPr>
              <a:t>enough</a:t>
            </a:r>
            <a:r>
              <a:rPr dirty="0" sz="350" spc="500">
                <a:solidFill>
                  <a:srgbClr val="7F7F7F"/>
                </a:solidFill>
                <a:latin typeface="Lucida Sans Unicode"/>
                <a:cs typeface="Lucida Sans Unicode"/>
              </a:rPr>
              <a:t> </a:t>
            </a:r>
            <a:r>
              <a:rPr dirty="0" sz="350">
                <a:solidFill>
                  <a:srgbClr val="7F7F7F"/>
                </a:solidFill>
                <a:latin typeface="Lucida Sans Unicode"/>
                <a:cs typeface="Lucida Sans Unicode"/>
              </a:rPr>
              <a:t>memory</a:t>
            </a:r>
            <a:r>
              <a:rPr dirty="0" sz="350" spc="20">
                <a:solidFill>
                  <a:srgbClr val="7F7F7F"/>
                </a:solidFill>
                <a:latin typeface="Lucida Sans Unicode"/>
                <a:cs typeface="Lucida Sans Unicode"/>
              </a:rPr>
              <a:t> </a:t>
            </a:r>
            <a:r>
              <a:rPr dirty="0" sz="350">
                <a:solidFill>
                  <a:srgbClr val="7F7F7F"/>
                </a:solidFill>
                <a:latin typeface="Lucida Sans Unicode"/>
                <a:cs typeface="Lucida Sans Unicode"/>
              </a:rPr>
              <a:t>to</a:t>
            </a:r>
            <a:r>
              <a:rPr dirty="0" sz="350" spc="25">
                <a:solidFill>
                  <a:srgbClr val="7F7F7F"/>
                </a:solidFill>
                <a:latin typeface="Lucida Sans Unicode"/>
                <a:cs typeface="Lucida Sans Unicode"/>
              </a:rPr>
              <a:t> </a:t>
            </a:r>
            <a:r>
              <a:rPr dirty="0" sz="350" spc="-20">
                <a:solidFill>
                  <a:srgbClr val="7F7F7F"/>
                </a:solidFill>
                <a:latin typeface="Lucida Sans Unicode"/>
                <a:cs typeface="Lucida Sans Unicode"/>
              </a:rPr>
              <a:t>open</a:t>
            </a:r>
            <a:r>
              <a:rPr dirty="0" sz="350" spc="500">
                <a:solidFill>
                  <a:srgbClr val="7F7F7F"/>
                </a:solidFill>
                <a:latin typeface="Lucida Sans Unicode"/>
                <a:cs typeface="Lucida Sans Unicode"/>
              </a:rPr>
              <a:t> </a:t>
            </a:r>
            <a:r>
              <a:rPr dirty="0" sz="350">
                <a:solidFill>
                  <a:srgbClr val="7F7F7F"/>
                </a:solidFill>
                <a:latin typeface="Lucida Sans Unicode"/>
                <a:cs typeface="Lucida Sans Unicode"/>
              </a:rPr>
              <a:t>the</a:t>
            </a:r>
            <a:r>
              <a:rPr dirty="0" sz="350" spc="25">
                <a:solidFill>
                  <a:srgbClr val="7F7F7F"/>
                </a:solidFill>
                <a:latin typeface="Lucida Sans Unicode"/>
                <a:cs typeface="Lucida Sans Unicode"/>
              </a:rPr>
              <a:t> </a:t>
            </a:r>
            <a:r>
              <a:rPr dirty="0" sz="350">
                <a:solidFill>
                  <a:srgbClr val="7F7F7F"/>
                </a:solidFill>
                <a:latin typeface="Lucida Sans Unicode"/>
                <a:cs typeface="Lucida Sans Unicode"/>
              </a:rPr>
              <a:t>image,</a:t>
            </a:r>
            <a:r>
              <a:rPr dirty="0" sz="350" spc="25">
                <a:solidFill>
                  <a:srgbClr val="7F7F7F"/>
                </a:solidFill>
                <a:latin typeface="Lucida Sans Unicode"/>
                <a:cs typeface="Lucida Sans Unicode"/>
              </a:rPr>
              <a:t> </a:t>
            </a:r>
            <a:r>
              <a:rPr dirty="0" sz="350">
                <a:solidFill>
                  <a:srgbClr val="7F7F7F"/>
                </a:solidFill>
                <a:latin typeface="Lucida Sans Unicode"/>
                <a:cs typeface="Lucida Sans Unicode"/>
              </a:rPr>
              <a:t>or</a:t>
            </a:r>
            <a:r>
              <a:rPr dirty="0" sz="350" spc="25">
                <a:solidFill>
                  <a:srgbClr val="7F7F7F"/>
                </a:solidFill>
                <a:latin typeface="Lucida Sans Unicode"/>
                <a:cs typeface="Lucida Sans Unicode"/>
              </a:rPr>
              <a:t> </a:t>
            </a:r>
            <a:r>
              <a:rPr dirty="0" sz="350" spc="-25">
                <a:solidFill>
                  <a:srgbClr val="7F7F7F"/>
                </a:solidFill>
                <a:latin typeface="Lucida Sans Unicode"/>
                <a:cs typeface="Lucida Sans Unicode"/>
              </a:rPr>
              <a:t>the</a:t>
            </a:r>
            <a:r>
              <a:rPr dirty="0" sz="350" spc="500">
                <a:solidFill>
                  <a:srgbClr val="7F7F7F"/>
                </a:solidFill>
                <a:latin typeface="Lucida Sans Unicode"/>
                <a:cs typeface="Lucida Sans Unicode"/>
              </a:rPr>
              <a:t> </a:t>
            </a:r>
            <a:r>
              <a:rPr dirty="0" sz="350">
                <a:solidFill>
                  <a:srgbClr val="7F7F7F"/>
                </a:solidFill>
                <a:latin typeface="Lucida Sans Unicode"/>
                <a:cs typeface="Lucida Sans Unicode"/>
              </a:rPr>
              <a:t>image</a:t>
            </a:r>
            <a:r>
              <a:rPr dirty="0" sz="350" spc="15">
                <a:solidFill>
                  <a:srgbClr val="7F7F7F"/>
                </a:solidFill>
                <a:latin typeface="Lucida Sans Unicode"/>
                <a:cs typeface="Lucida Sans Unicode"/>
              </a:rPr>
              <a:t> </a:t>
            </a:r>
            <a:r>
              <a:rPr dirty="0" sz="350">
                <a:solidFill>
                  <a:srgbClr val="7F7F7F"/>
                </a:solidFill>
                <a:latin typeface="Lucida Sans Unicode"/>
                <a:cs typeface="Lucida Sans Unicode"/>
              </a:rPr>
              <a:t>may</a:t>
            </a:r>
            <a:r>
              <a:rPr dirty="0" sz="350" spc="15">
                <a:solidFill>
                  <a:srgbClr val="7F7F7F"/>
                </a:solidFill>
                <a:latin typeface="Lucida Sans Unicode"/>
                <a:cs typeface="Lucida Sans Unicode"/>
              </a:rPr>
              <a:t> </a:t>
            </a:r>
            <a:r>
              <a:rPr dirty="0" sz="350" spc="-20">
                <a:solidFill>
                  <a:srgbClr val="7F7F7F"/>
                </a:solidFill>
                <a:latin typeface="Lucida Sans Unicode"/>
                <a:cs typeface="Lucida Sans Unicode"/>
              </a:rPr>
              <a:t>have</a:t>
            </a:r>
            <a:r>
              <a:rPr dirty="0" sz="350" spc="500">
                <a:solidFill>
                  <a:srgbClr val="7F7F7F"/>
                </a:solidFill>
                <a:latin typeface="Lucida Sans Unicode"/>
                <a:cs typeface="Lucida Sans Unicode"/>
              </a:rPr>
              <a:t> </a:t>
            </a:r>
            <a:r>
              <a:rPr dirty="0" sz="350">
                <a:solidFill>
                  <a:srgbClr val="7F7F7F"/>
                </a:solidFill>
                <a:latin typeface="Lucida Sans Unicode"/>
                <a:cs typeface="Lucida Sans Unicode"/>
              </a:rPr>
              <a:t>been</a:t>
            </a:r>
            <a:r>
              <a:rPr dirty="0" sz="350" spc="10">
                <a:solidFill>
                  <a:srgbClr val="7F7F7F"/>
                </a:solidFill>
                <a:latin typeface="Lucida Sans Unicode"/>
                <a:cs typeface="Lucida Sans Unicode"/>
              </a:rPr>
              <a:t> </a:t>
            </a:r>
            <a:r>
              <a:rPr dirty="0" sz="350" spc="-10">
                <a:solidFill>
                  <a:srgbClr val="7F7F7F"/>
                </a:solidFill>
                <a:latin typeface="Lucida Sans Unicode"/>
                <a:cs typeface="Lucida Sans Unicode"/>
              </a:rPr>
              <a:t>corrupted.</a:t>
            </a:r>
            <a:endParaRPr sz="350">
              <a:latin typeface="Lucida Sans Unicode"/>
              <a:cs typeface="Lucida Sans Unicode"/>
            </a:endParaRPr>
          </a:p>
          <a:p>
            <a:pPr marL="243204" marR="42545">
              <a:lnSpc>
                <a:spcPct val="100000"/>
              </a:lnSpc>
              <a:spcBef>
                <a:spcPts val="40"/>
              </a:spcBef>
            </a:pPr>
            <a:r>
              <a:rPr dirty="0" sz="350">
                <a:solidFill>
                  <a:srgbClr val="7F7F7F"/>
                </a:solidFill>
                <a:latin typeface="Lucida Sans Unicode"/>
                <a:cs typeface="Lucida Sans Unicode"/>
              </a:rPr>
              <a:t>Restart</a:t>
            </a:r>
            <a:r>
              <a:rPr dirty="0" sz="350" spc="40">
                <a:solidFill>
                  <a:srgbClr val="7F7F7F"/>
                </a:solidFill>
                <a:latin typeface="Lucida Sans Unicode"/>
                <a:cs typeface="Lucida Sans Unicode"/>
              </a:rPr>
              <a:t> </a:t>
            </a:r>
            <a:r>
              <a:rPr dirty="0" sz="350" spc="-20">
                <a:solidFill>
                  <a:srgbClr val="7F7F7F"/>
                </a:solidFill>
                <a:latin typeface="Lucida Sans Unicode"/>
                <a:cs typeface="Lucida Sans Unicode"/>
              </a:rPr>
              <a:t>your</a:t>
            </a:r>
            <a:r>
              <a:rPr dirty="0" sz="350" spc="500">
                <a:solidFill>
                  <a:srgbClr val="7F7F7F"/>
                </a:solidFill>
                <a:latin typeface="Lucida Sans Unicode"/>
                <a:cs typeface="Lucida Sans Unicode"/>
              </a:rPr>
              <a:t> </a:t>
            </a:r>
            <a:r>
              <a:rPr dirty="0" sz="350">
                <a:solidFill>
                  <a:srgbClr val="7F7F7F"/>
                </a:solidFill>
                <a:latin typeface="Lucida Sans Unicode"/>
                <a:cs typeface="Lucida Sans Unicode"/>
              </a:rPr>
              <a:t>computer,</a:t>
            </a:r>
            <a:r>
              <a:rPr dirty="0" sz="350" spc="55">
                <a:solidFill>
                  <a:srgbClr val="7F7F7F"/>
                </a:solidFill>
                <a:latin typeface="Lucida Sans Unicode"/>
                <a:cs typeface="Lucida Sans Unicode"/>
              </a:rPr>
              <a:t> </a:t>
            </a:r>
            <a:r>
              <a:rPr dirty="0" sz="350" spc="-25">
                <a:solidFill>
                  <a:srgbClr val="7F7F7F"/>
                </a:solidFill>
                <a:latin typeface="Lucida Sans Unicode"/>
                <a:cs typeface="Lucida Sans Unicode"/>
              </a:rPr>
              <a:t>and</a:t>
            </a:r>
            <a:r>
              <a:rPr dirty="0" sz="350" spc="500">
                <a:solidFill>
                  <a:srgbClr val="7F7F7F"/>
                </a:solidFill>
                <a:latin typeface="Lucida Sans Unicode"/>
                <a:cs typeface="Lucida Sans Unicode"/>
              </a:rPr>
              <a:t> </a:t>
            </a:r>
            <a:r>
              <a:rPr dirty="0" sz="350">
                <a:solidFill>
                  <a:srgbClr val="7F7F7F"/>
                </a:solidFill>
                <a:latin typeface="Lucida Sans Unicode"/>
                <a:cs typeface="Lucida Sans Unicode"/>
              </a:rPr>
              <a:t>then</a:t>
            </a:r>
            <a:r>
              <a:rPr dirty="0" sz="350" spc="20">
                <a:solidFill>
                  <a:srgbClr val="7F7F7F"/>
                </a:solidFill>
                <a:latin typeface="Lucida Sans Unicode"/>
                <a:cs typeface="Lucida Sans Unicode"/>
              </a:rPr>
              <a:t> </a:t>
            </a:r>
            <a:r>
              <a:rPr dirty="0" sz="350">
                <a:solidFill>
                  <a:srgbClr val="7F7F7F"/>
                </a:solidFill>
                <a:latin typeface="Lucida Sans Unicode"/>
                <a:cs typeface="Lucida Sans Unicode"/>
              </a:rPr>
              <a:t>open</a:t>
            </a:r>
            <a:r>
              <a:rPr dirty="0" sz="350" spc="25">
                <a:solidFill>
                  <a:srgbClr val="7F7F7F"/>
                </a:solidFill>
                <a:latin typeface="Lucida Sans Unicode"/>
                <a:cs typeface="Lucida Sans Unicode"/>
              </a:rPr>
              <a:t> </a:t>
            </a:r>
            <a:r>
              <a:rPr dirty="0" sz="350">
                <a:solidFill>
                  <a:srgbClr val="7F7F7F"/>
                </a:solidFill>
                <a:latin typeface="Lucida Sans Unicode"/>
                <a:cs typeface="Lucida Sans Unicode"/>
              </a:rPr>
              <a:t>the</a:t>
            </a:r>
            <a:r>
              <a:rPr dirty="0" sz="350" spc="25">
                <a:solidFill>
                  <a:srgbClr val="7F7F7F"/>
                </a:solidFill>
                <a:latin typeface="Lucida Sans Unicode"/>
                <a:cs typeface="Lucida Sans Unicode"/>
              </a:rPr>
              <a:t> </a:t>
            </a:r>
            <a:r>
              <a:rPr dirty="0" sz="350" spc="-20">
                <a:solidFill>
                  <a:srgbClr val="7F7F7F"/>
                </a:solidFill>
                <a:latin typeface="Lucida Sans Unicode"/>
                <a:cs typeface="Lucida Sans Unicode"/>
              </a:rPr>
              <a:t>file</a:t>
            </a:r>
            <a:r>
              <a:rPr dirty="0" sz="350" spc="500">
                <a:solidFill>
                  <a:srgbClr val="7F7F7F"/>
                </a:solidFill>
                <a:latin typeface="Lucida Sans Unicode"/>
                <a:cs typeface="Lucida Sans Unicode"/>
              </a:rPr>
              <a:t> </a:t>
            </a:r>
            <a:r>
              <a:rPr dirty="0" sz="350">
                <a:solidFill>
                  <a:srgbClr val="7F7F7F"/>
                </a:solidFill>
                <a:latin typeface="Lucida Sans Unicode"/>
                <a:cs typeface="Lucida Sans Unicode"/>
              </a:rPr>
              <a:t>again.</a:t>
            </a:r>
            <a:r>
              <a:rPr dirty="0" sz="350" spc="20">
                <a:solidFill>
                  <a:srgbClr val="7F7F7F"/>
                </a:solidFill>
                <a:latin typeface="Lucida Sans Unicode"/>
                <a:cs typeface="Lucida Sans Unicode"/>
              </a:rPr>
              <a:t> </a:t>
            </a:r>
            <a:r>
              <a:rPr dirty="0" sz="350">
                <a:solidFill>
                  <a:srgbClr val="7F7F7F"/>
                </a:solidFill>
                <a:latin typeface="Lucida Sans Unicode"/>
                <a:cs typeface="Lucida Sans Unicode"/>
              </a:rPr>
              <a:t>If</a:t>
            </a:r>
            <a:r>
              <a:rPr dirty="0" sz="350" spc="20">
                <a:solidFill>
                  <a:srgbClr val="7F7F7F"/>
                </a:solidFill>
                <a:latin typeface="Lucida Sans Unicode"/>
                <a:cs typeface="Lucida Sans Unicode"/>
              </a:rPr>
              <a:t> </a:t>
            </a:r>
            <a:r>
              <a:rPr dirty="0" sz="350">
                <a:solidFill>
                  <a:srgbClr val="7F7F7F"/>
                </a:solidFill>
                <a:latin typeface="Lucida Sans Unicode"/>
                <a:cs typeface="Lucida Sans Unicode"/>
              </a:rPr>
              <a:t>the</a:t>
            </a:r>
            <a:r>
              <a:rPr dirty="0" sz="350" spc="25">
                <a:solidFill>
                  <a:srgbClr val="7F7F7F"/>
                </a:solidFill>
                <a:latin typeface="Lucida Sans Unicode"/>
                <a:cs typeface="Lucida Sans Unicode"/>
              </a:rPr>
              <a:t> </a:t>
            </a:r>
            <a:r>
              <a:rPr dirty="0" sz="350">
                <a:solidFill>
                  <a:srgbClr val="7F7F7F"/>
                </a:solidFill>
                <a:latin typeface="Lucida Sans Unicode"/>
                <a:cs typeface="Lucida Sans Unicode"/>
              </a:rPr>
              <a:t>red</a:t>
            </a:r>
            <a:r>
              <a:rPr dirty="0" sz="350" spc="20">
                <a:solidFill>
                  <a:srgbClr val="7F7F7F"/>
                </a:solidFill>
                <a:latin typeface="Lucida Sans Unicode"/>
                <a:cs typeface="Lucida Sans Unicode"/>
              </a:rPr>
              <a:t> </a:t>
            </a:r>
            <a:r>
              <a:rPr dirty="0" sz="350" spc="-50">
                <a:solidFill>
                  <a:srgbClr val="7F7F7F"/>
                </a:solidFill>
                <a:latin typeface="Lucida Sans Unicode"/>
                <a:cs typeface="Lucida Sans Unicode"/>
              </a:rPr>
              <a:t>x</a:t>
            </a:r>
            <a:r>
              <a:rPr dirty="0" sz="350" spc="500">
                <a:solidFill>
                  <a:srgbClr val="7F7F7F"/>
                </a:solidFill>
                <a:latin typeface="Lucida Sans Unicode"/>
                <a:cs typeface="Lucida Sans Unicode"/>
              </a:rPr>
              <a:t> </a:t>
            </a:r>
            <a:r>
              <a:rPr dirty="0" sz="350">
                <a:solidFill>
                  <a:srgbClr val="7F7F7F"/>
                </a:solidFill>
                <a:latin typeface="Lucida Sans Unicode"/>
                <a:cs typeface="Lucida Sans Unicode"/>
              </a:rPr>
              <a:t>still</a:t>
            </a:r>
            <a:r>
              <a:rPr dirty="0" sz="350" spc="30">
                <a:solidFill>
                  <a:srgbClr val="7F7F7F"/>
                </a:solidFill>
                <a:latin typeface="Lucida Sans Unicode"/>
                <a:cs typeface="Lucida Sans Unicode"/>
              </a:rPr>
              <a:t> </a:t>
            </a:r>
            <a:r>
              <a:rPr dirty="0" sz="350">
                <a:solidFill>
                  <a:srgbClr val="7F7F7F"/>
                </a:solidFill>
                <a:latin typeface="Lucida Sans Unicode"/>
                <a:cs typeface="Lucida Sans Unicode"/>
              </a:rPr>
              <a:t>appears,</a:t>
            </a:r>
            <a:r>
              <a:rPr dirty="0" sz="350" spc="35">
                <a:solidFill>
                  <a:srgbClr val="7F7F7F"/>
                </a:solidFill>
                <a:latin typeface="Lucida Sans Unicode"/>
                <a:cs typeface="Lucida Sans Unicode"/>
              </a:rPr>
              <a:t> </a:t>
            </a:r>
            <a:r>
              <a:rPr dirty="0" sz="350" spc="-25">
                <a:solidFill>
                  <a:srgbClr val="7F7F7F"/>
                </a:solidFill>
                <a:latin typeface="Lucida Sans Unicode"/>
                <a:cs typeface="Lucida Sans Unicode"/>
              </a:rPr>
              <a:t>you</a:t>
            </a:r>
            <a:r>
              <a:rPr dirty="0" sz="350" spc="500">
                <a:solidFill>
                  <a:srgbClr val="7F7F7F"/>
                </a:solidFill>
                <a:latin typeface="Lucida Sans Unicode"/>
                <a:cs typeface="Lucida Sans Unicode"/>
              </a:rPr>
              <a:t> </a:t>
            </a:r>
            <a:r>
              <a:rPr dirty="0" sz="350">
                <a:solidFill>
                  <a:srgbClr val="7F7F7F"/>
                </a:solidFill>
                <a:latin typeface="Lucida Sans Unicode"/>
                <a:cs typeface="Lucida Sans Unicode"/>
              </a:rPr>
              <a:t>may</a:t>
            </a:r>
            <a:r>
              <a:rPr dirty="0" sz="350" spc="25">
                <a:solidFill>
                  <a:srgbClr val="7F7F7F"/>
                </a:solidFill>
                <a:latin typeface="Lucida Sans Unicode"/>
                <a:cs typeface="Lucida Sans Unicode"/>
              </a:rPr>
              <a:t> </a:t>
            </a:r>
            <a:r>
              <a:rPr dirty="0" sz="350">
                <a:solidFill>
                  <a:srgbClr val="7F7F7F"/>
                </a:solidFill>
                <a:latin typeface="Lucida Sans Unicode"/>
                <a:cs typeface="Lucida Sans Unicode"/>
              </a:rPr>
              <a:t>have</a:t>
            </a:r>
            <a:r>
              <a:rPr dirty="0" sz="350" spc="25">
                <a:solidFill>
                  <a:srgbClr val="7F7F7F"/>
                </a:solidFill>
                <a:latin typeface="Lucida Sans Unicode"/>
                <a:cs typeface="Lucida Sans Unicode"/>
              </a:rPr>
              <a:t> </a:t>
            </a:r>
            <a:r>
              <a:rPr dirty="0" sz="350" spc="-25">
                <a:solidFill>
                  <a:srgbClr val="7F7F7F"/>
                </a:solidFill>
                <a:latin typeface="Lucida Sans Unicode"/>
                <a:cs typeface="Lucida Sans Unicode"/>
              </a:rPr>
              <a:t>to</a:t>
            </a:r>
            <a:r>
              <a:rPr dirty="0" sz="350" spc="500">
                <a:solidFill>
                  <a:srgbClr val="7F7F7F"/>
                </a:solidFill>
                <a:latin typeface="Lucida Sans Unicode"/>
                <a:cs typeface="Lucida Sans Unicode"/>
              </a:rPr>
              <a:t> </a:t>
            </a:r>
            <a:r>
              <a:rPr dirty="0" sz="350">
                <a:solidFill>
                  <a:srgbClr val="7F7F7F"/>
                </a:solidFill>
                <a:latin typeface="Lucida Sans Unicode"/>
                <a:cs typeface="Lucida Sans Unicode"/>
              </a:rPr>
              <a:t>delete</a:t>
            </a:r>
            <a:r>
              <a:rPr dirty="0" sz="350" spc="15">
                <a:solidFill>
                  <a:srgbClr val="7F7F7F"/>
                </a:solidFill>
                <a:latin typeface="Lucida Sans Unicode"/>
                <a:cs typeface="Lucida Sans Unicode"/>
              </a:rPr>
              <a:t> </a:t>
            </a:r>
            <a:r>
              <a:rPr dirty="0" sz="350">
                <a:solidFill>
                  <a:srgbClr val="7F7F7F"/>
                </a:solidFill>
                <a:latin typeface="Lucida Sans Unicode"/>
                <a:cs typeface="Lucida Sans Unicode"/>
              </a:rPr>
              <a:t>the</a:t>
            </a:r>
            <a:r>
              <a:rPr dirty="0" sz="350" spc="15">
                <a:solidFill>
                  <a:srgbClr val="7F7F7F"/>
                </a:solidFill>
                <a:latin typeface="Lucida Sans Unicode"/>
                <a:cs typeface="Lucida Sans Unicode"/>
              </a:rPr>
              <a:t> </a:t>
            </a:r>
            <a:r>
              <a:rPr dirty="0" sz="350" spc="-10">
                <a:solidFill>
                  <a:srgbClr val="7F7F7F"/>
                </a:solidFill>
                <a:latin typeface="Lucida Sans Unicode"/>
                <a:cs typeface="Lucida Sans Unicode"/>
              </a:rPr>
              <a:t>image</a:t>
            </a:r>
            <a:r>
              <a:rPr dirty="0" sz="350" spc="500">
                <a:solidFill>
                  <a:srgbClr val="7F7F7F"/>
                </a:solidFill>
                <a:latin typeface="Lucida Sans Unicode"/>
                <a:cs typeface="Lucida Sans Unicode"/>
              </a:rPr>
              <a:t> </a:t>
            </a:r>
            <a:r>
              <a:rPr dirty="0" sz="350">
                <a:solidFill>
                  <a:srgbClr val="7F7F7F"/>
                </a:solidFill>
                <a:latin typeface="Lucida Sans Unicode"/>
                <a:cs typeface="Lucida Sans Unicode"/>
              </a:rPr>
              <a:t>and</a:t>
            </a:r>
            <a:r>
              <a:rPr dirty="0" sz="350" spc="30">
                <a:solidFill>
                  <a:srgbClr val="7F7F7F"/>
                </a:solidFill>
                <a:latin typeface="Lucida Sans Unicode"/>
                <a:cs typeface="Lucida Sans Unicode"/>
              </a:rPr>
              <a:t> </a:t>
            </a:r>
            <a:r>
              <a:rPr dirty="0" sz="350">
                <a:solidFill>
                  <a:srgbClr val="7F7F7F"/>
                </a:solidFill>
                <a:latin typeface="Lucida Sans Unicode"/>
                <a:cs typeface="Lucida Sans Unicode"/>
              </a:rPr>
              <a:t>then</a:t>
            </a:r>
            <a:r>
              <a:rPr dirty="0" sz="350" spc="30">
                <a:solidFill>
                  <a:srgbClr val="7F7F7F"/>
                </a:solidFill>
                <a:latin typeface="Lucida Sans Unicode"/>
                <a:cs typeface="Lucida Sans Unicode"/>
              </a:rPr>
              <a:t> </a:t>
            </a:r>
            <a:r>
              <a:rPr dirty="0" sz="350">
                <a:solidFill>
                  <a:srgbClr val="7F7F7F"/>
                </a:solidFill>
                <a:latin typeface="Lucida Sans Unicode"/>
                <a:cs typeface="Lucida Sans Unicode"/>
              </a:rPr>
              <a:t>insert</a:t>
            </a:r>
            <a:r>
              <a:rPr dirty="0" sz="350" spc="30">
                <a:solidFill>
                  <a:srgbClr val="7F7F7F"/>
                </a:solidFill>
                <a:latin typeface="Lucida Sans Unicode"/>
                <a:cs typeface="Lucida Sans Unicode"/>
              </a:rPr>
              <a:t> </a:t>
            </a:r>
            <a:r>
              <a:rPr dirty="0" sz="350" spc="-25">
                <a:solidFill>
                  <a:srgbClr val="7F7F7F"/>
                </a:solidFill>
                <a:latin typeface="Lucida Sans Unicode"/>
                <a:cs typeface="Lucida Sans Unicode"/>
              </a:rPr>
              <a:t>it</a:t>
            </a:r>
            <a:endParaRPr sz="350">
              <a:latin typeface="Lucida Sans Unicode"/>
              <a:cs typeface="Lucida Sans Unicode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7745061" y="2325809"/>
            <a:ext cx="1034415" cy="1086485"/>
            <a:chOff x="7745061" y="2325809"/>
            <a:chExt cx="1034415" cy="1086485"/>
          </a:xfrm>
        </p:grpSpPr>
        <p:sp>
          <p:nvSpPr>
            <p:cNvPr id="42" name="object 42"/>
            <p:cNvSpPr/>
            <p:nvPr/>
          </p:nvSpPr>
          <p:spPr>
            <a:xfrm>
              <a:off x="8388116" y="2811848"/>
              <a:ext cx="389255" cy="258445"/>
            </a:xfrm>
            <a:custGeom>
              <a:avLst/>
              <a:gdLst/>
              <a:ahLst/>
              <a:cxnLst/>
              <a:rect l="l" t="t" r="r" b="b"/>
              <a:pathLst>
                <a:path w="389254" h="258444">
                  <a:moveTo>
                    <a:pt x="370283" y="0"/>
                  </a:moveTo>
                  <a:lnTo>
                    <a:pt x="355473" y="6446"/>
                  </a:lnTo>
                  <a:lnTo>
                    <a:pt x="351769" y="25786"/>
                  </a:lnTo>
                  <a:lnTo>
                    <a:pt x="355473" y="45125"/>
                  </a:lnTo>
                  <a:lnTo>
                    <a:pt x="370283" y="51572"/>
                  </a:lnTo>
                  <a:lnTo>
                    <a:pt x="383244" y="45125"/>
                  </a:lnTo>
                  <a:lnTo>
                    <a:pt x="388797" y="25786"/>
                  </a:lnTo>
                  <a:lnTo>
                    <a:pt x="383244" y="6446"/>
                  </a:lnTo>
                  <a:lnTo>
                    <a:pt x="370283" y="0"/>
                  </a:lnTo>
                  <a:close/>
                </a:path>
                <a:path w="389254" h="258444">
                  <a:moveTo>
                    <a:pt x="248090" y="176207"/>
                  </a:moveTo>
                  <a:lnTo>
                    <a:pt x="229576" y="176207"/>
                  </a:lnTo>
                  <a:lnTo>
                    <a:pt x="211061" y="195548"/>
                  </a:lnTo>
                  <a:lnTo>
                    <a:pt x="205507" y="221334"/>
                  </a:lnTo>
                  <a:lnTo>
                    <a:pt x="211061" y="244971"/>
                  </a:lnTo>
                  <a:lnTo>
                    <a:pt x="229576" y="257864"/>
                  </a:lnTo>
                  <a:lnTo>
                    <a:pt x="248090" y="257864"/>
                  </a:lnTo>
                  <a:lnTo>
                    <a:pt x="262901" y="244971"/>
                  </a:lnTo>
                  <a:lnTo>
                    <a:pt x="266604" y="221334"/>
                  </a:lnTo>
                  <a:lnTo>
                    <a:pt x="262901" y="195548"/>
                  </a:lnTo>
                  <a:lnTo>
                    <a:pt x="248090" y="176207"/>
                  </a:lnTo>
                  <a:close/>
                </a:path>
                <a:path w="389254" h="258444">
                  <a:moveTo>
                    <a:pt x="242535" y="0"/>
                  </a:moveTo>
                  <a:lnTo>
                    <a:pt x="229576" y="6446"/>
                  </a:lnTo>
                  <a:lnTo>
                    <a:pt x="220319" y="25786"/>
                  </a:lnTo>
                  <a:lnTo>
                    <a:pt x="229576" y="45125"/>
                  </a:lnTo>
                  <a:lnTo>
                    <a:pt x="242535" y="51572"/>
                  </a:lnTo>
                  <a:lnTo>
                    <a:pt x="251792" y="45125"/>
                  </a:lnTo>
                  <a:lnTo>
                    <a:pt x="262901" y="25786"/>
                  </a:lnTo>
                  <a:lnTo>
                    <a:pt x="251792" y="6446"/>
                  </a:lnTo>
                  <a:lnTo>
                    <a:pt x="242535" y="0"/>
                  </a:lnTo>
                  <a:close/>
                </a:path>
                <a:path w="389254" h="258444">
                  <a:moveTo>
                    <a:pt x="361026" y="189101"/>
                  </a:moveTo>
                  <a:lnTo>
                    <a:pt x="346215" y="195548"/>
                  </a:lnTo>
                  <a:lnTo>
                    <a:pt x="340660" y="214887"/>
                  </a:lnTo>
                  <a:lnTo>
                    <a:pt x="346215" y="232078"/>
                  </a:lnTo>
                  <a:lnTo>
                    <a:pt x="361026" y="238525"/>
                  </a:lnTo>
                  <a:lnTo>
                    <a:pt x="373987" y="232078"/>
                  </a:lnTo>
                  <a:lnTo>
                    <a:pt x="379540" y="214887"/>
                  </a:lnTo>
                  <a:lnTo>
                    <a:pt x="373987" y="195548"/>
                  </a:lnTo>
                  <a:lnTo>
                    <a:pt x="361026" y="189101"/>
                  </a:lnTo>
                  <a:close/>
                </a:path>
                <a:path w="389254" h="258444">
                  <a:moveTo>
                    <a:pt x="33326" y="214887"/>
                  </a:moveTo>
                  <a:lnTo>
                    <a:pt x="18515" y="214887"/>
                  </a:lnTo>
                  <a:lnTo>
                    <a:pt x="14812" y="225632"/>
                  </a:lnTo>
                  <a:lnTo>
                    <a:pt x="18515" y="244971"/>
                  </a:lnTo>
                  <a:lnTo>
                    <a:pt x="33326" y="244971"/>
                  </a:lnTo>
                  <a:lnTo>
                    <a:pt x="37028" y="225632"/>
                  </a:lnTo>
                  <a:lnTo>
                    <a:pt x="33326" y="214887"/>
                  </a:lnTo>
                  <a:close/>
                </a:path>
                <a:path w="389254" h="258444">
                  <a:moveTo>
                    <a:pt x="18515" y="0"/>
                  </a:moveTo>
                  <a:lnTo>
                    <a:pt x="5553" y="6446"/>
                  </a:lnTo>
                  <a:lnTo>
                    <a:pt x="0" y="25786"/>
                  </a:lnTo>
                  <a:lnTo>
                    <a:pt x="5553" y="45125"/>
                  </a:lnTo>
                  <a:lnTo>
                    <a:pt x="18515" y="51572"/>
                  </a:lnTo>
                  <a:lnTo>
                    <a:pt x="33326" y="45125"/>
                  </a:lnTo>
                  <a:lnTo>
                    <a:pt x="37028" y="25786"/>
                  </a:lnTo>
                  <a:lnTo>
                    <a:pt x="33326" y="6446"/>
                  </a:lnTo>
                  <a:lnTo>
                    <a:pt x="18515" y="0"/>
                  </a:lnTo>
                  <a:close/>
                </a:path>
              </a:pathLst>
            </a:custGeom>
            <a:solidFill>
              <a:srgbClr val="22222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8739886" y="2811848"/>
              <a:ext cx="37465" cy="52069"/>
            </a:xfrm>
            <a:custGeom>
              <a:avLst/>
              <a:gdLst/>
              <a:ahLst/>
              <a:cxnLst/>
              <a:rect l="l" t="t" r="r" b="b"/>
              <a:pathLst>
                <a:path w="37465" h="52069">
                  <a:moveTo>
                    <a:pt x="37029" y="25786"/>
                  </a:moveTo>
                  <a:lnTo>
                    <a:pt x="31473" y="45126"/>
                  </a:lnTo>
                  <a:lnTo>
                    <a:pt x="18514" y="51573"/>
                  </a:lnTo>
                  <a:lnTo>
                    <a:pt x="3702" y="45126"/>
                  </a:lnTo>
                  <a:lnTo>
                    <a:pt x="0" y="25786"/>
                  </a:lnTo>
                  <a:lnTo>
                    <a:pt x="3702" y="6446"/>
                  </a:lnTo>
                  <a:lnTo>
                    <a:pt x="18514" y="0"/>
                  </a:lnTo>
                  <a:lnTo>
                    <a:pt x="31473" y="6446"/>
                  </a:lnTo>
                  <a:lnTo>
                    <a:pt x="37029" y="25786"/>
                  </a:lnTo>
                  <a:close/>
                </a:path>
              </a:pathLst>
            </a:custGeom>
            <a:ln w="49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4" name="object 4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91160" y="2985591"/>
              <a:ext cx="66026" cy="86586"/>
            </a:xfrm>
            <a:prstGeom prst="rect">
              <a:avLst/>
            </a:prstGeom>
          </p:spPr>
        </p:pic>
        <p:sp>
          <p:nvSpPr>
            <p:cNvPr id="45" name="object 45"/>
            <p:cNvSpPr/>
            <p:nvPr/>
          </p:nvSpPr>
          <p:spPr>
            <a:xfrm>
              <a:off x="8388116" y="2811848"/>
              <a:ext cx="379730" cy="245110"/>
            </a:xfrm>
            <a:custGeom>
              <a:avLst/>
              <a:gdLst/>
              <a:ahLst/>
              <a:cxnLst/>
              <a:rect l="l" t="t" r="r" b="b"/>
              <a:pathLst>
                <a:path w="379729" h="245110">
                  <a:moveTo>
                    <a:pt x="262901" y="25786"/>
                  </a:moveTo>
                  <a:lnTo>
                    <a:pt x="251792" y="45126"/>
                  </a:lnTo>
                  <a:lnTo>
                    <a:pt x="242535" y="51573"/>
                  </a:lnTo>
                  <a:lnTo>
                    <a:pt x="229576" y="45126"/>
                  </a:lnTo>
                  <a:lnTo>
                    <a:pt x="220319" y="25786"/>
                  </a:lnTo>
                  <a:lnTo>
                    <a:pt x="229576" y="6446"/>
                  </a:lnTo>
                  <a:lnTo>
                    <a:pt x="242535" y="0"/>
                  </a:lnTo>
                  <a:lnTo>
                    <a:pt x="251792" y="6446"/>
                  </a:lnTo>
                  <a:lnTo>
                    <a:pt x="262901" y="25786"/>
                  </a:lnTo>
                  <a:close/>
                </a:path>
                <a:path w="379729" h="245110">
                  <a:moveTo>
                    <a:pt x="379540" y="214888"/>
                  </a:moveTo>
                  <a:lnTo>
                    <a:pt x="373986" y="232078"/>
                  </a:lnTo>
                  <a:lnTo>
                    <a:pt x="361027" y="238525"/>
                  </a:lnTo>
                  <a:lnTo>
                    <a:pt x="346214" y="232078"/>
                  </a:lnTo>
                  <a:lnTo>
                    <a:pt x="340660" y="214888"/>
                  </a:lnTo>
                  <a:lnTo>
                    <a:pt x="346214" y="195548"/>
                  </a:lnTo>
                  <a:lnTo>
                    <a:pt x="361027" y="189101"/>
                  </a:lnTo>
                  <a:lnTo>
                    <a:pt x="373986" y="195548"/>
                  </a:lnTo>
                  <a:lnTo>
                    <a:pt x="379540" y="214888"/>
                  </a:lnTo>
                  <a:close/>
                </a:path>
                <a:path w="379729" h="245110">
                  <a:moveTo>
                    <a:pt x="37028" y="225632"/>
                  </a:moveTo>
                  <a:lnTo>
                    <a:pt x="33325" y="244971"/>
                  </a:lnTo>
                  <a:lnTo>
                    <a:pt x="18515" y="244971"/>
                  </a:lnTo>
                  <a:lnTo>
                    <a:pt x="14811" y="225632"/>
                  </a:lnTo>
                  <a:lnTo>
                    <a:pt x="18515" y="214888"/>
                  </a:lnTo>
                  <a:lnTo>
                    <a:pt x="33325" y="214888"/>
                  </a:lnTo>
                  <a:lnTo>
                    <a:pt x="37028" y="225632"/>
                  </a:lnTo>
                  <a:close/>
                </a:path>
                <a:path w="379729" h="245110">
                  <a:moveTo>
                    <a:pt x="37028" y="25786"/>
                  </a:moveTo>
                  <a:lnTo>
                    <a:pt x="33325" y="45126"/>
                  </a:lnTo>
                  <a:lnTo>
                    <a:pt x="18515" y="51573"/>
                  </a:lnTo>
                  <a:lnTo>
                    <a:pt x="5554" y="45126"/>
                  </a:lnTo>
                  <a:lnTo>
                    <a:pt x="0" y="25786"/>
                  </a:lnTo>
                  <a:lnTo>
                    <a:pt x="5554" y="6446"/>
                  </a:lnTo>
                  <a:lnTo>
                    <a:pt x="18515" y="0"/>
                  </a:lnTo>
                  <a:lnTo>
                    <a:pt x="33325" y="6446"/>
                  </a:lnTo>
                  <a:lnTo>
                    <a:pt x="37028" y="25786"/>
                  </a:lnTo>
                  <a:close/>
                </a:path>
              </a:pathLst>
            </a:custGeom>
            <a:ln w="493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/>
            <p:cNvSpPr/>
            <p:nvPr/>
          </p:nvSpPr>
          <p:spPr>
            <a:xfrm>
              <a:off x="8378859" y="2328349"/>
              <a:ext cx="37465" cy="55880"/>
            </a:xfrm>
            <a:custGeom>
              <a:avLst/>
              <a:gdLst/>
              <a:ahLst/>
              <a:cxnLst/>
              <a:rect l="l" t="t" r="r" b="b"/>
              <a:pathLst>
                <a:path w="37465" h="55880">
                  <a:moveTo>
                    <a:pt x="18514" y="0"/>
                  </a:moveTo>
                  <a:lnTo>
                    <a:pt x="3703" y="12894"/>
                  </a:lnTo>
                  <a:lnTo>
                    <a:pt x="0" y="25787"/>
                  </a:lnTo>
                  <a:lnTo>
                    <a:pt x="3703" y="42978"/>
                  </a:lnTo>
                  <a:lnTo>
                    <a:pt x="18514" y="55871"/>
                  </a:lnTo>
                  <a:lnTo>
                    <a:pt x="33326" y="42978"/>
                  </a:lnTo>
                  <a:lnTo>
                    <a:pt x="37028" y="25787"/>
                  </a:lnTo>
                  <a:lnTo>
                    <a:pt x="33326" y="12894"/>
                  </a:lnTo>
                  <a:lnTo>
                    <a:pt x="18514" y="0"/>
                  </a:lnTo>
                  <a:close/>
                </a:path>
              </a:pathLst>
            </a:custGeom>
            <a:solidFill>
              <a:srgbClr val="22222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/>
            <p:cNvSpPr/>
            <p:nvPr/>
          </p:nvSpPr>
          <p:spPr>
            <a:xfrm>
              <a:off x="8378860" y="2328349"/>
              <a:ext cx="37465" cy="55880"/>
            </a:xfrm>
            <a:custGeom>
              <a:avLst/>
              <a:gdLst/>
              <a:ahLst/>
              <a:cxnLst/>
              <a:rect l="l" t="t" r="r" b="b"/>
              <a:pathLst>
                <a:path w="37465" h="55880">
                  <a:moveTo>
                    <a:pt x="0" y="25786"/>
                  </a:moveTo>
                  <a:lnTo>
                    <a:pt x="3701" y="12893"/>
                  </a:lnTo>
                  <a:lnTo>
                    <a:pt x="18513" y="0"/>
                  </a:lnTo>
                  <a:lnTo>
                    <a:pt x="33324" y="12893"/>
                  </a:lnTo>
                  <a:lnTo>
                    <a:pt x="37027" y="25786"/>
                  </a:lnTo>
                  <a:lnTo>
                    <a:pt x="33324" y="42978"/>
                  </a:lnTo>
                  <a:lnTo>
                    <a:pt x="18513" y="55871"/>
                  </a:lnTo>
                  <a:lnTo>
                    <a:pt x="3701" y="42978"/>
                  </a:lnTo>
                  <a:lnTo>
                    <a:pt x="0" y="25786"/>
                  </a:lnTo>
                  <a:close/>
                </a:path>
              </a:pathLst>
            </a:custGeom>
            <a:ln w="49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/>
            <p:cNvSpPr/>
            <p:nvPr/>
          </p:nvSpPr>
          <p:spPr>
            <a:xfrm>
              <a:off x="8728776" y="2541088"/>
              <a:ext cx="29845" cy="32384"/>
            </a:xfrm>
            <a:custGeom>
              <a:avLst/>
              <a:gdLst/>
              <a:ahLst/>
              <a:cxnLst/>
              <a:rect l="l" t="t" r="r" b="b"/>
              <a:pathLst>
                <a:path w="29845" h="32385">
                  <a:moveTo>
                    <a:pt x="20365" y="0"/>
                  </a:moveTo>
                  <a:lnTo>
                    <a:pt x="5554" y="0"/>
                  </a:lnTo>
                  <a:lnTo>
                    <a:pt x="0" y="12894"/>
                  </a:lnTo>
                  <a:lnTo>
                    <a:pt x="5554" y="32233"/>
                  </a:lnTo>
                  <a:lnTo>
                    <a:pt x="20365" y="32233"/>
                  </a:lnTo>
                  <a:lnTo>
                    <a:pt x="29624" y="12894"/>
                  </a:lnTo>
                  <a:lnTo>
                    <a:pt x="20365" y="0"/>
                  </a:lnTo>
                  <a:close/>
                </a:path>
              </a:pathLst>
            </a:custGeom>
            <a:solidFill>
              <a:srgbClr val="22222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/>
            <p:cNvSpPr/>
            <p:nvPr/>
          </p:nvSpPr>
          <p:spPr>
            <a:xfrm>
              <a:off x="8728776" y="2541088"/>
              <a:ext cx="29845" cy="32384"/>
            </a:xfrm>
            <a:custGeom>
              <a:avLst/>
              <a:gdLst/>
              <a:ahLst/>
              <a:cxnLst/>
              <a:rect l="l" t="t" r="r" b="b"/>
              <a:pathLst>
                <a:path w="29845" h="32385">
                  <a:moveTo>
                    <a:pt x="0" y="12893"/>
                  </a:moveTo>
                  <a:lnTo>
                    <a:pt x="5554" y="0"/>
                  </a:lnTo>
                  <a:lnTo>
                    <a:pt x="20365" y="0"/>
                  </a:lnTo>
                  <a:lnTo>
                    <a:pt x="29622" y="12893"/>
                  </a:lnTo>
                  <a:lnTo>
                    <a:pt x="20365" y="32233"/>
                  </a:lnTo>
                  <a:lnTo>
                    <a:pt x="5554" y="32233"/>
                  </a:lnTo>
                  <a:lnTo>
                    <a:pt x="0" y="12893"/>
                  </a:lnTo>
                  <a:close/>
                </a:path>
              </a:pathLst>
            </a:custGeom>
            <a:ln w="493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/>
            <p:cNvSpPr/>
            <p:nvPr/>
          </p:nvSpPr>
          <p:spPr>
            <a:xfrm>
              <a:off x="8728776" y="2328349"/>
              <a:ext cx="39370" cy="55880"/>
            </a:xfrm>
            <a:custGeom>
              <a:avLst/>
              <a:gdLst/>
              <a:ahLst/>
              <a:cxnLst/>
              <a:rect l="l" t="t" r="r" b="b"/>
              <a:pathLst>
                <a:path w="39370" h="55880">
                  <a:moveTo>
                    <a:pt x="20365" y="0"/>
                  </a:moveTo>
                  <a:lnTo>
                    <a:pt x="5554" y="12894"/>
                  </a:lnTo>
                  <a:lnTo>
                    <a:pt x="0" y="25787"/>
                  </a:lnTo>
                  <a:lnTo>
                    <a:pt x="5554" y="42978"/>
                  </a:lnTo>
                  <a:lnTo>
                    <a:pt x="20365" y="55871"/>
                  </a:lnTo>
                  <a:lnTo>
                    <a:pt x="33326" y="42978"/>
                  </a:lnTo>
                  <a:lnTo>
                    <a:pt x="38879" y="25787"/>
                  </a:lnTo>
                  <a:lnTo>
                    <a:pt x="33326" y="12894"/>
                  </a:lnTo>
                  <a:lnTo>
                    <a:pt x="20365" y="0"/>
                  </a:lnTo>
                  <a:close/>
                </a:path>
              </a:pathLst>
            </a:custGeom>
            <a:solidFill>
              <a:srgbClr val="22222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/>
            <p:cNvSpPr/>
            <p:nvPr/>
          </p:nvSpPr>
          <p:spPr>
            <a:xfrm>
              <a:off x="8728776" y="2328349"/>
              <a:ext cx="39370" cy="55880"/>
            </a:xfrm>
            <a:custGeom>
              <a:avLst/>
              <a:gdLst/>
              <a:ahLst/>
              <a:cxnLst/>
              <a:rect l="l" t="t" r="r" b="b"/>
              <a:pathLst>
                <a:path w="39370" h="55880">
                  <a:moveTo>
                    <a:pt x="0" y="25786"/>
                  </a:moveTo>
                  <a:lnTo>
                    <a:pt x="5554" y="12893"/>
                  </a:lnTo>
                  <a:lnTo>
                    <a:pt x="20365" y="0"/>
                  </a:lnTo>
                  <a:lnTo>
                    <a:pt x="33325" y="12893"/>
                  </a:lnTo>
                  <a:lnTo>
                    <a:pt x="38879" y="25786"/>
                  </a:lnTo>
                  <a:lnTo>
                    <a:pt x="33325" y="42978"/>
                  </a:lnTo>
                  <a:lnTo>
                    <a:pt x="20365" y="55871"/>
                  </a:lnTo>
                  <a:lnTo>
                    <a:pt x="5554" y="42978"/>
                  </a:lnTo>
                  <a:lnTo>
                    <a:pt x="0" y="25786"/>
                  </a:lnTo>
                  <a:close/>
                </a:path>
              </a:pathLst>
            </a:custGeom>
            <a:ln w="49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2" name="object 5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498587" y="2502092"/>
              <a:ext cx="64175" cy="86587"/>
            </a:xfrm>
            <a:prstGeom prst="rect">
              <a:avLst/>
            </a:prstGeom>
          </p:spPr>
        </p:pic>
        <p:sp>
          <p:nvSpPr>
            <p:cNvPr id="53" name="object 53"/>
            <p:cNvSpPr/>
            <p:nvPr/>
          </p:nvSpPr>
          <p:spPr>
            <a:xfrm>
              <a:off x="8388116" y="2517451"/>
              <a:ext cx="37465" cy="49530"/>
            </a:xfrm>
            <a:custGeom>
              <a:avLst/>
              <a:gdLst/>
              <a:ahLst/>
              <a:cxnLst/>
              <a:rect l="l" t="t" r="r" b="b"/>
              <a:pathLst>
                <a:path w="37465" h="49530">
                  <a:moveTo>
                    <a:pt x="18515" y="0"/>
                  </a:moveTo>
                  <a:lnTo>
                    <a:pt x="5553" y="6446"/>
                  </a:lnTo>
                  <a:lnTo>
                    <a:pt x="0" y="23637"/>
                  </a:lnTo>
                  <a:lnTo>
                    <a:pt x="5553" y="42978"/>
                  </a:lnTo>
                  <a:lnTo>
                    <a:pt x="18515" y="49424"/>
                  </a:lnTo>
                  <a:lnTo>
                    <a:pt x="33326" y="42978"/>
                  </a:lnTo>
                  <a:lnTo>
                    <a:pt x="37028" y="23637"/>
                  </a:lnTo>
                  <a:lnTo>
                    <a:pt x="33326" y="6446"/>
                  </a:lnTo>
                  <a:lnTo>
                    <a:pt x="18515" y="0"/>
                  </a:lnTo>
                  <a:close/>
                </a:path>
              </a:pathLst>
            </a:custGeom>
            <a:solidFill>
              <a:srgbClr val="22222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/>
            <p:cNvSpPr/>
            <p:nvPr/>
          </p:nvSpPr>
          <p:spPr>
            <a:xfrm>
              <a:off x="8388116" y="2517451"/>
              <a:ext cx="37465" cy="49530"/>
            </a:xfrm>
            <a:custGeom>
              <a:avLst/>
              <a:gdLst/>
              <a:ahLst/>
              <a:cxnLst/>
              <a:rect l="l" t="t" r="r" b="b"/>
              <a:pathLst>
                <a:path w="37465" h="49530">
                  <a:moveTo>
                    <a:pt x="0" y="23637"/>
                  </a:moveTo>
                  <a:lnTo>
                    <a:pt x="5554" y="6446"/>
                  </a:lnTo>
                  <a:lnTo>
                    <a:pt x="18515" y="0"/>
                  </a:lnTo>
                  <a:lnTo>
                    <a:pt x="33325" y="6446"/>
                  </a:lnTo>
                  <a:lnTo>
                    <a:pt x="37028" y="23637"/>
                  </a:lnTo>
                  <a:lnTo>
                    <a:pt x="33325" y="42978"/>
                  </a:lnTo>
                  <a:lnTo>
                    <a:pt x="18515" y="49424"/>
                  </a:lnTo>
                  <a:lnTo>
                    <a:pt x="5554" y="42978"/>
                  </a:lnTo>
                  <a:lnTo>
                    <a:pt x="0" y="23637"/>
                  </a:lnTo>
                  <a:close/>
                </a:path>
              </a:pathLst>
            </a:custGeom>
            <a:ln w="49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/>
            <p:cNvSpPr/>
            <p:nvPr/>
          </p:nvSpPr>
          <p:spPr>
            <a:xfrm>
              <a:off x="8510309" y="2328349"/>
              <a:ext cx="37465" cy="55880"/>
            </a:xfrm>
            <a:custGeom>
              <a:avLst/>
              <a:gdLst/>
              <a:ahLst/>
              <a:cxnLst/>
              <a:rect l="l" t="t" r="r" b="b"/>
              <a:pathLst>
                <a:path w="37465" h="55880">
                  <a:moveTo>
                    <a:pt x="18514" y="0"/>
                  </a:moveTo>
                  <a:lnTo>
                    <a:pt x="3703" y="12894"/>
                  </a:lnTo>
                  <a:lnTo>
                    <a:pt x="0" y="25787"/>
                  </a:lnTo>
                  <a:lnTo>
                    <a:pt x="3703" y="42978"/>
                  </a:lnTo>
                  <a:lnTo>
                    <a:pt x="18514" y="55871"/>
                  </a:lnTo>
                  <a:lnTo>
                    <a:pt x="31474" y="42978"/>
                  </a:lnTo>
                  <a:lnTo>
                    <a:pt x="37028" y="25787"/>
                  </a:lnTo>
                  <a:lnTo>
                    <a:pt x="31474" y="12894"/>
                  </a:lnTo>
                  <a:lnTo>
                    <a:pt x="18514" y="0"/>
                  </a:lnTo>
                  <a:close/>
                </a:path>
              </a:pathLst>
            </a:custGeom>
            <a:solidFill>
              <a:srgbClr val="22222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/>
            <p:cNvSpPr/>
            <p:nvPr/>
          </p:nvSpPr>
          <p:spPr>
            <a:xfrm>
              <a:off x="8510309" y="2328349"/>
              <a:ext cx="37465" cy="55880"/>
            </a:xfrm>
            <a:custGeom>
              <a:avLst/>
              <a:gdLst/>
              <a:ahLst/>
              <a:cxnLst/>
              <a:rect l="l" t="t" r="r" b="b"/>
              <a:pathLst>
                <a:path w="37465" h="55880">
                  <a:moveTo>
                    <a:pt x="0" y="25786"/>
                  </a:moveTo>
                  <a:lnTo>
                    <a:pt x="3703" y="12893"/>
                  </a:lnTo>
                  <a:lnTo>
                    <a:pt x="18514" y="0"/>
                  </a:lnTo>
                  <a:lnTo>
                    <a:pt x="31474" y="12893"/>
                  </a:lnTo>
                  <a:lnTo>
                    <a:pt x="37028" y="25786"/>
                  </a:lnTo>
                  <a:lnTo>
                    <a:pt x="31474" y="42978"/>
                  </a:lnTo>
                  <a:lnTo>
                    <a:pt x="18514" y="55871"/>
                  </a:lnTo>
                  <a:lnTo>
                    <a:pt x="3703" y="42978"/>
                  </a:lnTo>
                  <a:lnTo>
                    <a:pt x="0" y="25786"/>
                  </a:lnTo>
                  <a:close/>
                </a:path>
              </a:pathLst>
            </a:custGeom>
            <a:ln w="49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7" name="object 5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745061" y="3318668"/>
              <a:ext cx="69729" cy="86587"/>
            </a:xfrm>
            <a:prstGeom prst="rect">
              <a:avLst/>
            </a:prstGeom>
          </p:spPr>
        </p:pic>
        <p:pic>
          <p:nvPicPr>
            <p:cNvPr id="58" name="object 5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024625" y="3325115"/>
              <a:ext cx="75284" cy="86587"/>
            </a:xfrm>
            <a:prstGeom prst="rect">
              <a:avLst/>
            </a:prstGeom>
          </p:spPr>
        </p:pic>
        <p:pic>
          <p:nvPicPr>
            <p:cNvPr id="59" name="object 5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291229" y="3318668"/>
              <a:ext cx="71579" cy="86587"/>
            </a:xfrm>
            <a:prstGeom prst="rect">
              <a:avLst/>
            </a:prstGeom>
          </p:spPr>
        </p:pic>
        <p:pic>
          <p:nvPicPr>
            <p:cNvPr id="60" name="object 6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581901" y="3325115"/>
              <a:ext cx="71580" cy="86587"/>
            </a:xfrm>
            <a:prstGeom prst="rect">
              <a:avLst/>
            </a:prstGeom>
          </p:spPr>
        </p:pic>
      </p:grpSp>
      <p:sp>
        <p:nvSpPr>
          <p:cNvPr id="61" name="object 61"/>
          <p:cNvSpPr txBox="1"/>
          <p:nvPr/>
        </p:nvSpPr>
        <p:spPr>
          <a:xfrm>
            <a:off x="7738530" y="1793471"/>
            <a:ext cx="1007110" cy="21526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250" spc="-10" b="1">
                <a:latin typeface="Arial"/>
                <a:cs typeface="Arial"/>
              </a:rPr>
              <a:t>Oscilloscope</a:t>
            </a:r>
            <a:endParaRPr sz="1250">
              <a:latin typeface="Arial"/>
              <a:cs typeface="Arial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2039868" y="2070676"/>
            <a:ext cx="884555" cy="21526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250" i="1">
                <a:latin typeface="Arial"/>
                <a:cs typeface="Arial"/>
              </a:rPr>
              <a:t>files</a:t>
            </a:r>
            <a:r>
              <a:rPr dirty="0" sz="1250" spc="-35" i="1">
                <a:latin typeface="Arial"/>
                <a:cs typeface="Arial"/>
              </a:rPr>
              <a:t> </a:t>
            </a:r>
            <a:r>
              <a:rPr dirty="0" sz="1250" spc="-10" i="1">
                <a:latin typeface="Arial"/>
                <a:cs typeface="Arial"/>
              </a:rPr>
              <a:t>transfer</a:t>
            </a:r>
            <a:endParaRPr sz="1250">
              <a:latin typeface="Arial"/>
              <a:cs typeface="Arial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5788987" y="5940816"/>
            <a:ext cx="1384300" cy="21526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250" spc="-10" i="1">
                <a:latin typeface="Arial"/>
                <a:cs typeface="Arial"/>
              </a:rPr>
              <a:t>command</a:t>
            </a:r>
            <a:r>
              <a:rPr dirty="0" sz="1250" spc="-35" i="1">
                <a:latin typeface="Arial"/>
                <a:cs typeface="Arial"/>
              </a:rPr>
              <a:t> </a:t>
            </a:r>
            <a:r>
              <a:rPr dirty="0" sz="1250" spc="-10" i="1">
                <a:latin typeface="Arial"/>
                <a:cs typeface="Arial"/>
              </a:rPr>
              <a:t>emission</a:t>
            </a:r>
            <a:endParaRPr sz="1250">
              <a:latin typeface="Arial"/>
              <a:cs typeface="Arial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6227772" y="2253538"/>
            <a:ext cx="802640" cy="528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7780" marR="5080" indent="-5715">
              <a:lnSpc>
                <a:spcPct val="132000"/>
              </a:lnSpc>
              <a:spcBef>
                <a:spcPts val="100"/>
              </a:spcBef>
            </a:pPr>
            <a:r>
              <a:rPr dirty="0" sz="1250" i="1">
                <a:latin typeface="Arial"/>
                <a:cs typeface="Arial"/>
              </a:rPr>
              <a:t>Arm</a:t>
            </a:r>
            <a:r>
              <a:rPr dirty="0" sz="1250" spc="-30" i="1">
                <a:latin typeface="Arial"/>
                <a:cs typeface="Arial"/>
              </a:rPr>
              <a:t> </a:t>
            </a:r>
            <a:r>
              <a:rPr dirty="0" sz="1250" spc="-10" i="1">
                <a:latin typeface="Arial"/>
                <a:cs typeface="Arial"/>
              </a:rPr>
              <a:t>scope</a:t>
            </a:r>
            <a:r>
              <a:rPr dirty="0" sz="1250" spc="-10" i="1">
                <a:latin typeface="Arial"/>
                <a:cs typeface="Arial"/>
              </a:rPr>
              <a:t> </a:t>
            </a:r>
            <a:r>
              <a:rPr dirty="0" sz="1250" i="1">
                <a:latin typeface="Arial"/>
                <a:cs typeface="Arial"/>
              </a:rPr>
              <a:t>retrieve</a:t>
            </a:r>
            <a:r>
              <a:rPr dirty="0" sz="1250" spc="-80" i="1">
                <a:latin typeface="Arial"/>
                <a:cs typeface="Arial"/>
              </a:rPr>
              <a:t> </a:t>
            </a:r>
            <a:r>
              <a:rPr dirty="0" sz="1250" spc="-20" i="1">
                <a:latin typeface="Arial"/>
                <a:cs typeface="Arial"/>
              </a:rPr>
              <a:t>file</a:t>
            </a:r>
            <a:endParaRPr sz="1250">
              <a:latin typeface="Arial"/>
              <a:cs typeface="Arial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6957231" y="4484077"/>
            <a:ext cx="1278890" cy="528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66065" marR="5080" indent="-254000">
              <a:lnSpc>
                <a:spcPct val="132000"/>
              </a:lnSpc>
              <a:spcBef>
                <a:spcPts val="100"/>
              </a:spcBef>
            </a:pPr>
            <a:r>
              <a:rPr dirty="0" sz="1250" i="1">
                <a:latin typeface="Arial"/>
                <a:cs typeface="Arial"/>
              </a:rPr>
              <a:t>Current</a:t>
            </a:r>
            <a:r>
              <a:rPr dirty="0" sz="1250" spc="-75" i="1">
                <a:latin typeface="Arial"/>
                <a:cs typeface="Arial"/>
              </a:rPr>
              <a:t> </a:t>
            </a:r>
            <a:r>
              <a:rPr dirty="0" sz="1250" spc="-10" i="1">
                <a:latin typeface="Arial"/>
                <a:cs typeface="Arial"/>
              </a:rPr>
              <a:t>waveform</a:t>
            </a:r>
            <a:r>
              <a:rPr dirty="0" sz="1250" spc="-10" i="1">
                <a:latin typeface="Arial"/>
                <a:cs typeface="Arial"/>
              </a:rPr>
              <a:t> acquisition</a:t>
            </a:r>
            <a:endParaRPr sz="1250">
              <a:latin typeface="Arial"/>
              <a:cs typeface="Arial"/>
            </a:endParaRPr>
          </a:p>
        </p:txBody>
      </p:sp>
      <p:grpSp>
        <p:nvGrpSpPr>
          <p:cNvPr id="66" name="object 66"/>
          <p:cNvGrpSpPr/>
          <p:nvPr/>
        </p:nvGrpSpPr>
        <p:grpSpPr>
          <a:xfrm>
            <a:off x="8032643" y="3447917"/>
            <a:ext cx="499109" cy="2390140"/>
            <a:chOff x="8032643" y="3447917"/>
            <a:chExt cx="499109" cy="2390140"/>
          </a:xfrm>
        </p:grpSpPr>
        <p:sp>
          <p:nvSpPr>
            <p:cNvPr id="67" name="object 67"/>
            <p:cNvSpPr/>
            <p:nvPr/>
          </p:nvSpPr>
          <p:spPr>
            <a:xfrm>
              <a:off x="8084483" y="3572552"/>
              <a:ext cx="444500" cy="2263140"/>
            </a:xfrm>
            <a:custGeom>
              <a:avLst/>
              <a:gdLst/>
              <a:ahLst/>
              <a:cxnLst/>
              <a:rect l="l" t="t" r="r" b="b"/>
              <a:pathLst>
                <a:path w="444500" h="2263140">
                  <a:moveTo>
                    <a:pt x="0" y="0"/>
                  </a:moveTo>
                  <a:lnTo>
                    <a:pt x="0" y="466307"/>
                  </a:lnTo>
                  <a:lnTo>
                    <a:pt x="220318" y="466307"/>
                  </a:lnTo>
                  <a:lnTo>
                    <a:pt x="444339" y="466307"/>
                  </a:lnTo>
                  <a:lnTo>
                    <a:pt x="444339" y="2262773"/>
                  </a:lnTo>
                  <a:lnTo>
                    <a:pt x="275860" y="2262773"/>
                  </a:lnTo>
                </a:path>
              </a:pathLst>
            </a:custGeom>
            <a:ln w="49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/>
            <p:cNvSpPr/>
            <p:nvPr/>
          </p:nvSpPr>
          <p:spPr>
            <a:xfrm>
              <a:off x="8032643" y="3447917"/>
              <a:ext cx="107950" cy="144145"/>
            </a:xfrm>
            <a:custGeom>
              <a:avLst/>
              <a:gdLst/>
              <a:ahLst/>
              <a:cxnLst/>
              <a:rect l="l" t="t" r="r" b="b"/>
              <a:pathLst>
                <a:path w="107950" h="144145">
                  <a:moveTo>
                    <a:pt x="51840" y="0"/>
                  </a:moveTo>
                  <a:lnTo>
                    <a:pt x="0" y="143974"/>
                  </a:lnTo>
                  <a:lnTo>
                    <a:pt x="107383" y="143974"/>
                  </a:lnTo>
                  <a:lnTo>
                    <a:pt x="518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9" name="object 69"/>
          <p:cNvSpPr txBox="1"/>
          <p:nvPr/>
        </p:nvSpPr>
        <p:spPr>
          <a:xfrm>
            <a:off x="8562408" y="4112321"/>
            <a:ext cx="963930" cy="528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78765" marR="5080" indent="-266700">
              <a:lnSpc>
                <a:spcPct val="132000"/>
              </a:lnSpc>
              <a:spcBef>
                <a:spcPts val="100"/>
              </a:spcBef>
            </a:pPr>
            <a:r>
              <a:rPr dirty="0" sz="1250" i="1">
                <a:latin typeface="Arial"/>
                <a:cs typeface="Arial"/>
              </a:rPr>
              <a:t>Scope</a:t>
            </a:r>
            <a:r>
              <a:rPr dirty="0" sz="1250" spc="-90" i="1">
                <a:latin typeface="Arial"/>
                <a:cs typeface="Arial"/>
              </a:rPr>
              <a:t> </a:t>
            </a:r>
            <a:r>
              <a:rPr dirty="0" sz="1250" spc="-10" i="1">
                <a:latin typeface="Arial"/>
                <a:cs typeface="Arial"/>
              </a:rPr>
              <a:t>trigger</a:t>
            </a:r>
            <a:r>
              <a:rPr dirty="0" sz="1250" spc="-10" i="1">
                <a:latin typeface="Arial"/>
                <a:cs typeface="Arial"/>
              </a:rPr>
              <a:t> </a:t>
            </a:r>
            <a:r>
              <a:rPr dirty="0" sz="1250" i="1">
                <a:latin typeface="Arial"/>
                <a:cs typeface="Arial"/>
              </a:rPr>
              <a:t>on</a:t>
            </a:r>
            <a:r>
              <a:rPr dirty="0" sz="1250" spc="-35" i="1">
                <a:latin typeface="Arial"/>
                <a:cs typeface="Arial"/>
              </a:rPr>
              <a:t> </a:t>
            </a:r>
            <a:r>
              <a:rPr dirty="0" sz="1250" spc="-25" i="1">
                <a:latin typeface="Arial"/>
                <a:cs typeface="Arial"/>
              </a:rPr>
              <a:t>IO</a:t>
            </a:r>
            <a:endParaRPr sz="1250">
              <a:latin typeface="Arial"/>
              <a:cs typeface="Arial"/>
            </a:endParaRPr>
          </a:p>
        </p:txBody>
      </p:sp>
      <p:grpSp>
        <p:nvGrpSpPr>
          <p:cNvPr id="70" name="object 70"/>
          <p:cNvGrpSpPr/>
          <p:nvPr/>
        </p:nvGrpSpPr>
        <p:grpSpPr>
          <a:xfrm>
            <a:off x="8193105" y="5261257"/>
            <a:ext cx="170180" cy="632460"/>
            <a:chOff x="8193105" y="5261257"/>
            <a:chExt cx="170180" cy="632460"/>
          </a:xfrm>
        </p:grpSpPr>
        <p:sp>
          <p:nvSpPr>
            <p:cNvPr id="71" name="object 71"/>
            <p:cNvSpPr/>
            <p:nvPr/>
          </p:nvSpPr>
          <p:spPr>
            <a:xfrm>
              <a:off x="8195569" y="5785902"/>
              <a:ext cx="165100" cy="105410"/>
            </a:xfrm>
            <a:custGeom>
              <a:avLst/>
              <a:gdLst/>
              <a:ahLst/>
              <a:cxnLst/>
              <a:rect l="l" t="t" r="r" b="b"/>
              <a:pathLst>
                <a:path w="165100" h="105410">
                  <a:moveTo>
                    <a:pt x="164776" y="0"/>
                  </a:moveTo>
                  <a:lnTo>
                    <a:pt x="0" y="0"/>
                  </a:lnTo>
                  <a:lnTo>
                    <a:pt x="0" y="105295"/>
                  </a:lnTo>
                  <a:lnTo>
                    <a:pt x="164776" y="105295"/>
                  </a:lnTo>
                  <a:lnTo>
                    <a:pt x="16477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2" name="object 7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195569" y="5785902"/>
              <a:ext cx="164776" cy="105295"/>
            </a:xfrm>
            <a:prstGeom prst="rect">
              <a:avLst/>
            </a:prstGeom>
          </p:spPr>
        </p:pic>
        <p:sp>
          <p:nvSpPr>
            <p:cNvPr id="73" name="object 73"/>
            <p:cNvSpPr/>
            <p:nvPr/>
          </p:nvSpPr>
          <p:spPr>
            <a:xfrm>
              <a:off x="8195570" y="5785901"/>
              <a:ext cx="165100" cy="105410"/>
            </a:xfrm>
            <a:custGeom>
              <a:avLst/>
              <a:gdLst/>
              <a:ahLst/>
              <a:cxnLst/>
              <a:rect l="l" t="t" r="r" b="b"/>
              <a:pathLst>
                <a:path w="165100" h="105410">
                  <a:moveTo>
                    <a:pt x="0" y="0"/>
                  </a:moveTo>
                  <a:lnTo>
                    <a:pt x="164776" y="0"/>
                  </a:lnTo>
                  <a:lnTo>
                    <a:pt x="164776" y="105295"/>
                  </a:lnTo>
                  <a:lnTo>
                    <a:pt x="0" y="105295"/>
                  </a:lnTo>
                  <a:lnTo>
                    <a:pt x="0" y="0"/>
                  </a:lnTo>
                  <a:close/>
                </a:path>
              </a:pathLst>
            </a:custGeom>
            <a:ln w="493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/>
            <p:cNvSpPr/>
            <p:nvPr/>
          </p:nvSpPr>
          <p:spPr>
            <a:xfrm>
              <a:off x="8280734" y="5263722"/>
              <a:ext cx="1905" cy="522605"/>
            </a:xfrm>
            <a:custGeom>
              <a:avLst/>
              <a:gdLst/>
              <a:ahLst/>
              <a:cxnLst/>
              <a:rect l="l" t="t" r="r" b="b"/>
              <a:pathLst>
                <a:path w="1904" h="522604">
                  <a:moveTo>
                    <a:pt x="0" y="0"/>
                  </a:moveTo>
                  <a:lnTo>
                    <a:pt x="1851" y="150421"/>
                  </a:lnTo>
                </a:path>
                <a:path w="1904" h="522604">
                  <a:moveTo>
                    <a:pt x="0" y="369608"/>
                  </a:moveTo>
                  <a:lnTo>
                    <a:pt x="1851" y="522178"/>
                  </a:lnTo>
                </a:path>
              </a:pathLst>
            </a:custGeom>
            <a:ln w="493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/>
            <p:cNvSpPr/>
            <p:nvPr/>
          </p:nvSpPr>
          <p:spPr>
            <a:xfrm>
              <a:off x="8252963" y="5414144"/>
              <a:ext cx="52069" cy="219710"/>
            </a:xfrm>
            <a:custGeom>
              <a:avLst/>
              <a:gdLst/>
              <a:ahLst/>
              <a:cxnLst/>
              <a:rect l="l" t="t" r="r" b="b"/>
              <a:pathLst>
                <a:path w="52070" h="219710">
                  <a:moveTo>
                    <a:pt x="0" y="0"/>
                  </a:moveTo>
                  <a:lnTo>
                    <a:pt x="51840" y="0"/>
                  </a:lnTo>
                  <a:lnTo>
                    <a:pt x="51840" y="219186"/>
                  </a:lnTo>
                  <a:lnTo>
                    <a:pt x="0" y="219186"/>
                  </a:lnTo>
                  <a:lnTo>
                    <a:pt x="0" y="0"/>
                  </a:lnTo>
                  <a:close/>
                </a:path>
              </a:pathLst>
            </a:custGeom>
            <a:ln w="49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6" name="object 76"/>
          <p:cNvSpPr txBox="1"/>
          <p:nvPr/>
        </p:nvSpPr>
        <p:spPr>
          <a:xfrm>
            <a:off x="7907008" y="6877729"/>
            <a:ext cx="1129665" cy="21526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250" spc="-10" b="1">
                <a:latin typeface="Arial"/>
                <a:cs typeface="Arial"/>
              </a:rPr>
              <a:t>Protection</a:t>
            </a:r>
            <a:r>
              <a:rPr dirty="0" sz="1250" b="1">
                <a:latin typeface="Arial"/>
                <a:cs typeface="Arial"/>
              </a:rPr>
              <a:t> </a:t>
            </a:r>
            <a:r>
              <a:rPr dirty="0" sz="1250" spc="-25" b="1">
                <a:latin typeface="Arial"/>
                <a:cs typeface="Arial"/>
              </a:rPr>
              <a:t>box</a:t>
            </a:r>
            <a:endParaRPr sz="1250">
              <a:latin typeface="Arial"/>
              <a:cs typeface="Arial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8332834" y="5414340"/>
            <a:ext cx="111125" cy="1676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900" spc="-50">
                <a:latin typeface="Arial"/>
                <a:cs typeface="Arial"/>
              </a:rPr>
              <a:t>R</a:t>
            </a:r>
            <a:endParaRPr sz="900">
              <a:latin typeface="Arial"/>
              <a:cs typeface="Arial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9768430" y="6992553"/>
            <a:ext cx="209550" cy="2463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50" spc="-25">
                <a:latin typeface="Times New Roman"/>
                <a:cs typeface="Times New Roman"/>
              </a:rPr>
              <a:t>15</a:t>
            </a:r>
            <a:endParaRPr sz="14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877014" y="1168569"/>
            <a:ext cx="6861809" cy="6011545"/>
            <a:chOff x="1877014" y="1168569"/>
            <a:chExt cx="6861809" cy="6011545"/>
          </a:xfrm>
        </p:grpSpPr>
        <p:sp>
          <p:nvSpPr>
            <p:cNvPr id="3" name="object 3"/>
            <p:cNvSpPr/>
            <p:nvPr/>
          </p:nvSpPr>
          <p:spPr>
            <a:xfrm>
              <a:off x="3375486" y="1175142"/>
              <a:ext cx="3707129" cy="3267075"/>
            </a:xfrm>
            <a:custGeom>
              <a:avLst/>
              <a:gdLst/>
              <a:ahLst/>
              <a:cxnLst/>
              <a:rect l="l" t="t" r="r" b="b"/>
              <a:pathLst>
                <a:path w="3707129" h="3267075">
                  <a:moveTo>
                    <a:pt x="0" y="0"/>
                  </a:moveTo>
                  <a:lnTo>
                    <a:pt x="3706748" y="0"/>
                  </a:lnTo>
                  <a:lnTo>
                    <a:pt x="3706748" y="3266885"/>
                  </a:lnTo>
                  <a:lnTo>
                    <a:pt x="0" y="3266885"/>
                  </a:lnTo>
                  <a:lnTo>
                    <a:pt x="0" y="0"/>
                  </a:lnTo>
                  <a:close/>
                </a:path>
              </a:pathLst>
            </a:custGeom>
            <a:ln w="1314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77014" y="4488041"/>
              <a:ext cx="6861427" cy="269172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533221" y="1175142"/>
              <a:ext cx="3241762" cy="3266885"/>
            </a:xfrm>
            <a:prstGeom prst="rect">
              <a:avLst/>
            </a:prstGeom>
          </p:spPr>
        </p:pic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15613" rIns="0" bIns="0" rtlCol="0" vert="horz">
            <a:spAutoFit/>
          </a:bodyPr>
          <a:lstStyle/>
          <a:p>
            <a:pPr marL="1722755">
              <a:lnSpc>
                <a:spcPct val="100000"/>
              </a:lnSpc>
              <a:spcBef>
                <a:spcPts val="125"/>
              </a:spcBef>
            </a:pPr>
            <a:r>
              <a:rPr dirty="0" sz="3700"/>
              <a:t>Timing</a:t>
            </a:r>
            <a:r>
              <a:rPr dirty="0" sz="3700" spc="-25"/>
              <a:t> </a:t>
            </a:r>
            <a:r>
              <a:rPr dirty="0" sz="3700"/>
              <a:t>attacks</a:t>
            </a:r>
            <a:r>
              <a:rPr dirty="0" sz="3700" spc="-10"/>
              <a:t> </a:t>
            </a:r>
            <a:r>
              <a:rPr dirty="0" sz="3700"/>
              <a:t>and</a:t>
            </a:r>
            <a:r>
              <a:rPr dirty="0" sz="3700" spc="-15"/>
              <a:t> </a:t>
            </a:r>
            <a:r>
              <a:rPr dirty="0" sz="3700"/>
              <a:t>power</a:t>
            </a:r>
            <a:r>
              <a:rPr dirty="0" sz="3700" spc="-10"/>
              <a:t> analysis</a:t>
            </a:r>
            <a:endParaRPr sz="3700"/>
          </a:p>
        </p:txBody>
      </p:sp>
      <p:sp>
        <p:nvSpPr>
          <p:cNvPr id="7" name="object 7"/>
          <p:cNvSpPr txBox="1"/>
          <p:nvPr/>
        </p:nvSpPr>
        <p:spPr>
          <a:xfrm>
            <a:off x="9083273" y="6751308"/>
            <a:ext cx="209550" cy="229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80"/>
              </a:lnSpc>
            </a:pPr>
            <a:r>
              <a:rPr dirty="0" sz="1450" spc="-25">
                <a:latin typeface="Times New Roman"/>
                <a:cs typeface="Times New Roman"/>
              </a:rPr>
              <a:t>16</a:t>
            </a:r>
            <a:endParaRPr sz="14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89409" rIns="0" bIns="0" rtlCol="0" vert="horz">
            <a:spAutoFit/>
          </a:bodyPr>
          <a:lstStyle/>
          <a:p>
            <a:pPr marL="1165860">
              <a:lnSpc>
                <a:spcPct val="100000"/>
              </a:lnSpc>
              <a:spcBef>
                <a:spcPts val="105"/>
              </a:spcBef>
            </a:pPr>
            <a:r>
              <a:rPr dirty="0"/>
              <a:t>Side</a:t>
            </a:r>
            <a:r>
              <a:rPr dirty="0" spc="-95"/>
              <a:t> </a:t>
            </a:r>
            <a:r>
              <a:rPr dirty="0"/>
              <a:t>channel</a:t>
            </a:r>
            <a:r>
              <a:rPr dirty="0" spc="-90"/>
              <a:t> </a:t>
            </a:r>
            <a:r>
              <a:rPr dirty="0"/>
              <a:t>analysis:</a:t>
            </a:r>
            <a:r>
              <a:rPr dirty="0" spc="-90"/>
              <a:t> </a:t>
            </a:r>
            <a:r>
              <a:rPr dirty="0" spc="-25"/>
              <a:t>EMA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1289" y="1628693"/>
            <a:ext cx="4222669" cy="3192937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34658" y="2408794"/>
            <a:ext cx="5092813" cy="449983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9793075" y="7056963"/>
            <a:ext cx="209550" cy="229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80"/>
              </a:lnSpc>
            </a:pPr>
            <a:r>
              <a:rPr dirty="0" sz="1450" spc="-25">
                <a:latin typeface="Times New Roman"/>
                <a:cs typeface="Times New Roman"/>
              </a:rPr>
              <a:t>17</a:t>
            </a:r>
            <a:endParaRPr sz="14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89409" rIns="0" bIns="0" rtlCol="0" vert="horz">
            <a:spAutoFit/>
          </a:bodyPr>
          <a:lstStyle/>
          <a:p>
            <a:pPr marL="1971039">
              <a:lnSpc>
                <a:spcPct val="100000"/>
              </a:lnSpc>
              <a:spcBef>
                <a:spcPts val="105"/>
              </a:spcBef>
            </a:pPr>
            <a:r>
              <a:rPr dirty="0"/>
              <a:t>Cryptology</a:t>
            </a:r>
            <a:r>
              <a:rPr dirty="0" spc="-30"/>
              <a:t> </a:t>
            </a:r>
            <a:r>
              <a:rPr dirty="0"/>
              <a:t>+</a:t>
            </a:r>
            <a:r>
              <a:rPr dirty="0" spc="-25"/>
              <a:t> </a:t>
            </a:r>
            <a:r>
              <a:rPr dirty="0"/>
              <a:t>side</a:t>
            </a:r>
            <a:r>
              <a:rPr dirty="0" spc="-25"/>
              <a:t> </a:t>
            </a:r>
            <a:r>
              <a:rPr dirty="0" spc="-10"/>
              <a:t>channels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892562" y="3368857"/>
            <a:ext cx="4213225" cy="3369310"/>
            <a:chOff x="5892562" y="3368857"/>
            <a:chExt cx="4213225" cy="3369310"/>
          </a:xfrm>
        </p:grpSpPr>
        <p:sp>
          <p:nvSpPr>
            <p:cNvPr id="4" name="object 4"/>
            <p:cNvSpPr/>
            <p:nvPr/>
          </p:nvSpPr>
          <p:spPr>
            <a:xfrm>
              <a:off x="5899229" y="3375525"/>
              <a:ext cx="4199890" cy="3355975"/>
            </a:xfrm>
            <a:custGeom>
              <a:avLst/>
              <a:gdLst/>
              <a:ahLst/>
              <a:cxnLst/>
              <a:rect l="l" t="t" r="r" b="b"/>
              <a:pathLst>
                <a:path w="4199890" h="3355975">
                  <a:moveTo>
                    <a:pt x="4199667" y="0"/>
                  </a:moveTo>
                  <a:lnTo>
                    <a:pt x="0" y="0"/>
                  </a:lnTo>
                  <a:lnTo>
                    <a:pt x="0" y="3355624"/>
                  </a:lnTo>
                  <a:lnTo>
                    <a:pt x="4199667" y="3355624"/>
                  </a:lnTo>
                  <a:lnTo>
                    <a:pt x="419966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5899230" y="3375525"/>
              <a:ext cx="4199890" cy="3355975"/>
            </a:xfrm>
            <a:custGeom>
              <a:avLst/>
              <a:gdLst/>
              <a:ahLst/>
              <a:cxnLst/>
              <a:rect l="l" t="t" r="r" b="b"/>
              <a:pathLst>
                <a:path w="4199890" h="3355975">
                  <a:moveTo>
                    <a:pt x="0" y="0"/>
                  </a:moveTo>
                  <a:lnTo>
                    <a:pt x="4199667" y="0"/>
                  </a:lnTo>
                  <a:lnTo>
                    <a:pt x="4199667" y="3355624"/>
                  </a:lnTo>
                  <a:lnTo>
                    <a:pt x="0" y="3355624"/>
                  </a:lnTo>
                  <a:lnTo>
                    <a:pt x="0" y="0"/>
                  </a:lnTo>
                  <a:close/>
                </a:path>
              </a:pathLst>
            </a:custGeom>
            <a:ln w="1314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7634303" y="4006554"/>
              <a:ext cx="868044" cy="1055370"/>
            </a:xfrm>
            <a:custGeom>
              <a:avLst/>
              <a:gdLst/>
              <a:ahLst/>
              <a:cxnLst/>
              <a:rect l="l" t="t" r="r" b="b"/>
              <a:pathLst>
                <a:path w="868045" h="1055370">
                  <a:moveTo>
                    <a:pt x="867537" y="0"/>
                  </a:moveTo>
                  <a:lnTo>
                    <a:pt x="0" y="0"/>
                  </a:lnTo>
                  <a:lnTo>
                    <a:pt x="0" y="1055000"/>
                  </a:lnTo>
                  <a:lnTo>
                    <a:pt x="867537" y="1055000"/>
                  </a:lnTo>
                  <a:lnTo>
                    <a:pt x="867537" y="0"/>
                  </a:lnTo>
                  <a:close/>
                </a:path>
              </a:pathLst>
            </a:custGeom>
            <a:solidFill>
              <a:srgbClr val="D7AE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7634304" y="4006553"/>
              <a:ext cx="868044" cy="1055370"/>
            </a:xfrm>
            <a:custGeom>
              <a:avLst/>
              <a:gdLst/>
              <a:ahLst/>
              <a:cxnLst/>
              <a:rect l="l" t="t" r="r" b="b"/>
              <a:pathLst>
                <a:path w="868045" h="1055370">
                  <a:moveTo>
                    <a:pt x="0" y="0"/>
                  </a:moveTo>
                  <a:lnTo>
                    <a:pt x="867536" y="0"/>
                  </a:lnTo>
                  <a:lnTo>
                    <a:pt x="867536" y="1055000"/>
                  </a:lnTo>
                  <a:lnTo>
                    <a:pt x="0" y="1055000"/>
                  </a:lnTo>
                  <a:lnTo>
                    <a:pt x="0" y="0"/>
                  </a:lnTo>
                  <a:close/>
                </a:path>
              </a:pathLst>
            </a:custGeom>
            <a:ln w="1314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" name="object 8"/>
          <p:cNvGrpSpPr/>
          <p:nvPr/>
        </p:nvGrpSpPr>
        <p:grpSpPr>
          <a:xfrm>
            <a:off x="608474" y="3368857"/>
            <a:ext cx="4430395" cy="3369310"/>
            <a:chOff x="608474" y="3368857"/>
            <a:chExt cx="4430395" cy="3369310"/>
          </a:xfrm>
        </p:grpSpPr>
        <p:sp>
          <p:nvSpPr>
            <p:cNvPr id="9" name="object 9"/>
            <p:cNvSpPr/>
            <p:nvPr/>
          </p:nvSpPr>
          <p:spPr>
            <a:xfrm>
              <a:off x="615141" y="3375525"/>
              <a:ext cx="4417060" cy="3355975"/>
            </a:xfrm>
            <a:custGeom>
              <a:avLst/>
              <a:gdLst/>
              <a:ahLst/>
              <a:cxnLst/>
              <a:rect l="l" t="t" r="r" b="b"/>
              <a:pathLst>
                <a:path w="4417060" h="3355975">
                  <a:moveTo>
                    <a:pt x="4416552" y="0"/>
                  </a:moveTo>
                  <a:lnTo>
                    <a:pt x="0" y="0"/>
                  </a:lnTo>
                  <a:lnTo>
                    <a:pt x="0" y="3355624"/>
                  </a:lnTo>
                  <a:lnTo>
                    <a:pt x="4416552" y="3355624"/>
                  </a:lnTo>
                  <a:lnTo>
                    <a:pt x="441655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615141" y="3375525"/>
              <a:ext cx="4417060" cy="3355975"/>
            </a:xfrm>
            <a:custGeom>
              <a:avLst/>
              <a:gdLst/>
              <a:ahLst/>
              <a:cxnLst/>
              <a:rect l="l" t="t" r="r" b="b"/>
              <a:pathLst>
                <a:path w="4417060" h="3355975">
                  <a:moveTo>
                    <a:pt x="0" y="0"/>
                  </a:moveTo>
                  <a:lnTo>
                    <a:pt x="4416551" y="0"/>
                  </a:lnTo>
                  <a:lnTo>
                    <a:pt x="4416551" y="3355624"/>
                  </a:lnTo>
                  <a:lnTo>
                    <a:pt x="0" y="3355624"/>
                  </a:lnTo>
                  <a:lnTo>
                    <a:pt x="0" y="0"/>
                  </a:lnTo>
                  <a:close/>
                </a:path>
              </a:pathLst>
            </a:custGeom>
            <a:ln w="1314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713725" y="4072285"/>
            <a:ext cx="1025525" cy="993140"/>
          </a:xfrm>
          <a:prstGeom prst="rect">
            <a:avLst/>
          </a:prstGeom>
          <a:solidFill>
            <a:srgbClr val="00FCD6"/>
          </a:solidFill>
          <a:ln w="13145">
            <a:solidFill>
              <a:srgbClr val="929292"/>
            </a:solidFill>
          </a:ln>
        </p:spPr>
        <p:txBody>
          <a:bodyPr wrap="square" lIns="0" tIns="49530" rIns="0" bIns="0" rtlCol="0" vert="horz">
            <a:spAutoFit/>
          </a:bodyPr>
          <a:lstStyle/>
          <a:p>
            <a:pPr marL="238760" marR="103505" indent="-123189">
              <a:lnSpc>
                <a:spcPct val="101099"/>
              </a:lnSpc>
              <a:spcBef>
                <a:spcPts val="390"/>
              </a:spcBef>
            </a:pPr>
            <a:r>
              <a:rPr dirty="0" sz="2900" spc="-10">
                <a:latin typeface="Times New Roman"/>
                <a:cs typeface="Times New Roman"/>
              </a:rPr>
              <a:t>Clear </a:t>
            </a:r>
            <a:r>
              <a:rPr dirty="0" sz="2900" spc="-20">
                <a:latin typeface="Times New Roman"/>
                <a:cs typeface="Times New Roman"/>
              </a:rPr>
              <a:t>text</a:t>
            </a:r>
            <a:endParaRPr sz="2900">
              <a:latin typeface="Times New Roman"/>
              <a:cs typeface="Times New Roman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323831" y="4021248"/>
            <a:ext cx="881380" cy="1068705"/>
            <a:chOff x="2323831" y="4021248"/>
            <a:chExt cx="881380" cy="1068705"/>
          </a:xfrm>
        </p:grpSpPr>
        <p:sp>
          <p:nvSpPr>
            <p:cNvPr id="13" name="object 13"/>
            <p:cNvSpPr/>
            <p:nvPr/>
          </p:nvSpPr>
          <p:spPr>
            <a:xfrm>
              <a:off x="2330499" y="4027916"/>
              <a:ext cx="868044" cy="1055370"/>
            </a:xfrm>
            <a:custGeom>
              <a:avLst/>
              <a:gdLst/>
              <a:ahLst/>
              <a:cxnLst/>
              <a:rect l="l" t="t" r="r" b="b"/>
              <a:pathLst>
                <a:path w="868044" h="1055370">
                  <a:moveTo>
                    <a:pt x="867537" y="0"/>
                  </a:moveTo>
                  <a:lnTo>
                    <a:pt x="0" y="0"/>
                  </a:lnTo>
                  <a:lnTo>
                    <a:pt x="0" y="1055000"/>
                  </a:lnTo>
                  <a:lnTo>
                    <a:pt x="867537" y="1055000"/>
                  </a:lnTo>
                  <a:lnTo>
                    <a:pt x="867537" y="0"/>
                  </a:lnTo>
                  <a:close/>
                </a:path>
              </a:pathLst>
            </a:custGeom>
            <a:solidFill>
              <a:srgbClr val="D7AE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2330498" y="4027915"/>
              <a:ext cx="868044" cy="1055370"/>
            </a:xfrm>
            <a:custGeom>
              <a:avLst/>
              <a:gdLst/>
              <a:ahLst/>
              <a:cxnLst/>
              <a:rect l="l" t="t" r="r" b="b"/>
              <a:pathLst>
                <a:path w="868044" h="1055370">
                  <a:moveTo>
                    <a:pt x="0" y="0"/>
                  </a:moveTo>
                  <a:lnTo>
                    <a:pt x="867536" y="0"/>
                  </a:lnTo>
                  <a:lnTo>
                    <a:pt x="867536" y="1055000"/>
                  </a:lnTo>
                  <a:lnTo>
                    <a:pt x="0" y="1055000"/>
                  </a:lnTo>
                  <a:lnTo>
                    <a:pt x="0" y="0"/>
                  </a:lnTo>
                  <a:close/>
                </a:path>
              </a:pathLst>
            </a:custGeom>
            <a:ln w="1314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2330499" y="4027916"/>
            <a:ext cx="868044" cy="1055370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algn="just" marL="175260" marR="86995" indent="-76200">
              <a:lnSpc>
                <a:spcPct val="101000"/>
              </a:lnSpc>
              <a:spcBef>
                <a:spcPts val="420"/>
              </a:spcBef>
            </a:pPr>
            <a:r>
              <a:rPr dirty="0" sz="2050" spc="-25">
                <a:latin typeface="Times New Roman"/>
                <a:cs typeface="Times New Roman"/>
              </a:rPr>
              <a:t>CRYP TOB OX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634303" y="4006554"/>
            <a:ext cx="868044" cy="1055370"/>
          </a:xfrm>
          <a:prstGeom prst="rect">
            <a:avLst/>
          </a:prstGeom>
        </p:spPr>
        <p:txBody>
          <a:bodyPr wrap="square" lIns="0" tIns="22225" rIns="0" bIns="0" rtlCol="0" vert="horz">
            <a:spAutoFit/>
          </a:bodyPr>
          <a:lstStyle/>
          <a:p>
            <a:pPr marL="175260" marR="86995" indent="-76200">
              <a:lnSpc>
                <a:spcPct val="101000"/>
              </a:lnSpc>
              <a:spcBef>
                <a:spcPts val="175"/>
              </a:spcBef>
            </a:pPr>
            <a:r>
              <a:rPr dirty="0" sz="2050" spc="-25">
                <a:latin typeface="Times New Roman"/>
                <a:cs typeface="Times New Roman"/>
              </a:rPr>
              <a:t>CRYP TOB</a:t>
            </a:r>
            <a:endParaRPr sz="2050">
              <a:latin typeface="Times New Roman"/>
              <a:cs typeface="Times New Roman"/>
            </a:endParaRPr>
          </a:p>
          <a:p>
            <a:pPr marL="246379">
              <a:lnSpc>
                <a:spcPct val="100000"/>
              </a:lnSpc>
              <a:spcBef>
                <a:spcPts val="434"/>
              </a:spcBef>
            </a:pPr>
            <a:r>
              <a:rPr dirty="0" sz="2050" spc="-25">
                <a:latin typeface="Times New Roman"/>
                <a:cs typeface="Times New Roman"/>
              </a:rPr>
              <a:t>OX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9034193" y="4022986"/>
            <a:ext cx="1025525" cy="993140"/>
          </a:xfrm>
          <a:prstGeom prst="rect">
            <a:avLst/>
          </a:prstGeom>
          <a:solidFill>
            <a:srgbClr val="00FCD6"/>
          </a:solidFill>
          <a:ln w="13145">
            <a:solidFill>
              <a:srgbClr val="929292"/>
            </a:solidFill>
          </a:ln>
        </p:spPr>
        <p:txBody>
          <a:bodyPr wrap="square" lIns="0" tIns="49530" rIns="0" bIns="0" rtlCol="0" vert="horz">
            <a:spAutoFit/>
          </a:bodyPr>
          <a:lstStyle/>
          <a:p>
            <a:pPr marL="238760" marR="103505" indent="-123189">
              <a:lnSpc>
                <a:spcPct val="101099"/>
              </a:lnSpc>
              <a:spcBef>
                <a:spcPts val="390"/>
              </a:spcBef>
            </a:pPr>
            <a:r>
              <a:rPr dirty="0" sz="2900" spc="-10">
                <a:latin typeface="Times New Roman"/>
                <a:cs typeface="Times New Roman"/>
              </a:rPr>
              <a:t>Clear </a:t>
            </a:r>
            <a:r>
              <a:rPr dirty="0" sz="2900" spc="-20">
                <a:latin typeface="Times New Roman"/>
                <a:cs typeface="Times New Roman"/>
              </a:rPr>
              <a:t>text</a:t>
            </a:r>
            <a:endParaRPr sz="29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809255" y="4147877"/>
            <a:ext cx="1104265" cy="739775"/>
          </a:xfrm>
          <a:prstGeom prst="rect">
            <a:avLst/>
          </a:prstGeom>
          <a:solidFill>
            <a:srgbClr val="00FCD6"/>
          </a:solidFill>
          <a:ln w="13145">
            <a:solidFill>
              <a:srgbClr val="929292"/>
            </a:solidFill>
          </a:ln>
        </p:spPr>
        <p:txBody>
          <a:bodyPr wrap="square" lIns="0" tIns="53340" rIns="0" bIns="0" rtlCol="0" vert="horz">
            <a:spAutoFit/>
          </a:bodyPr>
          <a:lstStyle/>
          <a:p>
            <a:pPr marL="225425" marR="180340" indent="-32384">
              <a:lnSpc>
                <a:spcPct val="101000"/>
              </a:lnSpc>
              <a:spcBef>
                <a:spcPts val="420"/>
              </a:spcBef>
            </a:pPr>
            <a:r>
              <a:rPr dirty="0" sz="2050" spc="-20">
                <a:latin typeface="Times New Roman"/>
                <a:cs typeface="Times New Roman"/>
              </a:rPr>
              <a:t>%^C&amp; @&amp;^(</a:t>
            </a:r>
            <a:endParaRPr sz="2050">
              <a:latin typeface="Times New Roman"/>
              <a:cs typeface="Times New Roman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5182854" y="4369722"/>
            <a:ext cx="644525" cy="330835"/>
            <a:chOff x="5182854" y="4369722"/>
            <a:chExt cx="644525" cy="330835"/>
          </a:xfrm>
        </p:grpSpPr>
        <p:sp>
          <p:nvSpPr>
            <p:cNvPr id="20" name="object 20"/>
            <p:cNvSpPr/>
            <p:nvPr/>
          </p:nvSpPr>
          <p:spPr>
            <a:xfrm>
              <a:off x="5189427" y="4376296"/>
              <a:ext cx="631190" cy="317500"/>
            </a:xfrm>
            <a:custGeom>
              <a:avLst/>
              <a:gdLst/>
              <a:ahLst/>
              <a:cxnLst/>
              <a:rect l="l" t="t" r="r" b="b"/>
              <a:pathLst>
                <a:path w="631189" h="317500">
                  <a:moveTo>
                    <a:pt x="473201" y="0"/>
                  </a:moveTo>
                  <a:lnTo>
                    <a:pt x="473201" y="79288"/>
                  </a:lnTo>
                  <a:lnTo>
                    <a:pt x="0" y="79288"/>
                  </a:lnTo>
                  <a:lnTo>
                    <a:pt x="0" y="237868"/>
                  </a:lnTo>
                  <a:lnTo>
                    <a:pt x="473201" y="237868"/>
                  </a:lnTo>
                  <a:lnTo>
                    <a:pt x="473201" y="317157"/>
                  </a:lnTo>
                  <a:lnTo>
                    <a:pt x="630935" y="158578"/>
                  </a:lnTo>
                  <a:lnTo>
                    <a:pt x="47320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5189427" y="4376295"/>
              <a:ext cx="631190" cy="317500"/>
            </a:xfrm>
            <a:custGeom>
              <a:avLst/>
              <a:gdLst/>
              <a:ahLst/>
              <a:cxnLst/>
              <a:rect l="l" t="t" r="r" b="b"/>
              <a:pathLst>
                <a:path w="631189" h="317500">
                  <a:moveTo>
                    <a:pt x="0" y="79289"/>
                  </a:moveTo>
                  <a:lnTo>
                    <a:pt x="473201" y="79289"/>
                  </a:lnTo>
                  <a:lnTo>
                    <a:pt x="473201" y="0"/>
                  </a:lnTo>
                  <a:lnTo>
                    <a:pt x="630935" y="158578"/>
                  </a:lnTo>
                  <a:lnTo>
                    <a:pt x="473201" y="317157"/>
                  </a:lnTo>
                  <a:lnTo>
                    <a:pt x="473201" y="237868"/>
                  </a:lnTo>
                  <a:lnTo>
                    <a:pt x="0" y="237868"/>
                  </a:lnTo>
                  <a:lnTo>
                    <a:pt x="0" y="79289"/>
                  </a:lnTo>
                  <a:close/>
                </a:path>
              </a:pathLst>
            </a:custGeom>
            <a:ln w="131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/>
          <p:cNvSpPr txBox="1"/>
          <p:nvPr/>
        </p:nvSpPr>
        <p:spPr>
          <a:xfrm>
            <a:off x="5978097" y="4147877"/>
            <a:ext cx="1104265" cy="739775"/>
          </a:xfrm>
          <a:prstGeom prst="rect">
            <a:avLst/>
          </a:prstGeom>
          <a:solidFill>
            <a:srgbClr val="00FCD6"/>
          </a:solidFill>
          <a:ln w="13145">
            <a:solidFill>
              <a:srgbClr val="929292"/>
            </a:solidFill>
          </a:ln>
        </p:spPr>
        <p:txBody>
          <a:bodyPr wrap="square" lIns="0" tIns="53340" rIns="0" bIns="0" rtlCol="0" vert="horz">
            <a:spAutoFit/>
          </a:bodyPr>
          <a:lstStyle/>
          <a:p>
            <a:pPr marL="225425" marR="180340" indent="-32384">
              <a:lnSpc>
                <a:spcPct val="101000"/>
              </a:lnSpc>
              <a:spcBef>
                <a:spcPts val="420"/>
              </a:spcBef>
            </a:pPr>
            <a:r>
              <a:rPr dirty="0" sz="2050" spc="-20">
                <a:latin typeface="Times New Roman"/>
                <a:cs typeface="Times New Roman"/>
              </a:rPr>
              <a:t>%^C&amp; @&amp;^(</a:t>
            </a:r>
            <a:endParaRPr sz="2050">
              <a:latin typeface="Times New Roman"/>
              <a:cs typeface="Times New Roman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7154529" y="2903897"/>
            <a:ext cx="1827530" cy="3654425"/>
            <a:chOff x="7154529" y="2903897"/>
            <a:chExt cx="1827530" cy="3654425"/>
          </a:xfrm>
        </p:grpSpPr>
        <p:sp>
          <p:nvSpPr>
            <p:cNvPr id="24" name="object 24"/>
            <p:cNvSpPr/>
            <p:nvPr/>
          </p:nvSpPr>
          <p:spPr>
            <a:xfrm>
              <a:off x="7161102" y="4376296"/>
              <a:ext cx="394335" cy="317500"/>
            </a:xfrm>
            <a:custGeom>
              <a:avLst/>
              <a:gdLst/>
              <a:ahLst/>
              <a:cxnLst/>
              <a:rect l="l" t="t" r="r" b="b"/>
              <a:pathLst>
                <a:path w="394334" h="317500">
                  <a:moveTo>
                    <a:pt x="295751" y="0"/>
                  </a:moveTo>
                  <a:lnTo>
                    <a:pt x="295751" y="79288"/>
                  </a:lnTo>
                  <a:lnTo>
                    <a:pt x="0" y="79288"/>
                  </a:lnTo>
                  <a:lnTo>
                    <a:pt x="0" y="237868"/>
                  </a:lnTo>
                  <a:lnTo>
                    <a:pt x="295751" y="237868"/>
                  </a:lnTo>
                  <a:lnTo>
                    <a:pt x="295751" y="317157"/>
                  </a:lnTo>
                  <a:lnTo>
                    <a:pt x="394334" y="158578"/>
                  </a:lnTo>
                  <a:lnTo>
                    <a:pt x="29575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7161102" y="4376296"/>
              <a:ext cx="394335" cy="317500"/>
            </a:xfrm>
            <a:custGeom>
              <a:avLst/>
              <a:gdLst/>
              <a:ahLst/>
              <a:cxnLst/>
              <a:rect l="l" t="t" r="r" b="b"/>
              <a:pathLst>
                <a:path w="394334" h="317500">
                  <a:moveTo>
                    <a:pt x="0" y="79289"/>
                  </a:moveTo>
                  <a:lnTo>
                    <a:pt x="295751" y="79289"/>
                  </a:lnTo>
                  <a:lnTo>
                    <a:pt x="295751" y="0"/>
                  </a:lnTo>
                  <a:lnTo>
                    <a:pt x="394334" y="158578"/>
                  </a:lnTo>
                  <a:lnTo>
                    <a:pt x="295751" y="317157"/>
                  </a:lnTo>
                  <a:lnTo>
                    <a:pt x="295751" y="237868"/>
                  </a:lnTo>
                  <a:lnTo>
                    <a:pt x="0" y="237868"/>
                  </a:lnTo>
                  <a:lnTo>
                    <a:pt x="0" y="79289"/>
                  </a:lnTo>
                  <a:close/>
                </a:path>
              </a:pathLst>
            </a:custGeom>
            <a:ln w="1314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8580708" y="4376296"/>
              <a:ext cx="394335" cy="317500"/>
            </a:xfrm>
            <a:custGeom>
              <a:avLst/>
              <a:gdLst/>
              <a:ahLst/>
              <a:cxnLst/>
              <a:rect l="l" t="t" r="r" b="b"/>
              <a:pathLst>
                <a:path w="394334" h="317500">
                  <a:moveTo>
                    <a:pt x="295751" y="0"/>
                  </a:moveTo>
                  <a:lnTo>
                    <a:pt x="295751" y="79288"/>
                  </a:lnTo>
                  <a:lnTo>
                    <a:pt x="0" y="79288"/>
                  </a:lnTo>
                  <a:lnTo>
                    <a:pt x="0" y="237868"/>
                  </a:lnTo>
                  <a:lnTo>
                    <a:pt x="295751" y="237868"/>
                  </a:lnTo>
                  <a:lnTo>
                    <a:pt x="295751" y="317157"/>
                  </a:lnTo>
                  <a:lnTo>
                    <a:pt x="394336" y="158578"/>
                  </a:lnTo>
                  <a:lnTo>
                    <a:pt x="29575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8580708" y="4376296"/>
              <a:ext cx="394335" cy="317500"/>
            </a:xfrm>
            <a:custGeom>
              <a:avLst/>
              <a:gdLst/>
              <a:ahLst/>
              <a:cxnLst/>
              <a:rect l="l" t="t" r="r" b="b"/>
              <a:pathLst>
                <a:path w="394334" h="317500">
                  <a:moveTo>
                    <a:pt x="0" y="79289"/>
                  </a:moveTo>
                  <a:lnTo>
                    <a:pt x="295751" y="79289"/>
                  </a:lnTo>
                  <a:lnTo>
                    <a:pt x="295751" y="0"/>
                  </a:lnTo>
                  <a:lnTo>
                    <a:pt x="394334" y="158578"/>
                  </a:lnTo>
                  <a:lnTo>
                    <a:pt x="295751" y="317157"/>
                  </a:lnTo>
                  <a:lnTo>
                    <a:pt x="295751" y="237868"/>
                  </a:lnTo>
                  <a:lnTo>
                    <a:pt x="0" y="237868"/>
                  </a:lnTo>
                  <a:lnTo>
                    <a:pt x="0" y="79289"/>
                  </a:lnTo>
                  <a:close/>
                </a:path>
              </a:pathLst>
            </a:custGeom>
            <a:ln w="1314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7969490" y="5288329"/>
              <a:ext cx="197485" cy="927100"/>
            </a:xfrm>
            <a:custGeom>
              <a:avLst/>
              <a:gdLst/>
              <a:ahLst/>
              <a:cxnLst/>
              <a:rect l="l" t="t" r="r" b="b"/>
              <a:pathLst>
                <a:path w="197484" h="927100">
                  <a:moveTo>
                    <a:pt x="98582" y="0"/>
                  </a:moveTo>
                  <a:lnTo>
                    <a:pt x="0" y="231706"/>
                  </a:lnTo>
                  <a:lnTo>
                    <a:pt x="49291" y="231706"/>
                  </a:lnTo>
                  <a:lnTo>
                    <a:pt x="49291" y="926823"/>
                  </a:lnTo>
                  <a:lnTo>
                    <a:pt x="147874" y="926823"/>
                  </a:lnTo>
                  <a:lnTo>
                    <a:pt x="147874" y="231706"/>
                  </a:lnTo>
                  <a:lnTo>
                    <a:pt x="197166" y="231706"/>
                  </a:lnTo>
                  <a:lnTo>
                    <a:pt x="98582" y="0"/>
                  </a:lnTo>
                  <a:close/>
                </a:path>
              </a:pathLst>
            </a:custGeom>
            <a:solidFill>
              <a:srgbClr val="FF26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7969489" y="5288329"/>
              <a:ext cx="197485" cy="927100"/>
            </a:xfrm>
            <a:custGeom>
              <a:avLst/>
              <a:gdLst/>
              <a:ahLst/>
              <a:cxnLst/>
              <a:rect l="l" t="t" r="r" b="b"/>
              <a:pathLst>
                <a:path w="197484" h="927100">
                  <a:moveTo>
                    <a:pt x="0" y="231706"/>
                  </a:moveTo>
                  <a:lnTo>
                    <a:pt x="98583" y="0"/>
                  </a:lnTo>
                  <a:lnTo>
                    <a:pt x="197167" y="231706"/>
                  </a:lnTo>
                  <a:lnTo>
                    <a:pt x="147876" y="231706"/>
                  </a:lnTo>
                  <a:lnTo>
                    <a:pt x="147876" y="926822"/>
                  </a:lnTo>
                  <a:lnTo>
                    <a:pt x="49291" y="926822"/>
                  </a:lnTo>
                  <a:lnTo>
                    <a:pt x="49291" y="231706"/>
                  </a:lnTo>
                  <a:lnTo>
                    <a:pt x="0" y="231706"/>
                  </a:lnTo>
                  <a:close/>
                </a:path>
              </a:pathLst>
            </a:custGeom>
            <a:ln w="13144">
              <a:solidFill>
                <a:srgbClr val="FF26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8341993" y="5376597"/>
              <a:ext cx="605155" cy="1174750"/>
            </a:xfrm>
            <a:custGeom>
              <a:avLst/>
              <a:gdLst/>
              <a:ahLst/>
              <a:cxnLst/>
              <a:rect l="l" t="t" r="r" b="b"/>
              <a:pathLst>
                <a:path w="605154" h="1174750">
                  <a:moveTo>
                    <a:pt x="329800" y="1174255"/>
                  </a:moveTo>
                  <a:lnTo>
                    <a:pt x="226914" y="1087613"/>
                  </a:lnTo>
                  <a:lnTo>
                    <a:pt x="263559" y="1062958"/>
                  </a:lnTo>
                  <a:lnTo>
                    <a:pt x="263559" y="1034077"/>
                  </a:lnTo>
                  <a:lnTo>
                    <a:pt x="226914" y="1008014"/>
                  </a:lnTo>
                  <a:lnTo>
                    <a:pt x="263559" y="985473"/>
                  </a:lnTo>
                  <a:lnTo>
                    <a:pt x="257921" y="976315"/>
                  </a:lnTo>
                  <a:lnTo>
                    <a:pt x="226209" y="955888"/>
                  </a:lnTo>
                  <a:lnTo>
                    <a:pt x="220571" y="891081"/>
                  </a:lnTo>
                  <a:lnTo>
                    <a:pt x="216344" y="884742"/>
                  </a:lnTo>
                  <a:lnTo>
                    <a:pt x="264263" y="847408"/>
                  </a:lnTo>
                  <a:lnTo>
                    <a:pt x="264263" y="815005"/>
                  </a:lnTo>
                  <a:lnTo>
                    <a:pt x="226209" y="776967"/>
                  </a:lnTo>
                  <a:lnTo>
                    <a:pt x="263559" y="743155"/>
                  </a:lnTo>
                  <a:lnTo>
                    <a:pt x="263559" y="709343"/>
                  </a:lnTo>
                  <a:lnTo>
                    <a:pt x="226914" y="665669"/>
                  </a:lnTo>
                  <a:lnTo>
                    <a:pt x="219867" y="594524"/>
                  </a:lnTo>
                  <a:lnTo>
                    <a:pt x="175470" y="594524"/>
                  </a:lnTo>
                  <a:lnTo>
                    <a:pt x="175470" y="498724"/>
                  </a:lnTo>
                  <a:lnTo>
                    <a:pt x="148692" y="498724"/>
                  </a:lnTo>
                  <a:lnTo>
                    <a:pt x="148692" y="414898"/>
                  </a:lnTo>
                  <a:lnTo>
                    <a:pt x="119094" y="414898"/>
                  </a:lnTo>
                  <a:lnTo>
                    <a:pt x="105705" y="374747"/>
                  </a:lnTo>
                  <a:lnTo>
                    <a:pt x="45805" y="374747"/>
                  </a:lnTo>
                  <a:lnTo>
                    <a:pt x="45805" y="339526"/>
                  </a:lnTo>
                  <a:lnTo>
                    <a:pt x="0" y="339526"/>
                  </a:lnTo>
                  <a:lnTo>
                    <a:pt x="0" y="173989"/>
                  </a:lnTo>
                  <a:lnTo>
                    <a:pt x="45100" y="173989"/>
                  </a:lnTo>
                  <a:lnTo>
                    <a:pt x="45100" y="150039"/>
                  </a:lnTo>
                  <a:lnTo>
                    <a:pt x="95839" y="150039"/>
                  </a:lnTo>
                  <a:lnTo>
                    <a:pt x="107818" y="139473"/>
                  </a:lnTo>
                  <a:lnTo>
                    <a:pt x="119799" y="112705"/>
                  </a:lnTo>
                  <a:lnTo>
                    <a:pt x="148692" y="112705"/>
                  </a:lnTo>
                  <a:lnTo>
                    <a:pt x="217048" y="0"/>
                  </a:lnTo>
                  <a:lnTo>
                    <a:pt x="399567" y="0"/>
                  </a:lnTo>
                  <a:lnTo>
                    <a:pt x="372586" y="35225"/>
                  </a:lnTo>
                  <a:lnTo>
                    <a:pt x="364882" y="45082"/>
                  </a:lnTo>
                  <a:lnTo>
                    <a:pt x="258626" y="45082"/>
                  </a:lnTo>
                  <a:lnTo>
                    <a:pt x="218457" y="116932"/>
                  </a:lnTo>
                  <a:lnTo>
                    <a:pt x="499556" y="116932"/>
                  </a:lnTo>
                  <a:lnTo>
                    <a:pt x="510205" y="150744"/>
                  </a:lnTo>
                  <a:lnTo>
                    <a:pt x="564467" y="150744"/>
                  </a:lnTo>
                  <a:lnTo>
                    <a:pt x="565079" y="173989"/>
                  </a:lnTo>
                  <a:lnTo>
                    <a:pt x="565172" y="177511"/>
                  </a:lnTo>
                  <a:lnTo>
                    <a:pt x="585608" y="178216"/>
                  </a:lnTo>
                  <a:lnTo>
                    <a:pt x="604635" y="178216"/>
                  </a:lnTo>
                  <a:lnTo>
                    <a:pt x="604635" y="342344"/>
                  </a:lnTo>
                  <a:lnTo>
                    <a:pt x="564467" y="343048"/>
                  </a:lnTo>
                  <a:lnTo>
                    <a:pt x="563820" y="374747"/>
                  </a:lnTo>
                  <a:lnTo>
                    <a:pt x="563763" y="377565"/>
                  </a:lnTo>
                  <a:lnTo>
                    <a:pt x="512319" y="377565"/>
                  </a:lnTo>
                  <a:lnTo>
                    <a:pt x="497520" y="418421"/>
                  </a:lnTo>
                  <a:lnTo>
                    <a:pt x="469332" y="419125"/>
                  </a:lnTo>
                  <a:lnTo>
                    <a:pt x="467308" y="498724"/>
                  </a:lnTo>
                  <a:lnTo>
                    <a:pt x="467218" y="502246"/>
                  </a:lnTo>
                  <a:lnTo>
                    <a:pt x="448191" y="502246"/>
                  </a:lnTo>
                  <a:lnTo>
                    <a:pt x="441849" y="514925"/>
                  </a:lnTo>
                  <a:lnTo>
                    <a:pt x="441849" y="598046"/>
                  </a:lnTo>
                  <a:lnTo>
                    <a:pt x="408023" y="598750"/>
                  </a:lnTo>
                  <a:lnTo>
                    <a:pt x="409533" y="955888"/>
                  </a:lnTo>
                  <a:lnTo>
                    <a:pt x="409658" y="985473"/>
                  </a:lnTo>
                  <a:lnTo>
                    <a:pt x="409753" y="1008014"/>
                  </a:lnTo>
                  <a:lnTo>
                    <a:pt x="409863" y="1034077"/>
                  </a:lnTo>
                  <a:lnTo>
                    <a:pt x="409985" y="1062958"/>
                  </a:lnTo>
                  <a:lnTo>
                    <a:pt x="410090" y="1087613"/>
                  </a:lnTo>
                  <a:lnTo>
                    <a:pt x="410137" y="1098883"/>
                  </a:lnTo>
                  <a:lnTo>
                    <a:pt x="329800" y="1174255"/>
                  </a:lnTo>
                  <a:close/>
                </a:path>
                <a:path w="605154" h="1174750">
                  <a:moveTo>
                    <a:pt x="499556" y="116932"/>
                  </a:moveTo>
                  <a:lnTo>
                    <a:pt x="401680" y="116932"/>
                  </a:lnTo>
                  <a:lnTo>
                    <a:pt x="364332" y="45786"/>
                  </a:lnTo>
                  <a:lnTo>
                    <a:pt x="364882" y="45082"/>
                  </a:lnTo>
                  <a:lnTo>
                    <a:pt x="365036" y="45082"/>
                  </a:lnTo>
                  <a:lnTo>
                    <a:pt x="372586" y="35225"/>
                  </a:lnTo>
                  <a:lnTo>
                    <a:pt x="399567" y="704"/>
                  </a:lnTo>
                  <a:lnTo>
                    <a:pt x="463694" y="112001"/>
                  </a:lnTo>
                  <a:lnTo>
                    <a:pt x="498225" y="112705"/>
                  </a:lnTo>
                  <a:lnTo>
                    <a:pt x="499556" y="116932"/>
                  </a:lnTo>
                  <a:close/>
                </a:path>
              </a:pathLst>
            </a:custGeom>
            <a:solidFill>
              <a:srgbClr val="FF9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8356792" y="5382937"/>
              <a:ext cx="605790" cy="1175385"/>
            </a:xfrm>
            <a:custGeom>
              <a:avLst/>
              <a:gdLst/>
              <a:ahLst/>
              <a:cxnLst/>
              <a:rect l="l" t="t" r="r" b="b"/>
              <a:pathLst>
                <a:path w="605790" h="1175384">
                  <a:moveTo>
                    <a:pt x="329801" y="1174960"/>
                  </a:moveTo>
                  <a:lnTo>
                    <a:pt x="226914" y="1087613"/>
                  </a:lnTo>
                  <a:lnTo>
                    <a:pt x="263559" y="1062958"/>
                  </a:lnTo>
                  <a:lnTo>
                    <a:pt x="263559" y="1034077"/>
                  </a:lnTo>
                  <a:lnTo>
                    <a:pt x="226914" y="1008014"/>
                  </a:lnTo>
                  <a:lnTo>
                    <a:pt x="263559" y="985473"/>
                  </a:lnTo>
                  <a:lnTo>
                    <a:pt x="257921" y="976316"/>
                  </a:lnTo>
                  <a:lnTo>
                    <a:pt x="226210" y="955888"/>
                  </a:lnTo>
                  <a:lnTo>
                    <a:pt x="220572" y="891082"/>
                  </a:lnTo>
                  <a:lnTo>
                    <a:pt x="216344" y="885446"/>
                  </a:lnTo>
                  <a:lnTo>
                    <a:pt x="264264" y="847408"/>
                  </a:lnTo>
                  <a:lnTo>
                    <a:pt x="264264" y="815005"/>
                  </a:lnTo>
                  <a:lnTo>
                    <a:pt x="226210" y="776967"/>
                  </a:lnTo>
                  <a:lnTo>
                    <a:pt x="263559" y="743155"/>
                  </a:lnTo>
                  <a:lnTo>
                    <a:pt x="263559" y="709343"/>
                  </a:lnTo>
                  <a:lnTo>
                    <a:pt x="226914" y="665670"/>
                  </a:lnTo>
                  <a:lnTo>
                    <a:pt x="219867" y="594524"/>
                  </a:lnTo>
                  <a:lnTo>
                    <a:pt x="175471" y="594524"/>
                  </a:lnTo>
                  <a:lnTo>
                    <a:pt x="175471" y="498724"/>
                  </a:lnTo>
                  <a:lnTo>
                    <a:pt x="149397" y="498724"/>
                  </a:lnTo>
                  <a:lnTo>
                    <a:pt x="149397" y="414899"/>
                  </a:lnTo>
                  <a:lnTo>
                    <a:pt x="119095" y="414899"/>
                  </a:lnTo>
                  <a:lnTo>
                    <a:pt x="105705" y="374747"/>
                  </a:lnTo>
                  <a:lnTo>
                    <a:pt x="45805" y="374747"/>
                  </a:lnTo>
                  <a:lnTo>
                    <a:pt x="45805" y="339526"/>
                  </a:lnTo>
                  <a:lnTo>
                    <a:pt x="0" y="339526"/>
                  </a:lnTo>
                  <a:lnTo>
                    <a:pt x="0" y="173989"/>
                  </a:lnTo>
                  <a:lnTo>
                    <a:pt x="45101" y="173989"/>
                  </a:lnTo>
                  <a:lnTo>
                    <a:pt x="45101" y="150039"/>
                  </a:lnTo>
                  <a:lnTo>
                    <a:pt x="95839" y="150039"/>
                  </a:lnTo>
                  <a:lnTo>
                    <a:pt x="107819" y="139473"/>
                  </a:lnTo>
                  <a:lnTo>
                    <a:pt x="119799" y="112706"/>
                  </a:lnTo>
                  <a:lnTo>
                    <a:pt x="149397" y="112706"/>
                  </a:lnTo>
                  <a:lnTo>
                    <a:pt x="217048" y="0"/>
                  </a:lnTo>
                  <a:lnTo>
                    <a:pt x="399567" y="0"/>
                  </a:lnTo>
                  <a:lnTo>
                    <a:pt x="372586" y="35225"/>
                  </a:lnTo>
                  <a:lnTo>
                    <a:pt x="364882" y="45082"/>
                  </a:lnTo>
                  <a:lnTo>
                    <a:pt x="258626" y="45082"/>
                  </a:lnTo>
                  <a:lnTo>
                    <a:pt x="218458" y="116932"/>
                  </a:lnTo>
                  <a:lnTo>
                    <a:pt x="499557" y="116932"/>
                  </a:lnTo>
                  <a:lnTo>
                    <a:pt x="510206" y="150744"/>
                  </a:lnTo>
                  <a:lnTo>
                    <a:pt x="564467" y="150744"/>
                  </a:lnTo>
                  <a:lnTo>
                    <a:pt x="565079" y="173989"/>
                  </a:lnTo>
                  <a:lnTo>
                    <a:pt x="565172" y="177512"/>
                  </a:lnTo>
                  <a:lnTo>
                    <a:pt x="585609" y="178216"/>
                  </a:lnTo>
                  <a:lnTo>
                    <a:pt x="605341" y="178216"/>
                  </a:lnTo>
                  <a:lnTo>
                    <a:pt x="605341" y="342344"/>
                  </a:lnTo>
                  <a:lnTo>
                    <a:pt x="564467" y="343049"/>
                  </a:lnTo>
                  <a:lnTo>
                    <a:pt x="563820" y="374747"/>
                  </a:lnTo>
                  <a:lnTo>
                    <a:pt x="563763" y="377565"/>
                  </a:lnTo>
                  <a:lnTo>
                    <a:pt x="512319" y="377565"/>
                  </a:lnTo>
                  <a:lnTo>
                    <a:pt x="497521" y="418421"/>
                  </a:lnTo>
                  <a:lnTo>
                    <a:pt x="469333" y="419125"/>
                  </a:lnTo>
                  <a:lnTo>
                    <a:pt x="467308" y="498724"/>
                  </a:lnTo>
                  <a:lnTo>
                    <a:pt x="467218" y="502246"/>
                  </a:lnTo>
                  <a:lnTo>
                    <a:pt x="448192" y="502246"/>
                  </a:lnTo>
                  <a:lnTo>
                    <a:pt x="443259" y="509290"/>
                  </a:lnTo>
                  <a:lnTo>
                    <a:pt x="443259" y="598750"/>
                  </a:lnTo>
                  <a:lnTo>
                    <a:pt x="408023" y="598750"/>
                  </a:lnTo>
                  <a:lnTo>
                    <a:pt x="409533" y="955888"/>
                  </a:lnTo>
                  <a:lnTo>
                    <a:pt x="409658" y="985473"/>
                  </a:lnTo>
                  <a:lnTo>
                    <a:pt x="409753" y="1008014"/>
                  </a:lnTo>
                  <a:lnTo>
                    <a:pt x="409863" y="1034077"/>
                  </a:lnTo>
                  <a:lnTo>
                    <a:pt x="409985" y="1062958"/>
                  </a:lnTo>
                  <a:lnTo>
                    <a:pt x="410090" y="1087613"/>
                  </a:lnTo>
                  <a:lnTo>
                    <a:pt x="410137" y="1098883"/>
                  </a:lnTo>
                  <a:lnTo>
                    <a:pt x="329801" y="1174960"/>
                  </a:lnTo>
                  <a:close/>
                </a:path>
                <a:path w="605790" h="1175384">
                  <a:moveTo>
                    <a:pt x="499557" y="116932"/>
                  </a:moveTo>
                  <a:lnTo>
                    <a:pt x="401681" y="116932"/>
                  </a:lnTo>
                  <a:lnTo>
                    <a:pt x="364332" y="45786"/>
                  </a:lnTo>
                  <a:lnTo>
                    <a:pt x="364882" y="45082"/>
                  </a:lnTo>
                  <a:lnTo>
                    <a:pt x="365036" y="45082"/>
                  </a:lnTo>
                  <a:lnTo>
                    <a:pt x="372586" y="35225"/>
                  </a:lnTo>
                  <a:lnTo>
                    <a:pt x="399567" y="704"/>
                  </a:lnTo>
                  <a:lnTo>
                    <a:pt x="464400" y="112001"/>
                  </a:lnTo>
                  <a:lnTo>
                    <a:pt x="498226" y="112706"/>
                  </a:lnTo>
                  <a:lnTo>
                    <a:pt x="499557" y="116932"/>
                  </a:lnTo>
                  <a:close/>
                </a:path>
              </a:pathLst>
            </a:custGeom>
            <a:solidFill>
              <a:srgbClr val="BF7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8441356" y="5571719"/>
              <a:ext cx="427990" cy="134620"/>
            </a:xfrm>
            <a:custGeom>
              <a:avLst/>
              <a:gdLst/>
              <a:ahLst/>
              <a:cxnLst/>
              <a:rect l="l" t="t" r="r" b="b"/>
              <a:pathLst>
                <a:path w="427990" h="134620">
                  <a:moveTo>
                    <a:pt x="34530" y="134542"/>
                  </a:moveTo>
                  <a:lnTo>
                    <a:pt x="0" y="69736"/>
                  </a:lnTo>
                  <a:lnTo>
                    <a:pt x="37349" y="0"/>
                  </a:lnTo>
                  <a:lnTo>
                    <a:pt x="427755" y="0"/>
                  </a:lnTo>
                  <a:lnTo>
                    <a:pt x="424232" y="4930"/>
                  </a:lnTo>
                  <a:lnTo>
                    <a:pt x="41577" y="4930"/>
                  </a:lnTo>
                  <a:lnTo>
                    <a:pt x="7046" y="69736"/>
                  </a:lnTo>
                  <a:lnTo>
                    <a:pt x="40872" y="130316"/>
                  </a:lnTo>
                  <a:lnTo>
                    <a:pt x="34530" y="134542"/>
                  </a:lnTo>
                  <a:close/>
                </a:path>
              </a:pathLst>
            </a:custGeom>
            <a:solidFill>
              <a:srgbClr val="BF7F3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8404708" y="5524525"/>
              <a:ext cx="514350" cy="1005205"/>
            </a:xfrm>
            <a:custGeom>
              <a:avLst/>
              <a:gdLst/>
              <a:ahLst/>
              <a:cxnLst/>
              <a:rect l="l" t="t" r="r" b="b"/>
              <a:pathLst>
                <a:path w="514350" h="1005204">
                  <a:moveTo>
                    <a:pt x="248056" y="362077"/>
                  </a:moveTo>
                  <a:lnTo>
                    <a:pt x="234670" y="381800"/>
                  </a:lnTo>
                  <a:lnTo>
                    <a:pt x="236067" y="993927"/>
                  </a:lnTo>
                  <a:lnTo>
                    <a:pt x="247345" y="1003795"/>
                  </a:lnTo>
                  <a:lnTo>
                    <a:pt x="248056" y="362077"/>
                  </a:lnTo>
                  <a:close/>
                </a:path>
                <a:path w="514350" h="1005204">
                  <a:moveTo>
                    <a:pt x="320636" y="994638"/>
                  </a:moveTo>
                  <a:lnTo>
                    <a:pt x="318528" y="378980"/>
                  </a:lnTo>
                  <a:lnTo>
                    <a:pt x="308660" y="429691"/>
                  </a:lnTo>
                  <a:lnTo>
                    <a:pt x="310070" y="1005205"/>
                  </a:lnTo>
                  <a:lnTo>
                    <a:pt x="320636" y="994638"/>
                  </a:lnTo>
                  <a:close/>
                </a:path>
                <a:path w="514350" h="1005204">
                  <a:moveTo>
                    <a:pt x="451713" y="0"/>
                  </a:moveTo>
                  <a:lnTo>
                    <a:pt x="50736" y="0"/>
                  </a:lnTo>
                  <a:lnTo>
                    <a:pt x="50736" y="7048"/>
                  </a:lnTo>
                  <a:lnTo>
                    <a:pt x="451713" y="7048"/>
                  </a:lnTo>
                  <a:lnTo>
                    <a:pt x="451713" y="0"/>
                  </a:lnTo>
                  <a:close/>
                </a:path>
                <a:path w="514350" h="1005204">
                  <a:moveTo>
                    <a:pt x="498221" y="110604"/>
                  </a:moveTo>
                  <a:lnTo>
                    <a:pt x="463689" y="46494"/>
                  </a:lnTo>
                  <a:lnTo>
                    <a:pt x="457352" y="50723"/>
                  </a:lnTo>
                  <a:lnTo>
                    <a:pt x="491172" y="110604"/>
                  </a:lnTo>
                  <a:lnTo>
                    <a:pt x="456641" y="176110"/>
                  </a:lnTo>
                  <a:lnTo>
                    <a:pt x="73990" y="176110"/>
                  </a:lnTo>
                  <a:lnTo>
                    <a:pt x="70472" y="181038"/>
                  </a:lnTo>
                  <a:lnTo>
                    <a:pt x="460870" y="181038"/>
                  </a:lnTo>
                  <a:lnTo>
                    <a:pt x="498221" y="110604"/>
                  </a:lnTo>
                  <a:close/>
                </a:path>
                <a:path w="514350" h="1005204">
                  <a:moveTo>
                    <a:pt x="513727" y="26771"/>
                  </a:moveTo>
                  <a:lnTo>
                    <a:pt x="0" y="26771"/>
                  </a:lnTo>
                  <a:lnTo>
                    <a:pt x="0" y="33108"/>
                  </a:lnTo>
                  <a:lnTo>
                    <a:pt x="513727" y="33108"/>
                  </a:lnTo>
                  <a:lnTo>
                    <a:pt x="513727" y="26771"/>
                  </a:lnTo>
                  <a:close/>
                </a:path>
              </a:pathLst>
            </a:custGeom>
            <a:solidFill>
              <a:srgbClr val="FF9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8403997" y="5723877"/>
              <a:ext cx="516890" cy="833119"/>
            </a:xfrm>
            <a:custGeom>
              <a:avLst/>
              <a:gdLst/>
              <a:ahLst/>
              <a:cxnLst/>
              <a:rect l="l" t="t" r="r" b="b"/>
              <a:pathLst>
                <a:path w="516890" h="833120">
                  <a:moveTo>
                    <a:pt x="319239" y="181038"/>
                  </a:moveTo>
                  <a:lnTo>
                    <a:pt x="279768" y="249364"/>
                  </a:lnTo>
                  <a:lnTo>
                    <a:pt x="282587" y="832612"/>
                  </a:lnTo>
                  <a:lnTo>
                    <a:pt x="294576" y="820648"/>
                  </a:lnTo>
                  <a:lnTo>
                    <a:pt x="294576" y="259930"/>
                  </a:lnTo>
                  <a:lnTo>
                    <a:pt x="310070" y="223304"/>
                  </a:lnTo>
                  <a:lnTo>
                    <a:pt x="319239" y="181038"/>
                  </a:lnTo>
                  <a:close/>
                </a:path>
                <a:path w="516890" h="833120">
                  <a:moveTo>
                    <a:pt x="403796" y="157086"/>
                  </a:moveTo>
                  <a:lnTo>
                    <a:pt x="128257" y="157086"/>
                  </a:lnTo>
                  <a:lnTo>
                    <a:pt x="128257" y="168351"/>
                  </a:lnTo>
                  <a:lnTo>
                    <a:pt x="156451" y="168351"/>
                  </a:lnTo>
                  <a:lnTo>
                    <a:pt x="156451" y="233159"/>
                  </a:lnTo>
                  <a:lnTo>
                    <a:pt x="174764" y="255003"/>
                  </a:lnTo>
                  <a:lnTo>
                    <a:pt x="180403" y="186677"/>
                  </a:lnTo>
                  <a:lnTo>
                    <a:pt x="235381" y="186677"/>
                  </a:lnTo>
                  <a:lnTo>
                    <a:pt x="248056" y="168351"/>
                  </a:lnTo>
                  <a:lnTo>
                    <a:pt x="396748" y="168351"/>
                  </a:lnTo>
                  <a:lnTo>
                    <a:pt x="403796" y="157086"/>
                  </a:lnTo>
                  <a:close/>
                </a:path>
                <a:path w="516890" h="833120">
                  <a:moveTo>
                    <a:pt x="421411" y="77482"/>
                  </a:moveTo>
                  <a:lnTo>
                    <a:pt x="105714" y="77482"/>
                  </a:lnTo>
                  <a:lnTo>
                    <a:pt x="105714" y="91579"/>
                  </a:lnTo>
                  <a:lnTo>
                    <a:pt x="421411" y="91579"/>
                  </a:lnTo>
                  <a:lnTo>
                    <a:pt x="421411" y="77482"/>
                  </a:lnTo>
                  <a:close/>
                </a:path>
                <a:path w="516890" h="833120">
                  <a:moveTo>
                    <a:pt x="466521" y="32410"/>
                  </a:moveTo>
                  <a:lnTo>
                    <a:pt x="59194" y="33108"/>
                  </a:lnTo>
                  <a:lnTo>
                    <a:pt x="62725" y="45783"/>
                  </a:lnTo>
                  <a:lnTo>
                    <a:pt x="462292" y="45085"/>
                  </a:lnTo>
                  <a:lnTo>
                    <a:pt x="466521" y="32410"/>
                  </a:lnTo>
                  <a:close/>
                </a:path>
                <a:path w="516890" h="833120">
                  <a:moveTo>
                    <a:pt x="516547" y="0"/>
                  </a:moveTo>
                  <a:lnTo>
                    <a:pt x="0" y="0"/>
                  </a:lnTo>
                  <a:lnTo>
                    <a:pt x="0" y="15494"/>
                  </a:lnTo>
                  <a:lnTo>
                    <a:pt x="516547" y="15494"/>
                  </a:lnTo>
                  <a:lnTo>
                    <a:pt x="516547" y="0"/>
                  </a:lnTo>
                  <a:close/>
                </a:path>
              </a:pathLst>
            </a:custGeom>
            <a:solidFill>
              <a:srgbClr val="BF7F3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7969490" y="2910470"/>
              <a:ext cx="217170" cy="789305"/>
            </a:xfrm>
            <a:custGeom>
              <a:avLst/>
              <a:gdLst/>
              <a:ahLst/>
              <a:cxnLst/>
              <a:rect l="l" t="t" r="r" b="b"/>
              <a:pathLst>
                <a:path w="217170" h="789304">
                  <a:moveTo>
                    <a:pt x="108441" y="0"/>
                  </a:moveTo>
                  <a:lnTo>
                    <a:pt x="0" y="197196"/>
                  </a:lnTo>
                  <a:lnTo>
                    <a:pt x="54221" y="197196"/>
                  </a:lnTo>
                  <a:lnTo>
                    <a:pt x="54221" y="788785"/>
                  </a:lnTo>
                  <a:lnTo>
                    <a:pt x="162662" y="788785"/>
                  </a:lnTo>
                  <a:lnTo>
                    <a:pt x="162662" y="197196"/>
                  </a:lnTo>
                  <a:lnTo>
                    <a:pt x="216882" y="197196"/>
                  </a:lnTo>
                  <a:lnTo>
                    <a:pt x="108441" y="0"/>
                  </a:lnTo>
                  <a:close/>
                </a:path>
              </a:pathLst>
            </a:custGeom>
            <a:solidFill>
              <a:srgbClr val="FFD3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7969489" y="2910470"/>
              <a:ext cx="217170" cy="789305"/>
            </a:xfrm>
            <a:custGeom>
              <a:avLst/>
              <a:gdLst/>
              <a:ahLst/>
              <a:cxnLst/>
              <a:rect l="l" t="t" r="r" b="b"/>
              <a:pathLst>
                <a:path w="217170" h="789304">
                  <a:moveTo>
                    <a:pt x="0" y="197196"/>
                  </a:moveTo>
                  <a:lnTo>
                    <a:pt x="108442" y="0"/>
                  </a:lnTo>
                  <a:lnTo>
                    <a:pt x="216884" y="197196"/>
                  </a:lnTo>
                  <a:lnTo>
                    <a:pt x="162664" y="197196"/>
                  </a:lnTo>
                  <a:lnTo>
                    <a:pt x="162664" y="788785"/>
                  </a:lnTo>
                  <a:lnTo>
                    <a:pt x="54221" y="788785"/>
                  </a:lnTo>
                  <a:lnTo>
                    <a:pt x="54221" y="197196"/>
                  </a:lnTo>
                  <a:lnTo>
                    <a:pt x="0" y="197196"/>
                  </a:lnTo>
                  <a:close/>
                </a:path>
              </a:pathLst>
            </a:custGeom>
            <a:ln w="13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37" name="object 3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62485" y="1469775"/>
            <a:ext cx="3913163" cy="587076"/>
          </a:xfrm>
          <a:prstGeom prst="rect">
            <a:avLst/>
          </a:prstGeom>
        </p:spPr>
      </p:pic>
      <p:grpSp>
        <p:nvGrpSpPr>
          <p:cNvPr id="38" name="object 38"/>
          <p:cNvGrpSpPr/>
          <p:nvPr/>
        </p:nvGrpSpPr>
        <p:grpSpPr>
          <a:xfrm>
            <a:off x="1830912" y="2257466"/>
            <a:ext cx="3988435" cy="4300855"/>
            <a:chOff x="1830912" y="2257466"/>
            <a:chExt cx="3988435" cy="4300855"/>
          </a:xfrm>
        </p:grpSpPr>
        <p:sp>
          <p:nvSpPr>
            <p:cNvPr id="39" name="object 39"/>
            <p:cNvSpPr/>
            <p:nvPr/>
          </p:nvSpPr>
          <p:spPr>
            <a:xfrm>
              <a:off x="1837580" y="4460105"/>
              <a:ext cx="394335" cy="317500"/>
            </a:xfrm>
            <a:custGeom>
              <a:avLst/>
              <a:gdLst/>
              <a:ahLst/>
              <a:cxnLst/>
              <a:rect l="l" t="t" r="r" b="b"/>
              <a:pathLst>
                <a:path w="394335" h="317500">
                  <a:moveTo>
                    <a:pt x="295751" y="0"/>
                  </a:moveTo>
                  <a:lnTo>
                    <a:pt x="295751" y="79289"/>
                  </a:lnTo>
                  <a:lnTo>
                    <a:pt x="0" y="79289"/>
                  </a:lnTo>
                  <a:lnTo>
                    <a:pt x="0" y="237867"/>
                  </a:lnTo>
                  <a:lnTo>
                    <a:pt x="295751" y="237867"/>
                  </a:lnTo>
                  <a:lnTo>
                    <a:pt x="295751" y="317157"/>
                  </a:lnTo>
                  <a:lnTo>
                    <a:pt x="394335" y="158578"/>
                  </a:lnTo>
                  <a:lnTo>
                    <a:pt x="29575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1837580" y="4460104"/>
              <a:ext cx="394335" cy="317500"/>
            </a:xfrm>
            <a:custGeom>
              <a:avLst/>
              <a:gdLst/>
              <a:ahLst/>
              <a:cxnLst/>
              <a:rect l="l" t="t" r="r" b="b"/>
              <a:pathLst>
                <a:path w="394335" h="317500">
                  <a:moveTo>
                    <a:pt x="0" y="79289"/>
                  </a:moveTo>
                  <a:lnTo>
                    <a:pt x="295751" y="79289"/>
                  </a:lnTo>
                  <a:lnTo>
                    <a:pt x="295751" y="0"/>
                  </a:lnTo>
                  <a:lnTo>
                    <a:pt x="394334" y="158578"/>
                  </a:lnTo>
                  <a:lnTo>
                    <a:pt x="295751" y="317156"/>
                  </a:lnTo>
                  <a:lnTo>
                    <a:pt x="295751" y="237867"/>
                  </a:lnTo>
                  <a:lnTo>
                    <a:pt x="0" y="237867"/>
                  </a:lnTo>
                  <a:lnTo>
                    <a:pt x="0" y="79289"/>
                  </a:lnTo>
                  <a:close/>
                </a:path>
              </a:pathLst>
            </a:custGeom>
            <a:ln w="1314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3276903" y="4376296"/>
              <a:ext cx="394335" cy="317500"/>
            </a:xfrm>
            <a:custGeom>
              <a:avLst/>
              <a:gdLst/>
              <a:ahLst/>
              <a:cxnLst/>
              <a:rect l="l" t="t" r="r" b="b"/>
              <a:pathLst>
                <a:path w="394335" h="317500">
                  <a:moveTo>
                    <a:pt x="295749" y="0"/>
                  </a:moveTo>
                  <a:lnTo>
                    <a:pt x="295749" y="79288"/>
                  </a:lnTo>
                  <a:lnTo>
                    <a:pt x="0" y="79288"/>
                  </a:lnTo>
                  <a:lnTo>
                    <a:pt x="0" y="237868"/>
                  </a:lnTo>
                  <a:lnTo>
                    <a:pt x="295749" y="237868"/>
                  </a:lnTo>
                  <a:lnTo>
                    <a:pt x="295749" y="317157"/>
                  </a:lnTo>
                  <a:lnTo>
                    <a:pt x="394334" y="158578"/>
                  </a:lnTo>
                  <a:lnTo>
                    <a:pt x="29574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3276902" y="4376296"/>
              <a:ext cx="394335" cy="317500"/>
            </a:xfrm>
            <a:custGeom>
              <a:avLst/>
              <a:gdLst/>
              <a:ahLst/>
              <a:cxnLst/>
              <a:rect l="l" t="t" r="r" b="b"/>
              <a:pathLst>
                <a:path w="394335" h="317500">
                  <a:moveTo>
                    <a:pt x="0" y="79289"/>
                  </a:moveTo>
                  <a:lnTo>
                    <a:pt x="295751" y="79289"/>
                  </a:lnTo>
                  <a:lnTo>
                    <a:pt x="295751" y="0"/>
                  </a:lnTo>
                  <a:lnTo>
                    <a:pt x="394334" y="158578"/>
                  </a:lnTo>
                  <a:lnTo>
                    <a:pt x="295751" y="317157"/>
                  </a:lnTo>
                  <a:lnTo>
                    <a:pt x="295751" y="237868"/>
                  </a:lnTo>
                  <a:lnTo>
                    <a:pt x="0" y="237868"/>
                  </a:lnTo>
                  <a:lnTo>
                    <a:pt x="0" y="79289"/>
                  </a:lnTo>
                  <a:close/>
                </a:path>
              </a:pathLst>
            </a:custGeom>
            <a:ln w="1314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2685401" y="5378711"/>
              <a:ext cx="197485" cy="927100"/>
            </a:xfrm>
            <a:custGeom>
              <a:avLst/>
              <a:gdLst/>
              <a:ahLst/>
              <a:cxnLst/>
              <a:rect l="l" t="t" r="r" b="b"/>
              <a:pathLst>
                <a:path w="197485" h="927100">
                  <a:moveTo>
                    <a:pt x="98582" y="0"/>
                  </a:moveTo>
                  <a:lnTo>
                    <a:pt x="0" y="231705"/>
                  </a:lnTo>
                  <a:lnTo>
                    <a:pt x="49291" y="231705"/>
                  </a:lnTo>
                  <a:lnTo>
                    <a:pt x="49291" y="926822"/>
                  </a:lnTo>
                  <a:lnTo>
                    <a:pt x="147874" y="926822"/>
                  </a:lnTo>
                  <a:lnTo>
                    <a:pt x="147874" y="231705"/>
                  </a:lnTo>
                  <a:lnTo>
                    <a:pt x="197166" y="231705"/>
                  </a:lnTo>
                  <a:lnTo>
                    <a:pt x="98582" y="0"/>
                  </a:lnTo>
                  <a:close/>
                </a:path>
              </a:pathLst>
            </a:custGeom>
            <a:solidFill>
              <a:srgbClr val="FF26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/>
            <p:cNvSpPr/>
            <p:nvPr/>
          </p:nvSpPr>
          <p:spPr>
            <a:xfrm>
              <a:off x="2685400" y="5378710"/>
              <a:ext cx="197485" cy="927100"/>
            </a:xfrm>
            <a:custGeom>
              <a:avLst/>
              <a:gdLst/>
              <a:ahLst/>
              <a:cxnLst/>
              <a:rect l="l" t="t" r="r" b="b"/>
              <a:pathLst>
                <a:path w="197485" h="927100">
                  <a:moveTo>
                    <a:pt x="0" y="231706"/>
                  </a:moveTo>
                  <a:lnTo>
                    <a:pt x="98583" y="0"/>
                  </a:lnTo>
                  <a:lnTo>
                    <a:pt x="197167" y="231706"/>
                  </a:lnTo>
                  <a:lnTo>
                    <a:pt x="147875" y="231706"/>
                  </a:lnTo>
                  <a:lnTo>
                    <a:pt x="147875" y="926822"/>
                  </a:lnTo>
                  <a:lnTo>
                    <a:pt x="49291" y="926822"/>
                  </a:lnTo>
                  <a:lnTo>
                    <a:pt x="49291" y="231706"/>
                  </a:lnTo>
                  <a:lnTo>
                    <a:pt x="0" y="231706"/>
                  </a:lnTo>
                  <a:close/>
                </a:path>
              </a:pathLst>
            </a:custGeom>
            <a:ln w="13144">
              <a:solidFill>
                <a:srgbClr val="FF26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/>
            <p:cNvSpPr/>
            <p:nvPr/>
          </p:nvSpPr>
          <p:spPr>
            <a:xfrm>
              <a:off x="5137378" y="2481276"/>
              <a:ext cx="675005" cy="1524635"/>
            </a:xfrm>
            <a:custGeom>
              <a:avLst/>
              <a:gdLst/>
              <a:ahLst/>
              <a:cxnLst/>
              <a:rect l="l" t="t" r="r" b="b"/>
              <a:pathLst>
                <a:path w="675004" h="1524635">
                  <a:moveTo>
                    <a:pt x="0" y="887510"/>
                  </a:moveTo>
                  <a:lnTo>
                    <a:pt x="115489" y="1524063"/>
                  </a:lnTo>
                  <a:lnTo>
                    <a:pt x="674729" y="1320741"/>
                  </a:lnTo>
                  <a:lnTo>
                    <a:pt x="506050" y="1212434"/>
                  </a:lnTo>
                  <a:lnTo>
                    <a:pt x="530474" y="1152130"/>
                  </a:lnTo>
                  <a:lnTo>
                    <a:pt x="552769" y="1092630"/>
                  </a:lnTo>
                  <a:lnTo>
                    <a:pt x="572950" y="1034000"/>
                  </a:lnTo>
                  <a:lnTo>
                    <a:pt x="584916" y="995815"/>
                  </a:lnTo>
                  <a:lnTo>
                    <a:pt x="168678" y="995815"/>
                  </a:lnTo>
                  <a:lnTo>
                    <a:pt x="0" y="887510"/>
                  </a:lnTo>
                  <a:close/>
                </a:path>
                <a:path w="675004" h="1524635">
                  <a:moveTo>
                    <a:pt x="260052" y="0"/>
                  </a:moveTo>
                  <a:lnTo>
                    <a:pt x="287783" y="68198"/>
                  </a:lnTo>
                  <a:lnTo>
                    <a:pt x="298711" y="105068"/>
                  </a:lnTo>
                  <a:lnTo>
                    <a:pt x="307649" y="143514"/>
                  </a:lnTo>
                  <a:lnTo>
                    <a:pt x="314725" y="183979"/>
                  </a:lnTo>
                  <a:lnTo>
                    <a:pt x="319825" y="225871"/>
                  </a:lnTo>
                  <a:lnTo>
                    <a:pt x="322997" y="269289"/>
                  </a:lnTo>
                  <a:lnTo>
                    <a:pt x="324246" y="314159"/>
                  </a:lnTo>
                  <a:lnTo>
                    <a:pt x="323580" y="360406"/>
                  </a:lnTo>
                  <a:lnTo>
                    <a:pt x="321006" y="407957"/>
                  </a:lnTo>
                  <a:lnTo>
                    <a:pt x="316530" y="456736"/>
                  </a:lnTo>
                  <a:lnTo>
                    <a:pt x="310160" y="506671"/>
                  </a:lnTo>
                  <a:lnTo>
                    <a:pt x="301901" y="557686"/>
                  </a:lnTo>
                  <a:lnTo>
                    <a:pt x="291761" y="609708"/>
                  </a:lnTo>
                  <a:lnTo>
                    <a:pt x="279747" y="662662"/>
                  </a:lnTo>
                  <a:lnTo>
                    <a:pt x="265865" y="716474"/>
                  </a:lnTo>
                  <a:lnTo>
                    <a:pt x="250122" y="771071"/>
                  </a:lnTo>
                  <a:lnTo>
                    <a:pt x="232525" y="826378"/>
                  </a:lnTo>
                  <a:lnTo>
                    <a:pt x="213081" y="882320"/>
                  </a:lnTo>
                  <a:lnTo>
                    <a:pt x="191796" y="938824"/>
                  </a:lnTo>
                  <a:lnTo>
                    <a:pt x="168678" y="995815"/>
                  </a:lnTo>
                  <a:lnTo>
                    <a:pt x="584916" y="995815"/>
                  </a:lnTo>
                  <a:lnTo>
                    <a:pt x="607020" y="919606"/>
                  </a:lnTo>
                  <a:lnTo>
                    <a:pt x="620935" y="863972"/>
                  </a:lnTo>
                  <a:lnTo>
                    <a:pt x="632788" y="809465"/>
                  </a:lnTo>
                  <a:lnTo>
                    <a:pt x="642592" y="756151"/>
                  </a:lnTo>
                  <a:lnTo>
                    <a:pt x="650359" y="704094"/>
                  </a:lnTo>
                  <a:lnTo>
                    <a:pt x="656104" y="653359"/>
                  </a:lnTo>
                  <a:lnTo>
                    <a:pt x="659838" y="604011"/>
                  </a:lnTo>
                  <a:lnTo>
                    <a:pt x="661519" y="557686"/>
                  </a:lnTo>
                  <a:lnTo>
                    <a:pt x="661576" y="556114"/>
                  </a:lnTo>
                  <a:lnTo>
                    <a:pt x="661330" y="509733"/>
                  </a:lnTo>
                  <a:lnTo>
                    <a:pt x="659114" y="464932"/>
                  </a:lnTo>
                  <a:lnTo>
                    <a:pt x="654940" y="421776"/>
                  </a:lnTo>
                  <a:lnTo>
                    <a:pt x="648822" y="380330"/>
                  </a:lnTo>
                  <a:lnTo>
                    <a:pt x="640773" y="340659"/>
                  </a:lnTo>
                  <a:lnTo>
                    <a:pt x="630806" y="302826"/>
                  </a:lnTo>
                  <a:lnTo>
                    <a:pt x="605170" y="232938"/>
                  </a:lnTo>
                  <a:lnTo>
                    <a:pt x="572019" y="171181"/>
                  </a:lnTo>
                  <a:lnTo>
                    <a:pt x="531458" y="118074"/>
                  </a:lnTo>
                  <a:lnTo>
                    <a:pt x="483593" y="74134"/>
                  </a:lnTo>
                  <a:lnTo>
                    <a:pt x="428527" y="39878"/>
                  </a:lnTo>
                  <a:lnTo>
                    <a:pt x="366367" y="15823"/>
                  </a:lnTo>
                  <a:lnTo>
                    <a:pt x="297216" y="2487"/>
                  </a:lnTo>
                  <a:lnTo>
                    <a:pt x="260052" y="0"/>
                  </a:lnTo>
                  <a:close/>
                </a:path>
              </a:pathLst>
            </a:custGeom>
            <a:solidFill>
              <a:srgbClr val="FFFB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/>
            <p:cNvSpPr/>
            <p:nvPr/>
          </p:nvSpPr>
          <p:spPr>
            <a:xfrm>
              <a:off x="3903394" y="2264133"/>
              <a:ext cx="1694814" cy="1091565"/>
            </a:xfrm>
            <a:custGeom>
              <a:avLst/>
              <a:gdLst/>
              <a:ahLst/>
              <a:cxnLst/>
              <a:rect l="l" t="t" r="r" b="b"/>
              <a:pathLst>
                <a:path w="1694814" h="1091564">
                  <a:moveTo>
                    <a:pt x="1145170" y="0"/>
                  </a:moveTo>
                  <a:lnTo>
                    <a:pt x="1076095" y="4207"/>
                  </a:lnTo>
                  <a:lnTo>
                    <a:pt x="1004068" y="17294"/>
                  </a:lnTo>
                  <a:lnTo>
                    <a:pt x="967086" y="27084"/>
                  </a:lnTo>
                  <a:lnTo>
                    <a:pt x="929532" y="38994"/>
                  </a:lnTo>
                  <a:lnTo>
                    <a:pt x="891461" y="52992"/>
                  </a:lnTo>
                  <a:lnTo>
                    <a:pt x="852928" y="69043"/>
                  </a:lnTo>
                  <a:lnTo>
                    <a:pt x="813988" y="87116"/>
                  </a:lnTo>
                  <a:lnTo>
                    <a:pt x="774697" y="107176"/>
                  </a:lnTo>
                  <a:lnTo>
                    <a:pt x="735109" y="129191"/>
                  </a:lnTo>
                  <a:lnTo>
                    <a:pt x="695280" y="153127"/>
                  </a:lnTo>
                  <a:lnTo>
                    <a:pt x="655265" y="178951"/>
                  </a:lnTo>
                  <a:lnTo>
                    <a:pt x="615119" y="206630"/>
                  </a:lnTo>
                  <a:lnTo>
                    <a:pt x="574897" y="236132"/>
                  </a:lnTo>
                  <a:lnTo>
                    <a:pt x="534654" y="267422"/>
                  </a:lnTo>
                  <a:lnTo>
                    <a:pt x="494447" y="300467"/>
                  </a:lnTo>
                  <a:lnTo>
                    <a:pt x="454329" y="335235"/>
                  </a:lnTo>
                  <a:lnTo>
                    <a:pt x="414356" y="371693"/>
                  </a:lnTo>
                  <a:lnTo>
                    <a:pt x="374583" y="409806"/>
                  </a:lnTo>
                  <a:lnTo>
                    <a:pt x="335065" y="449543"/>
                  </a:lnTo>
                  <a:lnTo>
                    <a:pt x="295858" y="490869"/>
                  </a:lnTo>
                  <a:lnTo>
                    <a:pt x="257017" y="533752"/>
                  </a:lnTo>
                  <a:lnTo>
                    <a:pt x="218596" y="578158"/>
                  </a:lnTo>
                  <a:lnTo>
                    <a:pt x="180652" y="624055"/>
                  </a:lnTo>
                  <a:lnTo>
                    <a:pt x="143238" y="671409"/>
                  </a:lnTo>
                  <a:lnTo>
                    <a:pt x="106411" y="720187"/>
                  </a:lnTo>
                  <a:lnTo>
                    <a:pt x="70226" y="770356"/>
                  </a:lnTo>
                  <a:lnTo>
                    <a:pt x="34737" y="821883"/>
                  </a:lnTo>
                  <a:lnTo>
                    <a:pt x="0" y="874734"/>
                  </a:lnTo>
                  <a:lnTo>
                    <a:pt x="337370" y="1091354"/>
                  </a:lnTo>
                  <a:lnTo>
                    <a:pt x="372107" y="1038503"/>
                  </a:lnTo>
                  <a:lnTo>
                    <a:pt x="407596" y="986976"/>
                  </a:lnTo>
                  <a:lnTo>
                    <a:pt x="443782" y="936807"/>
                  </a:lnTo>
                  <a:lnTo>
                    <a:pt x="480609" y="888029"/>
                  </a:lnTo>
                  <a:lnTo>
                    <a:pt x="518023" y="840675"/>
                  </a:lnTo>
                  <a:lnTo>
                    <a:pt x="555967" y="794778"/>
                  </a:lnTo>
                  <a:lnTo>
                    <a:pt x="594388" y="750372"/>
                  </a:lnTo>
                  <a:lnTo>
                    <a:pt x="633230" y="707489"/>
                  </a:lnTo>
                  <a:lnTo>
                    <a:pt x="672437" y="666163"/>
                  </a:lnTo>
                  <a:lnTo>
                    <a:pt x="711954" y="626426"/>
                  </a:lnTo>
                  <a:lnTo>
                    <a:pt x="751727" y="588313"/>
                  </a:lnTo>
                  <a:lnTo>
                    <a:pt x="791700" y="551855"/>
                  </a:lnTo>
                  <a:lnTo>
                    <a:pt x="831818" y="517087"/>
                  </a:lnTo>
                  <a:lnTo>
                    <a:pt x="872026" y="484042"/>
                  </a:lnTo>
                  <a:lnTo>
                    <a:pt x="912268" y="452752"/>
                  </a:lnTo>
                  <a:lnTo>
                    <a:pt x="952490" y="423250"/>
                  </a:lnTo>
                  <a:lnTo>
                    <a:pt x="992636" y="395571"/>
                  </a:lnTo>
                  <a:lnTo>
                    <a:pt x="1032651" y="369747"/>
                  </a:lnTo>
                  <a:lnTo>
                    <a:pt x="1072480" y="345811"/>
                  </a:lnTo>
                  <a:lnTo>
                    <a:pt x="1112068" y="323796"/>
                  </a:lnTo>
                  <a:lnTo>
                    <a:pt x="1151360" y="303736"/>
                  </a:lnTo>
                  <a:lnTo>
                    <a:pt x="1190300" y="285664"/>
                  </a:lnTo>
                  <a:lnTo>
                    <a:pt x="1228833" y="269612"/>
                  </a:lnTo>
                  <a:lnTo>
                    <a:pt x="1266904" y="255614"/>
                  </a:lnTo>
                  <a:lnTo>
                    <a:pt x="1304458" y="243704"/>
                  </a:lnTo>
                  <a:lnTo>
                    <a:pt x="1341440" y="233914"/>
                  </a:lnTo>
                  <a:lnTo>
                    <a:pt x="1413466" y="220827"/>
                  </a:lnTo>
                  <a:lnTo>
                    <a:pt x="1482541" y="216620"/>
                  </a:lnTo>
                  <a:lnTo>
                    <a:pt x="1602763" y="216620"/>
                  </a:lnTo>
                  <a:lnTo>
                    <a:pt x="1357321" y="59026"/>
                  </a:lnTo>
                  <a:lnTo>
                    <a:pt x="1302050" y="30068"/>
                  </a:lnTo>
                  <a:lnTo>
                    <a:pt x="1242284" y="10917"/>
                  </a:lnTo>
                  <a:lnTo>
                    <a:pt x="1178463" y="1308"/>
                  </a:lnTo>
                  <a:lnTo>
                    <a:pt x="1145170" y="0"/>
                  </a:lnTo>
                  <a:close/>
                </a:path>
                <a:path w="1694814" h="1091564">
                  <a:moveTo>
                    <a:pt x="1602763" y="216620"/>
                  </a:moveTo>
                  <a:lnTo>
                    <a:pt x="1482541" y="216620"/>
                  </a:lnTo>
                  <a:lnTo>
                    <a:pt x="1515834" y="217928"/>
                  </a:lnTo>
                  <a:lnTo>
                    <a:pt x="1548224" y="221556"/>
                  </a:lnTo>
                  <a:lnTo>
                    <a:pt x="1610073" y="235903"/>
                  </a:lnTo>
                  <a:lnTo>
                    <a:pt x="1667647" y="259924"/>
                  </a:lnTo>
                  <a:lnTo>
                    <a:pt x="1694693" y="275646"/>
                  </a:lnTo>
                  <a:lnTo>
                    <a:pt x="1602763" y="216620"/>
                  </a:lnTo>
                  <a:close/>
                </a:path>
              </a:pathLst>
            </a:custGeom>
            <a:solidFill>
              <a:srgbClr val="D6D3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/>
            <p:cNvSpPr/>
            <p:nvPr/>
          </p:nvSpPr>
          <p:spPr>
            <a:xfrm>
              <a:off x="3903394" y="2264133"/>
              <a:ext cx="1908810" cy="1741805"/>
            </a:xfrm>
            <a:custGeom>
              <a:avLst/>
              <a:gdLst/>
              <a:ahLst/>
              <a:cxnLst/>
              <a:rect l="l" t="t" r="r" b="b"/>
              <a:pathLst>
                <a:path w="1908810" h="1741804">
                  <a:moveTo>
                    <a:pt x="1694692" y="275646"/>
                  </a:moveTo>
                  <a:lnTo>
                    <a:pt x="1667646" y="259924"/>
                  </a:lnTo>
                  <a:lnTo>
                    <a:pt x="1639421" y="246688"/>
                  </a:lnTo>
                  <a:lnTo>
                    <a:pt x="1579655" y="227537"/>
                  </a:lnTo>
                  <a:lnTo>
                    <a:pt x="1515834" y="217928"/>
                  </a:lnTo>
                  <a:lnTo>
                    <a:pt x="1482541" y="216619"/>
                  </a:lnTo>
                  <a:lnTo>
                    <a:pt x="1448400" y="217597"/>
                  </a:lnTo>
                  <a:lnTo>
                    <a:pt x="1377794" y="226277"/>
                  </a:lnTo>
                  <a:lnTo>
                    <a:pt x="1304457" y="243704"/>
                  </a:lnTo>
                  <a:lnTo>
                    <a:pt x="1266903" y="255614"/>
                  </a:lnTo>
                  <a:lnTo>
                    <a:pt x="1228832" y="269612"/>
                  </a:lnTo>
                  <a:lnTo>
                    <a:pt x="1190299" y="285663"/>
                  </a:lnTo>
                  <a:lnTo>
                    <a:pt x="1151359" y="303736"/>
                  </a:lnTo>
                  <a:lnTo>
                    <a:pt x="1112068" y="323796"/>
                  </a:lnTo>
                  <a:lnTo>
                    <a:pt x="1072480" y="345810"/>
                  </a:lnTo>
                  <a:lnTo>
                    <a:pt x="1032651" y="369746"/>
                  </a:lnTo>
                  <a:lnTo>
                    <a:pt x="992636" y="395571"/>
                  </a:lnTo>
                  <a:lnTo>
                    <a:pt x="952490" y="423250"/>
                  </a:lnTo>
                  <a:lnTo>
                    <a:pt x="912268" y="452751"/>
                  </a:lnTo>
                  <a:lnTo>
                    <a:pt x="872025" y="484041"/>
                  </a:lnTo>
                  <a:lnTo>
                    <a:pt x="831818" y="517087"/>
                  </a:lnTo>
                  <a:lnTo>
                    <a:pt x="791700" y="551855"/>
                  </a:lnTo>
                  <a:lnTo>
                    <a:pt x="751727" y="588312"/>
                  </a:lnTo>
                  <a:lnTo>
                    <a:pt x="711954" y="626426"/>
                  </a:lnTo>
                  <a:lnTo>
                    <a:pt x="672437" y="666162"/>
                  </a:lnTo>
                  <a:lnTo>
                    <a:pt x="633229" y="707489"/>
                  </a:lnTo>
                  <a:lnTo>
                    <a:pt x="594388" y="750371"/>
                  </a:lnTo>
                  <a:lnTo>
                    <a:pt x="555967" y="794778"/>
                  </a:lnTo>
                  <a:lnTo>
                    <a:pt x="518023" y="840675"/>
                  </a:lnTo>
                  <a:lnTo>
                    <a:pt x="480609" y="888029"/>
                  </a:lnTo>
                  <a:lnTo>
                    <a:pt x="443782" y="936807"/>
                  </a:lnTo>
                  <a:lnTo>
                    <a:pt x="407596" y="986976"/>
                  </a:lnTo>
                  <a:lnTo>
                    <a:pt x="372107" y="1038502"/>
                  </a:lnTo>
                  <a:lnTo>
                    <a:pt x="337370" y="1091353"/>
                  </a:lnTo>
                  <a:lnTo>
                    <a:pt x="0" y="874734"/>
                  </a:lnTo>
                  <a:lnTo>
                    <a:pt x="34737" y="821882"/>
                  </a:lnTo>
                  <a:lnTo>
                    <a:pt x="70226" y="770356"/>
                  </a:lnTo>
                  <a:lnTo>
                    <a:pt x="106411" y="720187"/>
                  </a:lnTo>
                  <a:lnTo>
                    <a:pt x="143238" y="671409"/>
                  </a:lnTo>
                  <a:lnTo>
                    <a:pt x="180652" y="624055"/>
                  </a:lnTo>
                  <a:lnTo>
                    <a:pt x="218596" y="578158"/>
                  </a:lnTo>
                  <a:lnTo>
                    <a:pt x="257017" y="533752"/>
                  </a:lnTo>
                  <a:lnTo>
                    <a:pt x="295858" y="490869"/>
                  </a:lnTo>
                  <a:lnTo>
                    <a:pt x="335065" y="449542"/>
                  </a:lnTo>
                  <a:lnTo>
                    <a:pt x="374583" y="409806"/>
                  </a:lnTo>
                  <a:lnTo>
                    <a:pt x="414356" y="371692"/>
                  </a:lnTo>
                  <a:lnTo>
                    <a:pt x="454329" y="335235"/>
                  </a:lnTo>
                  <a:lnTo>
                    <a:pt x="494447" y="300467"/>
                  </a:lnTo>
                  <a:lnTo>
                    <a:pt x="534654" y="267421"/>
                  </a:lnTo>
                  <a:lnTo>
                    <a:pt x="574897" y="236131"/>
                  </a:lnTo>
                  <a:lnTo>
                    <a:pt x="615118" y="206630"/>
                  </a:lnTo>
                  <a:lnTo>
                    <a:pt x="655264" y="178951"/>
                  </a:lnTo>
                  <a:lnTo>
                    <a:pt x="695280" y="153127"/>
                  </a:lnTo>
                  <a:lnTo>
                    <a:pt x="735109" y="129191"/>
                  </a:lnTo>
                  <a:lnTo>
                    <a:pt x="774696" y="107176"/>
                  </a:lnTo>
                  <a:lnTo>
                    <a:pt x="813988" y="87116"/>
                  </a:lnTo>
                  <a:lnTo>
                    <a:pt x="852928" y="69043"/>
                  </a:lnTo>
                  <a:lnTo>
                    <a:pt x="891461" y="52992"/>
                  </a:lnTo>
                  <a:lnTo>
                    <a:pt x="929532" y="38994"/>
                  </a:lnTo>
                  <a:lnTo>
                    <a:pt x="967086" y="27084"/>
                  </a:lnTo>
                  <a:lnTo>
                    <a:pt x="1004068" y="17294"/>
                  </a:lnTo>
                  <a:lnTo>
                    <a:pt x="1076094" y="4207"/>
                  </a:lnTo>
                  <a:lnTo>
                    <a:pt x="1145169" y="0"/>
                  </a:lnTo>
                  <a:lnTo>
                    <a:pt x="1178462" y="1308"/>
                  </a:lnTo>
                  <a:lnTo>
                    <a:pt x="1242283" y="10917"/>
                  </a:lnTo>
                  <a:lnTo>
                    <a:pt x="1302050" y="30068"/>
                  </a:lnTo>
                  <a:lnTo>
                    <a:pt x="1357320" y="59026"/>
                  </a:lnTo>
                  <a:lnTo>
                    <a:pt x="1694692" y="275646"/>
                  </a:lnTo>
                  <a:lnTo>
                    <a:pt x="1722531" y="295508"/>
                  </a:lnTo>
                  <a:lnTo>
                    <a:pt x="1748307" y="317968"/>
                  </a:lnTo>
                  <a:lnTo>
                    <a:pt x="1793660" y="370365"/>
                  </a:lnTo>
                  <a:lnTo>
                    <a:pt x="1830724" y="432201"/>
                  </a:lnTo>
                  <a:lnTo>
                    <a:pt x="1859476" y="502838"/>
                  </a:lnTo>
                  <a:lnTo>
                    <a:pt x="1870727" y="541258"/>
                  </a:lnTo>
                  <a:lnTo>
                    <a:pt x="1879890" y="581639"/>
                  </a:lnTo>
                  <a:lnTo>
                    <a:pt x="1886962" y="623903"/>
                  </a:lnTo>
                  <a:lnTo>
                    <a:pt x="1891941" y="667969"/>
                  </a:lnTo>
                  <a:lnTo>
                    <a:pt x="1894822" y="713758"/>
                  </a:lnTo>
                  <a:lnTo>
                    <a:pt x="1895604" y="761190"/>
                  </a:lnTo>
                  <a:lnTo>
                    <a:pt x="1894282" y="810185"/>
                  </a:lnTo>
                  <a:lnTo>
                    <a:pt x="1890854" y="860665"/>
                  </a:lnTo>
                  <a:lnTo>
                    <a:pt x="1885316" y="912549"/>
                  </a:lnTo>
                  <a:lnTo>
                    <a:pt x="1877666" y="965758"/>
                  </a:lnTo>
                  <a:lnTo>
                    <a:pt x="1867900" y="1020213"/>
                  </a:lnTo>
                  <a:lnTo>
                    <a:pt x="1856015" y="1075833"/>
                  </a:lnTo>
                  <a:lnTo>
                    <a:pt x="1842008" y="1132539"/>
                  </a:lnTo>
                  <a:lnTo>
                    <a:pt x="1825876" y="1190252"/>
                  </a:lnTo>
                  <a:lnTo>
                    <a:pt x="1807616" y="1248892"/>
                  </a:lnTo>
                  <a:lnTo>
                    <a:pt x="1787224" y="1308379"/>
                  </a:lnTo>
                  <a:lnTo>
                    <a:pt x="1764698" y="1368634"/>
                  </a:lnTo>
                  <a:lnTo>
                    <a:pt x="1740034" y="1429577"/>
                  </a:lnTo>
                  <a:lnTo>
                    <a:pt x="1908713" y="1537884"/>
                  </a:lnTo>
                  <a:lnTo>
                    <a:pt x="1349474" y="1741206"/>
                  </a:lnTo>
                  <a:lnTo>
                    <a:pt x="1233984" y="1104652"/>
                  </a:lnTo>
                  <a:lnTo>
                    <a:pt x="1402662" y="1212958"/>
                  </a:lnTo>
                  <a:lnTo>
                    <a:pt x="1425780" y="1155966"/>
                  </a:lnTo>
                  <a:lnTo>
                    <a:pt x="1447065" y="1099462"/>
                  </a:lnTo>
                  <a:lnTo>
                    <a:pt x="1466509" y="1043520"/>
                  </a:lnTo>
                  <a:lnTo>
                    <a:pt x="1484105" y="988213"/>
                  </a:lnTo>
                  <a:lnTo>
                    <a:pt x="1499848" y="933617"/>
                  </a:lnTo>
                  <a:lnTo>
                    <a:pt x="1513730" y="879804"/>
                  </a:lnTo>
                  <a:lnTo>
                    <a:pt x="1525744" y="826850"/>
                  </a:lnTo>
                  <a:lnTo>
                    <a:pt x="1535884" y="774828"/>
                  </a:lnTo>
                  <a:lnTo>
                    <a:pt x="1544143" y="723813"/>
                  </a:lnTo>
                  <a:lnTo>
                    <a:pt x="1550514" y="673879"/>
                  </a:lnTo>
                  <a:lnTo>
                    <a:pt x="1554990" y="625099"/>
                  </a:lnTo>
                  <a:lnTo>
                    <a:pt x="1557564" y="577549"/>
                  </a:lnTo>
                  <a:lnTo>
                    <a:pt x="1558230" y="531302"/>
                  </a:lnTo>
                  <a:lnTo>
                    <a:pt x="1556981" y="486432"/>
                  </a:lnTo>
                  <a:lnTo>
                    <a:pt x="1553809" y="443014"/>
                  </a:lnTo>
                  <a:lnTo>
                    <a:pt x="1548709" y="401122"/>
                  </a:lnTo>
                  <a:lnTo>
                    <a:pt x="1541673" y="360829"/>
                  </a:lnTo>
                  <a:lnTo>
                    <a:pt x="1532694" y="322211"/>
                  </a:lnTo>
                  <a:lnTo>
                    <a:pt x="1521767" y="285341"/>
                  </a:lnTo>
                  <a:lnTo>
                    <a:pt x="1508883" y="250293"/>
                  </a:lnTo>
                  <a:lnTo>
                    <a:pt x="1494036" y="217142"/>
                  </a:lnTo>
                </a:path>
              </a:pathLst>
            </a:custGeom>
            <a:ln w="13145">
              <a:solidFill>
                <a:srgbClr val="92929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/>
            <p:cNvSpPr/>
            <p:nvPr/>
          </p:nvSpPr>
          <p:spPr>
            <a:xfrm>
              <a:off x="1948837" y="5376597"/>
              <a:ext cx="605155" cy="1174750"/>
            </a:xfrm>
            <a:custGeom>
              <a:avLst/>
              <a:gdLst/>
              <a:ahLst/>
              <a:cxnLst/>
              <a:rect l="l" t="t" r="r" b="b"/>
              <a:pathLst>
                <a:path w="605155" h="1174750">
                  <a:moveTo>
                    <a:pt x="329801" y="1174255"/>
                  </a:moveTo>
                  <a:lnTo>
                    <a:pt x="226914" y="1087613"/>
                  </a:lnTo>
                  <a:lnTo>
                    <a:pt x="263558" y="1062958"/>
                  </a:lnTo>
                  <a:lnTo>
                    <a:pt x="263558" y="1034077"/>
                  </a:lnTo>
                  <a:lnTo>
                    <a:pt x="226914" y="1008014"/>
                  </a:lnTo>
                  <a:lnTo>
                    <a:pt x="263558" y="985473"/>
                  </a:lnTo>
                  <a:lnTo>
                    <a:pt x="257921" y="976315"/>
                  </a:lnTo>
                  <a:lnTo>
                    <a:pt x="226209" y="955888"/>
                  </a:lnTo>
                  <a:lnTo>
                    <a:pt x="220571" y="891081"/>
                  </a:lnTo>
                  <a:lnTo>
                    <a:pt x="216343" y="884742"/>
                  </a:lnTo>
                  <a:lnTo>
                    <a:pt x="264263" y="847408"/>
                  </a:lnTo>
                  <a:lnTo>
                    <a:pt x="264263" y="815005"/>
                  </a:lnTo>
                  <a:lnTo>
                    <a:pt x="226209" y="776967"/>
                  </a:lnTo>
                  <a:lnTo>
                    <a:pt x="263558" y="743155"/>
                  </a:lnTo>
                  <a:lnTo>
                    <a:pt x="263558" y="709343"/>
                  </a:lnTo>
                  <a:lnTo>
                    <a:pt x="226914" y="665669"/>
                  </a:lnTo>
                  <a:lnTo>
                    <a:pt x="219867" y="594524"/>
                  </a:lnTo>
                  <a:lnTo>
                    <a:pt x="175471" y="594524"/>
                  </a:lnTo>
                  <a:lnTo>
                    <a:pt x="175471" y="498724"/>
                  </a:lnTo>
                  <a:lnTo>
                    <a:pt x="148692" y="498724"/>
                  </a:lnTo>
                  <a:lnTo>
                    <a:pt x="148692" y="414898"/>
                  </a:lnTo>
                  <a:lnTo>
                    <a:pt x="119094" y="414898"/>
                  </a:lnTo>
                  <a:lnTo>
                    <a:pt x="105705" y="374747"/>
                  </a:lnTo>
                  <a:lnTo>
                    <a:pt x="45805" y="374747"/>
                  </a:lnTo>
                  <a:lnTo>
                    <a:pt x="45805" y="339526"/>
                  </a:lnTo>
                  <a:lnTo>
                    <a:pt x="0" y="339526"/>
                  </a:lnTo>
                  <a:lnTo>
                    <a:pt x="0" y="173989"/>
                  </a:lnTo>
                  <a:lnTo>
                    <a:pt x="45100" y="173989"/>
                  </a:lnTo>
                  <a:lnTo>
                    <a:pt x="45100" y="150039"/>
                  </a:lnTo>
                  <a:lnTo>
                    <a:pt x="95839" y="150039"/>
                  </a:lnTo>
                  <a:lnTo>
                    <a:pt x="107819" y="139473"/>
                  </a:lnTo>
                  <a:lnTo>
                    <a:pt x="119799" y="112705"/>
                  </a:lnTo>
                  <a:lnTo>
                    <a:pt x="148692" y="112705"/>
                  </a:lnTo>
                  <a:lnTo>
                    <a:pt x="217048" y="0"/>
                  </a:lnTo>
                  <a:lnTo>
                    <a:pt x="399566" y="0"/>
                  </a:lnTo>
                  <a:lnTo>
                    <a:pt x="372586" y="35225"/>
                  </a:lnTo>
                  <a:lnTo>
                    <a:pt x="364882" y="45082"/>
                  </a:lnTo>
                  <a:lnTo>
                    <a:pt x="258625" y="45082"/>
                  </a:lnTo>
                  <a:lnTo>
                    <a:pt x="218457" y="116932"/>
                  </a:lnTo>
                  <a:lnTo>
                    <a:pt x="499556" y="116932"/>
                  </a:lnTo>
                  <a:lnTo>
                    <a:pt x="510204" y="150744"/>
                  </a:lnTo>
                  <a:lnTo>
                    <a:pt x="564467" y="150744"/>
                  </a:lnTo>
                  <a:lnTo>
                    <a:pt x="565079" y="173989"/>
                  </a:lnTo>
                  <a:lnTo>
                    <a:pt x="565171" y="177511"/>
                  </a:lnTo>
                  <a:lnTo>
                    <a:pt x="585608" y="178216"/>
                  </a:lnTo>
                  <a:lnTo>
                    <a:pt x="604635" y="178216"/>
                  </a:lnTo>
                  <a:lnTo>
                    <a:pt x="604635" y="342344"/>
                  </a:lnTo>
                  <a:lnTo>
                    <a:pt x="564467" y="343048"/>
                  </a:lnTo>
                  <a:lnTo>
                    <a:pt x="563819" y="374747"/>
                  </a:lnTo>
                  <a:lnTo>
                    <a:pt x="563762" y="377565"/>
                  </a:lnTo>
                  <a:lnTo>
                    <a:pt x="512318" y="377565"/>
                  </a:lnTo>
                  <a:lnTo>
                    <a:pt x="497520" y="418421"/>
                  </a:lnTo>
                  <a:lnTo>
                    <a:pt x="469332" y="419125"/>
                  </a:lnTo>
                  <a:lnTo>
                    <a:pt x="467307" y="498724"/>
                  </a:lnTo>
                  <a:lnTo>
                    <a:pt x="467218" y="502246"/>
                  </a:lnTo>
                  <a:lnTo>
                    <a:pt x="448191" y="502246"/>
                  </a:lnTo>
                  <a:lnTo>
                    <a:pt x="441848" y="514925"/>
                  </a:lnTo>
                  <a:lnTo>
                    <a:pt x="441848" y="598046"/>
                  </a:lnTo>
                  <a:lnTo>
                    <a:pt x="408022" y="598750"/>
                  </a:lnTo>
                  <a:lnTo>
                    <a:pt x="409532" y="955888"/>
                  </a:lnTo>
                  <a:lnTo>
                    <a:pt x="409657" y="985473"/>
                  </a:lnTo>
                  <a:lnTo>
                    <a:pt x="409753" y="1008014"/>
                  </a:lnTo>
                  <a:lnTo>
                    <a:pt x="409863" y="1034077"/>
                  </a:lnTo>
                  <a:lnTo>
                    <a:pt x="409985" y="1062958"/>
                  </a:lnTo>
                  <a:lnTo>
                    <a:pt x="410089" y="1087613"/>
                  </a:lnTo>
                  <a:lnTo>
                    <a:pt x="410137" y="1098883"/>
                  </a:lnTo>
                  <a:lnTo>
                    <a:pt x="329801" y="1174255"/>
                  </a:lnTo>
                  <a:close/>
                </a:path>
                <a:path w="605155" h="1174750">
                  <a:moveTo>
                    <a:pt x="499556" y="116932"/>
                  </a:moveTo>
                  <a:lnTo>
                    <a:pt x="401680" y="116932"/>
                  </a:lnTo>
                  <a:lnTo>
                    <a:pt x="364331" y="45786"/>
                  </a:lnTo>
                  <a:lnTo>
                    <a:pt x="364882" y="45082"/>
                  </a:lnTo>
                  <a:lnTo>
                    <a:pt x="365036" y="45082"/>
                  </a:lnTo>
                  <a:lnTo>
                    <a:pt x="372586" y="35225"/>
                  </a:lnTo>
                  <a:lnTo>
                    <a:pt x="399566" y="704"/>
                  </a:lnTo>
                  <a:lnTo>
                    <a:pt x="463694" y="112001"/>
                  </a:lnTo>
                  <a:lnTo>
                    <a:pt x="498225" y="112705"/>
                  </a:lnTo>
                  <a:lnTo>
                    <a:pt x="499556" y="116932"/>
                  </a:lnTo>
                  <a:close/>
                </a:path>
              </a:pathLst>
            </a:custGeom>
            <a:solidFill>
              <a:srgbClr val="FF9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/>
            <p:cNvSpPr/>
            <p:nvPr/>
          </p:nvSpPr>
          <p:spPr>
            <a:xfrm>
              <a:off x="1963636" y="5382937"/>
              <a:ext cx="605790" cy="1175385"/>
            </a:xfrm>
            <a:custGeom>
              <a:avLst/>
              <a:gdLst/>
              <a:ahLst/>
              <a:cxnLst/>
              <a:rect l="l" t="t" r="r" b="b"/>
              <a:pathLst>
                <a:path w="605789" h="1175384">
                  <a:moveTo>
                    <a:pt x="329801" y="1174960"/>
                  </a:moveTo>
                  <a:lnTo>
                    <a:pt x="226914" y="1087613"/>
                  </a:lnTo>
                  <a:lnTo>
                    <a:pt x="263558" y="1062958"/>
                  </a:lnTo>
                  <a:lnTo>
                    <a:pt x="263558" y="1034077"/>
                  </a:lnTo>
                  <a:lnTo>
                    <a:pt x="226914" y="1008014"/>
                  </a:lnTo>
                  <a:lnTo>
                    <a:pt x="263558" y="985473"/>
                  </a:lnTo>
                  <a:lnTo>
                    <a:pt x="257921" y="976316"/>
                  </a:lnTo>
                  <a:lnTo>
                    <a:pt x="226209" y="955888"/>
                  </a:lnTo>
                  <a:lnTo>
                    <a:pt x="220572" y="891082"/>
                  </a:lnTo>
                  <a:lnTo>
                    <a:pt x="216343" y="885446"/>
                  </a:lnTo>
                  <a:lnTo>
                    <a:pt x="264263" y="847408"/>
                  </a:lnTo>
                  <a:lnTo>
                    <a:pt x="264263" y="815005"/>
                  </a:lnTo>
                  <a:lnTo>
                    <a:pt x="226209" y="776967"/>
                  </a:lnTo>
                  <a:lnTo>
                    <a:pt x="263558" y="743155"/>
                  </a:lnTo>
                  <a:lnTo>
                    <a:pt x="263558" y="709343"/>
                  </a:lnTo>
                  <a:lnTo>
                    <a:pt x="226914" y="665670"/>
                  </a:lnTo>
                  <a:lnTo>
                    <a:pt x="219867" y="594524"/>
                  </a:lnTo>
                  <a:lnTo>
                    <a:pt x="175471" y="594524"/>
                  </a:lnTo>
                  <a:lnTo>
                    <a:pt x="175471" y="498724"/>
                  </a:lnTo>
                  <a:lnTo>
                    <a:pt x="149397" y="498724"/>
                  </a:lnTo>
                  <a:lnTo>
                    <a:pt x="149397" y="414899"/>
                  </a:lnTo>
                  <a:lnTo>
                    <a:pt x="119094" y="414899"/>
                  </a:lnTo>
                  <a:lnTo>
                    <a:pt x="105705" y="374747"/>
                  </a:lnTo>
                  <a:lnTo>
                    <a:pt x="45805" y="374747"/>
                  </a:lnTo>
                  <a:lnTo>
                    <a:pt x="45805" y="339526"/>
                  </a:lnTo>
                  <a:lnTo>
                    <a:pt x="0" y="339526"/>
                  </a:lnTo>
                  <a:lnTo>
                    <a:pt x="0" y="173989"/>
                  </a:lnTo>
                  <a:lnTo>
                    <a:pt x="45100" y="173989"/>
                  </a:lnTo>
                  <a:lnTo>
                    <a:pt x="45100" y="150039"/>
                  </a:lnTo>
                  <a:lnTo>
                    <a:pt x="95839" y="150039"/>
                  </a:lnTo>
                  <a:lnTo>
                    <a:pt x="107819" y="139473"/>
                  </a:lnTo>
                  <a:lnTo>
                    <a:pt x="119799" y="112706"/>
                  </a:lnTo>
                  <a:lnTo>
                    <a:pt x="149397" y="112706"/>
                  </a:lnTo>
                  <a:lnTo>
                    <a:pt x="217048" y="0"/>
                  </a:lnTo>
                  <a:lnTo>
                    <a:pt x="399566" y="0"/>
                  </a:lnTo>
                  <a:lnTo>
                    <a:pt x="372585" y="35225"/>
                  </a:lnTo>
                  <a:lnTo>
                    <a:pt x="364882" y="45082"/>
                  </a:lnTo>
                  <a:lnTo>
                    <a:pt x="258626" y="45082"/>
                  </a:lnTo>
                  <a:lnTo>
                    <a:pt x="218458" y="116932"/>
                  </a:lnTo>
                  <a:lnTo>
                    <a:pt x="499556" y="116932"/>
                  </a:lnTo>
                  <a:lnTo>
                    <a:pt x="510204" y="150744"/>
                  </a:lnTo>
                  <a:lnTo>
                    <a:pt x="564467" y="150744"/>
                  </a:lnTo>
                  <a:lnTo>
                    <a:pt x="565079" y="173989"/>
                  </a:lnTo>
                  <a:lnTo>
                    <a:pt x="565171" y="177512"/>
                  </a:lnTo>
                  <a:lnTo>
                    <a:pt x="585608" y="178216"/>
                  </a:lnTo>
                  <a:lnTo>
                    <a:pt x="605340" y="178216"/>
                  </a:lnTo>
                  <a:lnTo>
                    <a:pt x="605340" y="342344"/>
                  </a:lnTo>
                  <a:lnTo>
                    <a:pt x="564467" y="343049"/>
                  </a:lnTo>
                  <a:lnTo>
                    <a:pt x="563820" y="374747"/>
                  </a:lnTo>
                  <a:lnTo>
                    <a:pt x="563762" y="377565"/>
                  </a:lnTo>
                  <a:lnTo>
                    <a:pt x="512319" y="377565"/>
                  </a:lnTo>
                  <a:lnTo>
                    <a:pt x="497520" y="418421"/>
                  </a:lnTo>
                  <a:lnTo>
                    <a:pt x="469332" y="419125"/>
                  </a:lnTo>
                  <a:lnTo>
                    <a:pt x="467307" y="498724"/>
                  </a:lnTo>
                  <a:lnTo>
                    <a:pt x="467218" y="502246"/>
                  </a:lnTo>
                  <a:lnTo>
                    <a:pt x="448191" y="502246"/>
                  </a:lnTo>
                  <a:lnTo>
                    <a:pt x="443258" y="509290"/>
                  </a:lnTo>
                  <a:lnTo>
                    <a:pt x="443258" y="598750"/>
                  </a:lnTo>
                  <a:lnTo>
                    <a:pt x="408022" y="598750"/>
                  </a:lnTo>
                  <a:lnTo>
                    <a:pt x="409532" y="955888"/>
                  </a:lnTo>
                  <a:lnTo>
                    <a:pt x="409657" y="985473"/>
                  </a:lnTo>
                  <a:lnTo>
                    <a:pt x="409753" y="1008014"/>
                  </a:lnTo>
                  <a:lnTo>
                    <a:pt x="409863" y="1034077"/>
                  </a:lnTo>
                  <a:lnTo>
                    <a:pt x="409985" y="1062958"/>
                  </a:lnTo>
                  <a:lnTo>
                    <a:pt x="410089" y="1087613"/>
                  </a:lnTo>
                  <a:lnTo>
                    <a:pt x="410137" y="1098883"/>
                  </a:lnTo>
                  <a:lnTo>
                    <a:pt x="329801" y="1174960"/>
                  </a:lnTo>
                  <a:close/>
                </a:path>
                <a:path w="605789" h="1175384">
                  <a:moveTo>
                    <a:pt x="499556" y="116932"/>
                  </a:moveTo>
                  <a:lnTo>
                    <a:pt x="401680" y="116932"/>
                  </a:lnTo>
                  <a:lnTo>
                    <a:pt x="364331" y="45786"/>
                  </a:lnTo>
                  <a:lnTo>
                    <a:pt x="364882" y="45082"/>
                  </a:lnTo>
                  <a:lnTo>
                    <a:pt x="365036" y="45082"/>
                  </a:lnTo>
                  <a:lnTo>
                    <a:pt x="372585" y="35225"/>
                  </a:lnTo>
                  <a:lnTo>
                    <a:pt x="399566" y="704"/>
                  </a:lnTo>
                  <a:lnTo>
                    <a:pt x="464399" y="112001"/>
                  </a:lnTo>
                  <a:lnTo>
                    <a:pt x="498225" y="112706"/>
                  </a:lnTo>
                  <a:lnTo>
                    <a:pt x="499556" y="116932"/>
                  </a:lnTo>
                  <a:close/>
                </a:path>
              </a:pathLst>
            </a:custGeom>
            <a:solidFill>
              <a:srgbClr val="BF7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/>
            <p:cNvSpPr/>
            <p:nvPr/>
          </p:nvSpPr>
          <p:spPr>
            <a:xfrm>
              <a:off x="2048200" y="5571719"/>
              <a:ext cx="427990" cy="134620"/>
            </a:xfrm>
            <a:custGeom>
              <a:avLst/>
              <a:gdLst/>
              <a:ahLst/>
              <a:cxnLst/>
              <a:rect l="l" t="t" r="r" b="b"/>
              <a:pathLst>
                <a:path w="427989" h="134620">
                  <a:moveTo>
                    <a:pt x="34530" y="134542"/>
                  </a:moveTo>
                  <a:lnTo>
                    <a:pt x="0" y="69736"/>
                  </a:lnTo>
                  <a:lnTo>
                    <a:pt x="37349" y="0"/>
                  </a:lnTo>
                  <a:lnTo>
                    <a:pt x="427754" y="0"/>
                  </a:lnTo>
                  <a:lnTo>
                    <a:pt x="424231" y="4930"/>
                  </a:lnTo>
                  <a:lnTo>
                    <a:pt x="41577" y="4930"/>
                  </a:lnTo>
                  <a:lnTo>
                    <a:pt x="7047" y="69736"/>
                  </a:lnTo>
                  <a:lnTo>
                    <a:pt x="40872" y="130316"/>
                  </a:lnTo>
                  <a:lnTo>
                    <a:pt x="34530" y="134542"/>
                  </a:lnTo>
                  <a:close/>
                </a:path>
              </a:pathLst>
            </a:custGeom>
            <a:solidFill>
              <a:srgbClr val="BF7F3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/>
            <p:cNvSpPr/>
            <p:nvPr/>
          </p:nvSpPr>
          <p:spPr>
            <a:xfrm>
              <a:off x="2011553" y="5524525"/>
              <a:ext cx="514350" cy="1005205"/>
            </a:xfrm>
            <a:custGeom>
              <a:avLst/>
              <a:gdLst/>
              <a:ahLst/>
              <a:cxnLst/>
              <a:rect l="l" t="t" r="r" b="b"/>
              <a:pathLst>
                <a:path w="514350" h="1005204">
                  <a:moveTo>
                    <a:pt x="248056" y="362077"/>
                  </a:moveTo>
                  <a:lnTo>
                    <a:pt x="234657" y="381800"/>
                  </a:lnTo>
                  <a:lnTo>
                    <a:pt x="236067" y="993927"/>
                  </a:lnTo>
                  <a:lnTo>
                    <a:pt x="247345" y="1003795"/>
                  </a:lnTo>
                  <a:lnTo>
                    <a:pt x="248056" y="362077"/>
                  </a:lnTo>
                  <a:close/>
                </a:path>
                <a:path w="514350" h="1005204">
                  <a:moveTo>
                    <a:pt x="320636" y="994638"/>
                  </a:moveTo>
                  <a:lnTo>
                    <a:pt x="318528" y="378980"/>
                  </a:lnTo>
                  <a:lnTo>
                    <a:pt x="308660" y="429691"/>
                  </a:lnTo>
                  <a:lnTo>
                    <a:pt x="310070" y="1005205"/>
                  </a:lnTo>
                  <a:lnTo>
                    <a:pt x="320636" y="994638"/>
                  </a:lnTo>
                  <a:close/>
                </a:path>
                <a:path w="514350" h="1005204">
                  <a:moveTo>
                    <a:pt x="451713" y="0"/>
                  </a:moveTo>
                  <a:lnTo>
                    <a:pt x="50736" y="0"/>
                  </a:lnTo>
                  <a:lnTo>
                    <a:pt x="50736" y="7048"/>
                  </a:lnTo>
                  <a:lnTo>
                    <a:pt x="451713" y="7048"/>
                  </a:lnTo>
                  <a:lnTo>
                    <a:pt x="451713" y="0"/>
                  </a:lnTo>
                  <a:close/>
                </a:path>
                <a:path w="514350" h="1005204">
                  <a:moveTo>
                    <a:pt x="498221" y="110604"/>
                  </a:moveTo>
                  <a:lnTo>
                    <a:pt x="463689" y="46494"/>
                  </a:lnTo>
                  <a:lnTo>
                    <a:pt x="457352" y="50723"/>
                  </a:lnTo>
                  <a:lnTo>
                    <a:pt x="491172" y="110604"/>
                  </a:lnTo>
                  <a:lnTo>
                    <a:pt x="456641" y="176110"/>
                  </a:lnTo>
                  <a:lnTo>
                    <a:pt x="73990" y="176110"/>
                  </a:lnTo>
                  <a:lnTo>
                    <a:pt x="70472" y="181038"/>
                  </a:lnTo>
                  <a:lnTo>
                    <a:pt x="460870" y="181038"/>
                  </a:lnTo>
                  <a:lnTo>
                    <a:pt x="498221" y="110604"/>
                  </a:lnTo>
                  <a:close/>
                </a:path>
                <a:path w="514350" h="1005204">
                  <a:moveTo>
                    <a:pt x="513727" y="26771"/>
                  </a:moveTo>
                  <a:lnTo>
                    <a:pt x="0" y="26771"/>
                  </a:lnTo>
                  <a:lnTo>
                    <a:pt x="0" y="33108"/>
                  </a:lnTo>
                  <a:lnTo>
                    <a:pt x="513727" y="33108"/>
                  </a:lnTo>
                  <a:lnTo>
                    <a:pt x="513727" y="26771"/>
                  </a:lnTo>
                  <a:close/>
                </a:path>
              </a:pathLst>
            </a:custGeom>
            <a:solidFill>
              <a:srgbClr val="FF9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/>
            <p:cNvSpPr/>
            <p:nvPr/>
          </p:nvSpPr>
          <p:spPr>
            <a:xfrm>
              <a:off x="2010841" y="5723877"/>
              <a:ext cx="516890" cy="833119"/>
            </a:xfrm>
            <a:custGeom>
              <a:avLst/>
              <a:gdLst/>
              <a:ahLst/>
              <a:cxnLst/>
              <a:rect l="l" t="t" r="r" b="b"/>
              <a:pathLst>
                <a:path w="516889" h="833120">
                  <a:moveTo>
                    <a:pt x="319239" y="181038"/>
                  </a:moveTo>
                  <a:lnTo>
                    <a:pt x="279768" y="249364"/>
                  </a:lnTo>
                  <a:lnTo>
                    <a:pt x="282587" y="832612"/>
                  </a:lnTo>
                  <a:lnTo>
                    <a:pt x="294563" y="820648"/>
                  </a:lnTo>
                  <a:lnTo>
                    <a:pt x="294563" y="259930"/>
                  </a:lnTo>
                  <a:lnTo>
                    <a:pt x="310070" y="223304"/>
                  </a:lnTo>
                  <a:lnTo>
                    <a:pt x="319239" y="181038"/>
                  </a:lnTo>
                  <a:close/>
                </a:path>
                <a:path w="516889" h="833120">
                  <a:moveTo>
                    <a:pt x="403796" y="157086"/>
                  </a:moveTo>
                  <a:lnTo>
                    <a:pt x="128257" y="157086"/>
                  </a:lnTo>
                  <a:lnTo>
                    <a:pt x="128257" y="168351"/>
                  </a:lnTo>
                  <a:lnTo>
                    <a:pt x="156451" y="168351"/>
                  </a:lnTo>
                  <a:lnTo>
                    <a:pt x="156451" y="233159"/>
                  </a:lnTo>
                  <a:lnTo>
                    <a:pt x="174764" y="255003"/>
                  </a:lnTo>
                  <a:lnTo>
                    <a:pt x="180403" y="186677"/>
                  </a:lnTo>
                  <a:lnTo>
                    <a:pt x="235369" y="186677"/>
                  </a:lnTo>
                  <a:lnTo>
                    <a:pt x="248056" y="168351"/>
                  </a:lnTo>
                  <a:lnTo>
                    <a:pt x="396748" y="168351"/>
                  </a:lnTo>
                  <a:lnTo>
                    <a:pt x="403796" y="157086"/>
                  </a:lnTo>
                  <a:close/>
                </a:path>
                <a:path w="516889" h="833120">
                  <a:moveTo>
                    <a:pt x="421411" y="77482"/>
                  </a:moveTo>
                  <a:lnTo>
                    <a:pt x="105714" y="77482"/>
                  </a:lnTo>
                  <a:lnTo>
                    <a:pt x="105714" y="91579"/>
                  </a:lnTo>
                  <a:lnTo>
                    <a:pt x="421411" y="91579"/>
                  </a:lnTo>
                  <a:lnTo>
                    <a:pt x="421411" y="77482"/>
                  </a:lnTo>
                  <a:close/>
                </a:path>
                <a:path w="516889" h="833120">
                  <a:moveTo>
                    <a:pt x="466521" y="32410"/>
                  </a:moveTo>
                  <a:lnTo>
                    <a:pt x="59194" y="33108"/>
                  </a:lnTo>
                  <a:lnTo>
                    <a:pt x="62725" y="45783"/>
                  </a:lnTo>
                  <a:lnTo>
                    <a:pt x="462292" y="45085"/>
                  </a:lnTo>
                  <a:lnTo>
                    <a:pt x="466521" y="32410"/>
                  </a:lnTo>
                  <a:close/>
                </a:path>
                <a:path w="516889" h="833120">
                  <a:moveTo>
                    <a:pt x="516547" y="0"/>
                  </a:moveTo>
                  <a:lnTo>
                    <a:pt x="0" y="0"/>
                  </a:lnTo>
                  <a:lnTo>
                    <a:pt x="0" y="15494"/>
                  </a:lnTo>
                  <a:lnTo>
                    <a:pt x="516547" y="15494"/>
                  </a:lnTo>
                  <a:lnTo>
                    <a:pt x="516547" y="0"/>
                  </a:lnTo>
                  <a:close/>
                </a:path>
              </a:pathLst>
            </a:custGeom>
            <a:solidFill>
              <a:srgbClr val="BF7F3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3" name="object 53"/>
          <p:cNvSpPr txBox="1"/>
          <p:nvPr/>
        </p:nvSpPr>
        <p:spPr>
          <a:xfrm>
            <a:off x="786706" y="2787339"/>
            <a:ext cx="779780" cy="4044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450" spc="-10" b="1">
                <a:latin typeface="Arial"/>
                <a:cs typeface="Arial"/>
              </a:rPr>
              <a:t>Alice</a:t>
            </a:r>
            <a:endParaRPr sz="2450">
              <a:latin typeface="Arial"/>
              <a:cs typeface="Arial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9282726" y="2945096"/>
            <a:ext cx="639445" cy="4044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450" spc="-25" b="1">
                <a:latin typeface="Arial"/>
                <a:cs typeface="Arial"/>
              </a:rPr>
              <a:t>Bob</a:t>
            </a:r>
            <a:endParaRPr sz="2450">
              <a:latin typeface="Arial"/>
              <a:cs typeface="Arial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5693942" y="1998554"/>
            <a:ext cx="586740" cy="4044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450" spc="-25" b="1">
                <a:solidFill>
                  <a:srgbClr val="3333CC"/>
                </a:solidFill>
                <a:latin typeface="Arial"/>
                <a:cs typeface="Arial"/>
              </a:rPr>
              <a:t>Eve</a:t>
            </a:r>
            <a:endParaRPr sz="2450">
              <a:latin typeface="Arial"/>
              <a:cs typeface="Arial"/>
            </a:endParaRPr>
          </a:p>
        </p:txBody>
      </p:sp>
      <p:grpSp>
        <p:nvGrpSpPr>
          <p:cNvPr id="56" name="object 56"/>
          <p:cNvGrpSpPr/>
          <p:nvPr/>
        </p:nvGrpSpPr>
        <p:grpSpPr>
          <a:xfrm>
            <a:off x="1793990" y="2295004"/>
            <a:ext cx="2029460" cy="1410970"/>
            <a:chOff x="1793990" y="2295004"/>
            <a:chExt cx="2029460" cy="1410970"/>
          </a:xfrm>
        </p:grpSpPr>
        <p:sp>
          <p:nvSpPr>
            <p:cNvPr id="57" name="object 57"/>
            <p:cNvSpPr/>
            <p:nvPr/>
          </p:nvSpPr>
          <p:spPr>
            <a:xfrm>
              <a:off x="2665683" y="2910470"/>
              <a:ext cx="217170" cy="789305"/>
            </a:xfrm>
            <a:custGeom>
              <a:avLst/>
              <a:gdLst/>
              <a:ahLst/>
              <a:cxnLst/>
              <a:rect l="l" t="t" r="r" b="b"/>
              <a:pathLst>
                <a:path w="217169" h="789304">
                  <a:moveTo>
                    <a:pt x="108442" y="0"/>
                  </a:moveTo>
                  <a:lnTo>
                    <a:pt x="0" y="197196"/>
                  </a:lnTo>
                  <a:lnTo>
                    <a:pt x="54222" y="197196"/>
                  </a:lnTo>
                  <a:lnTo>
                    <a:pt x="54222" y="788785"/>
                  </a:lnTo>
                  <a:lnTo>
                    <a:pt x="162664" y="788785"/>
                  </a:lnTo>
                  <a:lnTo>
                    <a:pt x="162664" y="197196"/>
                  </a:lnTo>
                  <a:lnTo>
                    <a:pt x="216884" y="197196"/>
                  </a:lnTo>
                  <a:lnTo>
                    <a:pt x="108442" y="0"/>
                  </a:lnTo>
                  <a:close/>
                </a:path>
              </a:pathLst>
            </a:custGeom>
            <a:solidFill>
              <a:srgbClr val="FFD3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/>
            <p:cNvSpPr/>
            <p:nvPr/>
          </p:nvSpPr>
          <p:spPr>
            <a:xfrm>
              <a:off x="2665683" y="2910469"/>
              <a:ext cx="217170" cy="789305"/>
            </a:xfrm>
            <a:custGeom>
              <a:avLst/>
              <a:gdLst/>
              <a:ahLst/>
              <a:cxnLst/>
              <a:rect l="l" t="t" r="r" b="b"/>
              <a:pathLst>
                <a:path w="217169" h="789304">
                  <a:moveTo>
                    <a:pt x="0" y="197196"/>
                  </a:moveTo>
                  <a:lnTo>
                    <a:pt x="108442" y="0"/>
                  </a:lnTo>
                  <a:lnTo>
                    <a:pt x="216884" y="197196"/>
                  </a:lnTo>
                  <a:lnTo>
                    <a:pt x="162663" y="197196"/>
                  </a:lnTo>
                  <a:lnTo>
                    <a:pt x="162663" y="788785"/>
                  </a:lnTo>
                  <a:lnTo>
                    <a:pt x="54221" y="788785"/>
                  </a:lnTo>
                  <a:lnTo>
                    <a:pt x="54221" y="197196"/>
                  </a:lnTo>
                  <a:lnTo>
                    <a:pt x="0" y="197196"/>
                  </a:lnTo>
                  <a:close/>
                </a:path>
              </a:pathLst>
            </a:custGeom>
            <a:ln w="13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9" name="object 5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93990" y="2295004"/>
              <a:ext cx="2029279" cy="382985"/>
            </a:xfrm>
            <a:prstGeom prst="rect">
              <a:avLst/>
            </a:prstGeom>
          </p:spPr>
        </p:pic>
      </p:grpSp>
      <p:pic>
        <p:nvPicPr>
          <p:cNvPr id="60" name="object 6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107654" y="2452762"/>
            <a:ext cx="2029279" cy="382985"/>
          </a:xfrm>
          <a:prstGeom prst="rect">
            <a:avLst/>
          </a:prstGeom>
        </p:spPr>
      </p:pic>
      <p:sp>
        <p:nvSpPr>
          <p:cNvPr id="61" name="object 61"/>
          <p:cNvSpPr txBox="1"/>
          <p:nvPr/>
        </p:nvSpPr>
        <p:spPr>
          <a:xfrm>
            <a:off x="9083273" y="6751308"/>
            <a:ext cx="209550" cy="229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80"/>
              </a:lnSpc>
            </a:pPr>
            <a:r>
              <a:rPr dirty="0" sz="1450" spc="-25">
                <a:latin typeface="Times New Roman"/>
                <a:cs typeface="Times New Roman"/>
              </a:rPr>
              <a:t>18</a:t>
            </a:r>
            <a:endParaRPr sz="14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28849" rIns="0" bIns="0" rtlCol="0" vert="horz">
            <a:spAutoFit/>
          </a:bodyPr>
          <a:lstStyle/>
          <a:p>
            <a:pPr marL="1602740">
              <a:lnSpc>
                <a:spcPct val="100000"/>
              </a:lnSpc>
              <a:spcBef>
                <a:spcPts val="105"/>
              </a:spcBef>
            </a:pPr>
            <a:r>
              <a:rPr dirty="0"/>
              <a:t>Mechanical:</a:t>
            </a:r>
            <a:r>
              <a:rPr dirty="0" spc="-145"/>
              <a:t> </a:t>
            </a:r>
            <a:r>
              <a:rPr dirty="0"/>
              <a:t>Hagelin</a:t>
            </a:r>
            <a:r>
              <a:rPr dirty="0" spc="-140"/>
              <a:t> </a:t>
            </a:r>
            <a:r>
              <a:rPr dirty="0" spc="-25"/>
              <a:t>C38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615141" y="228600"/>
            <a:ext cx="8990965" cy="7070090"/>
            <a:chOff x="615141" y="228600"/>
            <a:chExt cx="8990965" cy="707009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88343" y="1648413"/>
              <a:ext cx="8517636" cy="5649675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5141" y="228600"/>
              <a:ext cx="1013770" cy="1416527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9793075" y="6909065"/>
            <a:ext cx="209550" cy="229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80"/>
              </a:lnSpc>
            </a:pPr>
            <a:r>
              <a:rPr dirty="0" sz="1450" spc="-25">
                <a:latin typeface="Times New Roman"/>
                <a:cs typeface="Times New Roman"/>
              </a:rPr>
              <a:t>19</a:t>
            </a:r>
            <a:endParaRPr sz="14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995368" y="539301"/>
            <a:ext cx="5182870" cy="72009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Problem:</a:t>
            </a:r>
            <a:r>
              <a:rPr dirty="0" spc="-40"/>
              <a:t> </a:t>
            </a:r>
            <a:r>
              <a:rPr dirty="0"/>
              <a:t>what</a:t>
            </a:r>
            <a:r>
              <a:rPr dirty="0" spc="-35"/>
              <a:t> </a:t>
            </a:r>
            <a:r>
              <a:rPr dirty="0"/>
              <a:t>is</a:t>
            </a:r>
            <a:r>
              <a:rPr dirty="0" spc="-35"/>
              <a:t> </a:t>
            </a:r>
            <a:r>
              <a:rPr dirty="0" spc="-10"/>
              <a:t>this?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64619" y="1604162"/>
            <a:ext cx="7183755" cy="5302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367030" indent="-354330">
              <a:lnSpc>
                <a:spcPct val="100000"/>
              </a:lnSpc>
              <a:spcBef>
                <a:spcPts val="110"/>
              </a:spcBef>
              <a:buChar char="•"/>
              <a:tabLst>
                <a:tab pos="367030" algn="l"/>
              </a:tabLst>
            </a:pPr>
            <a:r>
              <a:rPr dirty="0" sz="3300">
                <a:latin typeface="Times New Roman"/>
                <a:cs typeface="Times New Roman"/>
              </a:rPr>
              <a:t>Cryptogram</a:t>
            </a:r>
            <a:r>
              <a:rPr dirty="0" sz="3300" spc="-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[=14</a:t>
            </a:r>
            <a:r>
              <a:rPr dirty="0" sz="3300" spc="-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January</a:t>
            </a:r>
            <a:r>
              <a:rPr dirty="0" sz="3300" spc="-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1961</a:t>
            </a:r>
            <a:r>
              <a:rPr dirty="0" sz="3300" spc="-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11.00 </a:t>
            </a:r>
            <a:r>
              <a:rPr dirty="0" sz="3300" spc="-25">
                <a:latin typeface="Times New Roman"/>
                <a:cs typeface="Times New Roman"/>
              </a:rPr>
              <a:t>h]</a:t>
            </a:r>
            <a:endParaRPr sz="33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64619" y="2204690"/>
            <a:ext cx="1894839" cy="457073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65760" marR="5080" indent="-353695">
              <a:lnSpc>
                <a:spcPct val="100400"/>
              </a:lnSpc>
              <a:spcBef>
                <a:spcPts val="95"/>
              </a:spcBef>
              <a:buFont typeface="Courier New"/>
              <a:buChar char="•"/>
              <a:tabLst>
                <a:tab pos="367030" algn="l"/>
              </a:tabLst>
            </a:pPr>
            <a:r>
              <a:rPr dirty="0" sz="3300" spc="-10" b="1">
                <a:solidFill>
                  <a:srgbClr val="3333CC"/>
                </a:solidFill>
                <a:latin typeface="Courier New"/>
                <a:cs typeface="Courier New"/>
              </a:rPr>
              <a:t>&lt;</a:t>
            </a:r>
            <a:r>
              <a:rPr dirty="0" sz="3300" spc="-10" b="1">
                <a:latin typeface="Courier New"/>
                <a:cs typeface="Courier New"/>
              </a:rPr>
              <a:t>AHQNE </a:t>
            </a:r>
            <a:r>
              <a:rPr dirty="0" sz="3300" spc="-10" b="1">
                <a:latin typeface="Courier New"/>
                <a:cs typeface="Courier New"/>
              </a:rPr>
              <a:t>	</a:t>
            </a:r>
            <a:r>
              <a:rPr dirty="0" sz="3300" spc="-10" b="1">
                <a:solidFill>
                  <a:srgbClr val="3333CC"/>
                </a:solidFill>
                <a:latin typeface="Courier New"/>
                <a:cs typeface="Courier New"/>
              </a:rPr>
              <a:t>LQWDB 	GEDBE 	XNZZH 	UOMWW 	OIJDR 	HSUIY 	FUVOA 	SHXRR</a:t>
            </a:r>
            <a:endParaRPr sz="33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539596" y="2204690"/>
            <a:ext cx="1476375" cy="4070985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marL="12700" marR="5080" indent="189230">
              <a:lnSpc>
                <a:spcPct val="100600"/>
              </a:lnSpc>
              <a:spcBef>
                <a:spcPts val="85"/>
              </a:spcBef>
            </a:pPr>
            <a:r>
              <a:rPr dirty="0" sz="3300" spc="-10" b="1">
                <a:solidFill>
                  <a:srgbClr val="3333CC"/>
                </a:solidFill>
                <a:latin typeface="Courier New"/>
                <a:cs typeface="Courier New"/>
              </a:rPr>
              <a:t>XVAZW BXFRZ HGMPS MEVGS LOGSO UEAAV PKFPZ WLSSD</a:t>
            </a:r>
            <a:endParaRPr sz="33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159672" y="2204690"/>
            <a:ext cx="1412875" cy="4070985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algn="just" marL="12700" marR="5080" indent="125095">
              <a:lnSpc>
                <a:spcPct val="100600"/>
              </a:lnSpc>
              <a:spcBef>
                <a:spcPts val="85"/>
              </a:spcBef>
            </a:pPr>
            <a:r>
              <a:rPr dirty="0" sz="3300" spc="-10" b="1">
                <a:solidFill>
                  <a:srgbClr val="3333CC"/>
                </a:solidFill>
                <a:latin typeface="Courier New"/>
                <a:cs typeface="Courier New"/>
              </a:rPr>
              <a:t>IQFFR NJVYB GAZJK ANLLB ZWVVV RWYXH OSEAW ZVKPU</a:t>
            </a:r>
            <a:endParaRPr sz="33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779747" y="2204690"/>
            <a:ext cx="1349375" cy="4070985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algn="just" marL="12700" marR="5080" indent="61594">
              <a:lnSpc>
                <a:spcPct val="100600"/>
              </a:lnSpc>
              <a:spcBef>
                <a:spcPts val="85"/>
              </a:spcBef>
            </a:pPr>
            <a:r>
              <a:rPr dirty="0" sz="3300" spc="-10" b="1">
                <a:solidFill>
                  <a:srgbClr val="3333CC"/>
                </a:solidFill>
                <a:latin typeface="Courier New"/>
                <a:cs typeface="Courier New"/>
              </a:rPr>
              <a:t>JENFV QVGOZ RDJQC DQCGF LDQNI PAWSV SUZMY ZSHKK</a:t>
            </a:r>
            <a:endParaRPr sz="33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398261" y="2204690"/>
            <a:ext cx="1289050" cy="457073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3970" marR="5080" indent="-1905">
              <a:lnSpc>
                <a:spcPct val="100400"/>
              </a:lnSpc>
              <a:spcBef>
                <a:spcPts val="95"/>
              </a:spcBef>
            </a:pPr>
            <a:r>
              <a:rPr dirty="0" sz="3300" spc="-10" b="1">
                <a:solidFill>
                  <a:srgbClr val="3333CC"/>
                </a:solidFill>
                <a:latin typeface="Courier New"/>
                <a:cs typeface="Courier New"/>
              </a:rPr>
              <a:t>OUXBD KFYQV VJTEB PWCVR YTZAA CHTYN QDYEL PALWB </a:t>
            </a:r>
            <a:r>
              <a:rPr dirty="0" sz="3300" spc="-10" b="1">
                <a:latin typeface="Courier New"/>
                <a:cs typeface="Courier New"/>
              </a:rPr>
              <a:t>11205</a:t>
            </a:r>
            <a:endParaRPr sz="33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079677" y="6244850"/>
            <a:ext cx="1287780" cy="5302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3300" spc="-10" b="1">
                <a:solidFill>
                  <a:srgbClr val="3333CC"/>
                </a:solidFill>
                <a:latin typeface="Courier New"/>
                <a:cs typeface="Courier New"/>
              </a:rPr>
              <a:t>MLQOK</a:t>
            </a:r>
            <a:endParaRPr sz="33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239542" y="6244850"/>
            <a:ext cx="1287780" cy="5302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3300" spc="-10" b="1">
                <a:latin typeface="Courier New"/>
                <a:cs typeface="Courier New"/>
              </a:rPr>
              <a:t>AHQNE</a:t>
            </a:r>
            <a:endParaRPr sz="33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919521" y="6757560"/>
            <a:ext cx="1792605" cy="5302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3300" spc="-10" b="1">
                <a:latin typeface="Courier New"/>
                <a:cs typeface="Courier New"/>
              </a:rPr>
              <a:t>141100</a:t>
            </a:r>
            <a:r>
              <a:rPr dirty="0" sz="3300" spc="-10" b="1">
                <a:solidFill>
                  <a:srgbClr val="3333CC"/>
                </a:solidFill>
                <a:latin typeface="Courier New"/>
                <a:cs typeface="Courier New"/>
              </a:rPr>
              <a:t>&gt;</a:t>
            </a:r>
            <a:endParaRPr sz="33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793075" y="6962973"/>
            <a:ext cx="209550" cy="2463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50" spc="-25">
                <a:latin typeface="Times New Roman"/>
                <a:cs typeface="Times New Roman"/>
              </a:rPr>
              <a:t>20</a:t>
            </a:r>
            <a:endParaRPr sz="14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232850" y="775938"/>
            <a:ext cx="2707640" cy="72009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The</a:t>
            </a:r>
            <a:r>
              <a:rPr dirty="0" spc="-50"/>
              <a:t> </a:t>
            </a:r>
            <a:r>
              <a:rPr dirty="0" spc="-10"/>
              <a:t>answer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643486" y="1761919"/>
            <a:ext cx="6645909" cy="5302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367030" indent="-354330">
              <a:lnSpc>
                <a:spcPct val="100000"/>
              </a:lnSpc>
              <a:spcBef>
                <a:spcPts val="110"/>
              </a:spcBef>
              <a:buChar char="•"/>
              <a:tabLst>
                <a:tab pos="367030" algn="l"/>
              </a:tabLst>
            </a:pPr>
            <a:r>
              <a:rPr dirty="0" sz="3300">
                <a:latin typeface="Times New Roman"/>
                <a:cs typeface="Times New Roman"/>
              </a:rPr>
              <a:t>Plaintext</a:t>
            </a:r>
            <a:r>
              <a:rPr dirty="0" sz="3300" spc="-10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[=14</a:t>
            </a:r>
            <a:r>
              <a:rPr dirty="0" sz="3300" spc="-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January</a:t>
            </a:r>
            <a:r>
              <a:rPr dirty="0" sz="3300" spc="-10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1961</a:t>
            </a:r>
            <a:r>
              <a:rPr dirty="0" sz="3300" spc="-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11.00</a:t>
            </a:r>
            <a:r>
              <a:rPr dirty="0" sz="3300" spc="-5">
                <a:latin typeface="Times New Roman"/>
                <a:cs typeface="Times New Roman"/>
              </a:rPr>
              <a:t> </a:t>
            </a:r>
            <a:r>
              <a:rPr dirty="0" sz="3300" spc="-25">
                <a:latin typeface="Times New Roman"/>
                <a:cs typeface="Times New Roman"/>
              </a:rPr>
              <a:t>h]</a:t>
            </a:r>
            <a:endParaRPr sz="3300">
              <a:latin typeface="Times New Roman"/>
              <a:cs typeface="Times New Roman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624436" y="2445604"/>
          <a:ext cx="8237220" cy="45205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74825"/>
                <a:gridCol w="1672589"/>
                <a:gridCol w="1619885"/>
                <a:gridCol w="1619884"/>
                <a:gridCol w="1473200"/>
              </a:tblGrid>
              <a:tr h="489584">
                <a:tc>
                  <a:txBody>
                    <a:bodyPr/>
                    <a:lstStyle/>
                    <a:p>
                      <a:pPr algn="r" marL="353695" marR="118110" indent="-353695">
                        <a:lnSpc>
                          <a:spcPts val="3420"/>
                        </a:lnSpc>
                        <a:buFont typeface="Courier New"/>
                        <a:buChar char="•"/>
                        <a:tabLst>
                          <a:tab pos="353695" algn="l"/>
                        </a:tabLst>
                      </a:pPr>
                      <a:r>
                        <a:rPr dirty="0" sz="3300" spc="-10" b="1">
                          <a:latin typeface="Courier New"/>
                          <a:cs typeface="Courier New"/>
                        </a:rPr>
                        <a:t>DOFGD</a:t>
                      </a:r>
                      <a:endParaRPr sz="33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70815">
                        <a:lnSpc>
                          <a:spcPts val="3420"/>
                        </a:lnSpc>
                      </a:pPr>
                      <a:r>
                        <a:rPr dirty="0" sz="3300" spc="-10" b="1">
                          <a:solidFill>
                            <a:srgbClr val="FF0066"/>
                          </a:solidFill>
                          <a:latin typeface="Courier New"/>
                          <a:cs typeface="Courier New"/>
                        </a:rPr>
                        <a:t>VISWA</a:t>
                      </a:r>
                      <a:endParaRPr sz="33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20"/>
                        </a:lnSpc>
                      </a:pPr>
                      <a:r>
                        <a:rPr dirty="0" sz="3300" spc="-10" b="1">
                          <a:solidFill>
                            <a:srgbClr val="FF0066"/>
                          </a:solidFill>
                          <a:latin typeface="Courier New"/>
                          <a:cs typeface="Courier New"/>
                        </a:rPr>
                        <a:t>WVISW</a:t>
                      </a:r>
                      <a:endParaRPr sz="33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20"/>
                        </a:lnSpc>
                      </a:pPr>
                      <a:r>
                        <a:rPr dirty="0" sz="3300" spc="-10" b="1">
                          <a:solidFill>
                            <a:srgbClr val="FF0066"/>
                          </a:solidFill>
                          <a:latin typeface="Courier New"/>
                          <a:cs typeface="Courier New"/>
                        </a:rPr>
                        <a:t>JOSEP</a:t>
                      </a:r>
                      <a:endParaRPr sz="33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4765">
                        <a:lnSpc>
                          <a:spcPts val="3420"/>
                        </a:lnSpc>
                      </a:pPr>
                      <a:r>
                        <a:rPr dirty="0" sz="3300" spc="-10" b="1">
                          <a:solidFill>
                            <a:srgbClr val="FF0066"/>
                          </a:solidFill>
                          <a:latin typeface="Courier New"/>
                          <a:cs typeface="Courier New"/>
                        </a:rPr>
                        <a:t>HWXXW</a:t>
                      </a:r>
                      <a:endParaRPr sz="33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</a:tr>
              <a:tr h="508000">
                <a:tc>
                  <a:txBody>
                    <a:bodyPr/>
                    <a:lstStyle/>
                    <a:p>
                      <a:pPr algn="r" marR="118110">
                        <a:lnSpc>
                          <a:spcPts val="3525"/>
                        </a:lnSpc>
                      </a:pPr>
                      <a:r>
                        <a:rPr dirty="0" sz="3300" spc="-10" b="1">
                          <a:solidFill>
                            <a:srgbClr val="FF0066"/>
                          </a:solidFill>
                          <a:latin typeface="Courier New"/>
                          <a:cs typeface="Courier New"/>
                        </a:rPr>
                        <a:t>TERTI</a:t>
                      </a:r>
                      <a:endParaRPr sz="33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70815">
                        <a:lnSpc>
                          <a:spcPts val="3525"/>
                        </a:lnSpc>
                      </a:pPr>
                      <a:r>
                        <a:rPr dirty="0" sz="3300" spc="-10" b="1">
                          <a:solidFill>
                            <a:srgbClr val="FF0066"/>
                          </a:solidFill>
                          <a:latin typeface="Courier New"/>
                          <a:cs typeface="Courier New"/>
                        </a:rPr>
                        <a:t>OWMIS</a:t>
                      </a:r>
                      <a:endParaRPr sz="33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525"/>
                        </a:lnSpc>
                      </a:pPr>
                      <a:r>
                        <a:rPr dirty="0" sz="3300" spc="-10" b="1">
                          <a:solidFill>
                            <a:srgbClr val="FF0066"/>
                          </a:solidFill>
                          <a:latin typeface="Courier New"/>
                          <a:cs typeface="Courier New"/>
                        </a:rPr>
                        <a:t>SIONW</a:t>
                      </a:r>
                      <a:endParaRPr sz="33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ts val="3525"/>
                        </a:lnSpc>
                      </a:pPr>
                      <a:r>
                        <a:rPr dirty="0" sz="3300" spc="-10" b="1">
                          <a:solidFill>
                            <a:srgbClr val="FF0066"/>
                          </a:solidFill>
                          <a:latin typeface="Courier New"/>
                          <a:cs typeface="Courier New"/>
                        </a:rPr>
                        <a:t>BOMBO</a:t>
                      </a:r>
                      <a:endParaRPr sz="33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3525"/>
                        </a:lnSpc>
                      </a:pPr>
                      <a:r>
                        <a:rPr dirty="0" sz="3300" spc="-10" b="1">
                          <a:solidFill>
                            <a:srgbClr val="FF0066"/>
                          </a:solidFill>
                          <a:latin typeface="Courier New"/>
                          <a:cs typeface="Courier New"/>
                        </a:rPr>
                        <a:t>KOWVO</a:t>
                      </a:r>
                      <a:endParaRPr sz="33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</a:tr>
              <a:tr h="506095">
                <a:tc>
                  <a:txBody>
                    <a:bodyPr/>
                    <a:lstStyle/>
                    <a:p>
                      <a:pPr algn="r" marR="118110">
                        <a:lnSpc>
                          <a:spcPts val="3560"/>
                        </a:lnSpc>
                      </a:pPr>
                      <a:r>
                        <a:rPr dirty="0" sz="3300" spc="-10" b="1">
                          <a:solidFill>
                            <a:srgbClr val="FF0066"/>
                          </a:solidFill>
                          <a:latin typeface="Courier New"/>
                          <a:cs typeface="Courier New"/>
                        </a:rPr>
                        <a:t>IRWTE</a:t>
                      </a:r>
                      <a:endParaRPr sz="33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70815">
                        <a:lnSpc>
                          <a:spcPts val="3560"/>
                        </a:lnSpc>
                      </a:pPr>
                      <a:r>
                        <a:rPr dirty="0" sz="3300" spc="-10" b="1">
                          <a:solidFill>
                            <a:srgbClr val="FF0066"/>
                          </a:solidFill>
                          <a:latin typeface="Courier New"/>
                          <a:cs typeface="Courier New"/>
                        </a:rPr>
                        <a:t>LEXWC</a:t>
                      </a:r>
                      <a:endParaRPr sz="33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560"/>
                        </a:lnSpc>
                      </a:pPr>
                      <a:r>
                        <a:rPr dirty="0" sz="3300" spc="-10" b="1">
                          <a:solidFill>
                            <a:srgbClr val="FF0066"/>
                          </a:solidFill>
                          <a:latin typeface="Courier New"/>
                          <a:cs typeface="Courier New"/>
                        </a:rPr>
                        <a:t>EWSUJ</a:t>
                      </a:r>
                      <a:endParaRPr sz="33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ts val="3560"/>
                        </a:lnSpc>
                      </a:pPr>
                      <a:r>
                        <a:rPr dirty="0" sz="3300" spc="-10" b="1">
                          <a:solidFill>
                            <a:srgbClr val="FF0066"/>
                          </a:solidFill>
                          <a:latin typeface="Courier New"/>
                          <a:cs typeface="Courier New"/>
                        </a:rPr>
                        <a:t>ETWAM</a:t>
                      </a:r>
                      <a:endParaRPr sz="33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3560"/>
                        </a:lnSpc>
                      </a:pPr>
                      <a:r>
                        <a:rPr dirty="0" sz="3300" spc="-10" b="1">
                          <a:solidFill>
                            <a:srgbClr val="FF0066"/>
                          </a:solidFill>
                          <a:latin typeface="Courier New"/>
                          <a:cs typeface="Courier New"/>
                        </a:rPr>
                        <a:t>BABEL</a:t>
                      </a:r>
                      <a:endParaRPr sz="33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</a:tr>
              <a:tr h="506095">
                <a:tc>
                  <a:txBody>
                    <a:bodyPr/>
                    <a:lstStyle/>
                    <a:p>
                      <a:pPr algn="r" marR="118110">
                        <a:lnSpc>
                          <a:spcPts val="3510"/>
                        </a:lnSpc>
                      </a:pPr>
                      <a:r>
                        <a:rPr dirty="0" sz="3300" spc="-10" b="1">
                          <a:solidFill>
                            <a:srgbClr val="FF0066"/>
                          </a:solidFill>
                          <a:latin typeface="Courier New"/>
                          <a:cs typeface="Courier New"/>
                        </a:rPr>
                        <a:t>GEWXX</a:t>
                      </a:r>
                      <a:endParaRPr sz="33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70815">
                        <a:lnSpc>
                          <a:spcPts val="3510"/>
                        </a:lnSpc>
                      </a:pPr>
                      <a:r>
                        <a:rPr dirty="0" sz="3300" spc="-10" b="1">
                          <a:solidFill>
                            <a:srgbClr val="FF0066"/>
                          </a:solidFill>
                          <a:latin typeface="Courier New"/>
                          <a:cs typeface="Courier New"/>
                        </a:rPr>
                        <a:t>WJULE</a:t>
                      </a:r>
                      <a:endParaRPr sz="33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510"/>
                        </a:lnSpc>
                      </a:pPr>
                      <a:r>
                        <a:rPr dirty="0" sz="3300" spc="-10" b="1">
                          <a:solidFill>
                            <a:srgbClr val="FF0066"/>
                          </a:solidFill>
                          <a:latin typeface="Courier New"/>
                          <a:cs typeface="Courier New"/>
                        </a:rPr>
                        <a:t>SWXXW</a:t>
                      </a:r>
                      <a:endParaRPr sz="33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ts val="3510"/>
                        </a:lnSpc>
                      </a:pPr>
                      <a:r>
                        <a:rPr dirty="0" sz="3300" spc="-10" b="1">
                          <a:solidFill>
                            <a:srgbClr val="FF0066"/>
                          </a:solidFill>
                          <a:latin typeface="Courier New"/>
                          <a:cs typeface="Courier New"/>
                        </a:rPr>
                        <a:t>BISEC</a:t>
                      </a:r>
                      <a:endParaRPr sz="33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3510"/>
                        </a:lnSpc>
                      </a:pPr>
                      <a:r>
                        <a:rPr dirty="0" sz="3300" spc="-10" b="1">
                          <a:solidFill>
                            <a:srgbClr val="FF0066"/>
                          </a:solidFill>
                          <a:latin typeface="Courier New"/>
                          <a:cs typeface="Courier New"/>
                        </a:rPr>
                        <a:t>TWTRE</a:t>
                      </a:r>
                      <a:endParaRPr sz="33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</a:tr>
              <a:tr h="506095">
                <a:tc>
                  <a:txBody>
                    <a:bodyPr/>
                    <a:lstStyle/>
                    <a:p>
                      <a:pPr algn="r" marR="118110">
                        <a:lnSpc>
                          <a:spcPts val="3560"/>
                        </a:lnSpc>
                      </a:pPr>
                      <a:r>
                        <a:rPr dirty="0" sz="3300" spc="-10" b="1">
                          <a:solidFill>
                            <a:srgbClr val="FF0066"/>
                          </a:solidFill>
                          <a:latin typeface="Courier New"/>
                          <a:cs typeface="Courier New"/>
                        </a:rPr>
                        <a:t>SECVX</a:t>
                      </a:r>
                      <a:endParaRPr sz="33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70815">
                        <a:lnSpc>
                          <a:spcPts val="3560"/>
                        </a:lnSpc>
                      </a:pPr>
                      <a:r>
                        <a:rPr dirty="0" sz="3300" spc="-10" b="1">
                          <a:solidFill>
                            <a:srgbClr val="FF0066"/>
                          </a:solidFill>
                          <a:latin typeface="Courier New"/>
                          <a:cs typeface="Courier New"/>
                        </a:rPr>
                        <a:t>XWRWV</a:t>
                      </a:r>
                      <a:endParaRPr sz="33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560"/>
                        </a:lnSpc>
                      </a:pPr>
                      <a:r>
                        <a:rPr dirty="0" sz="3300" spc="-10" b="1">
                          <a:solidFill>
                            <a:srgbClr val="FF0066"/>
                          </a:solidFill>
                          <a:latin typeface="Courier New"/>
                          <a:cs typeface="Courier New"/>
                        </a:rPr>
                        <a:t>WMWPR</a:t>
                      </a:r>
                      <a:endParaRPr sz="33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ts val="3560"/>
                        </a:lnSpc>
                      </a:pPr>
                      <a:r>
                        <a:rPr dirty="0" sz="3300" spc="-10" b="1">
                          <a:solidFill>
                            <a:srgbClr val="FF0066"/>
                          </a:solidFill>
                          <a:latin typeface="Courier New"/>
                          <a:cs typeface="Courier New"/>
                        </a:rPr>
                        <a:t>INTEX</a:t>
                      </a:r>
                      <a:endParaRPr sz="33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3560"/>
                        </a:lnSpc>
                      </a:pPr>
                      <a:r>
                        <a:rPr dirty="0" sz="3300" spc="-10" b="1">
                          <a:solidFill>
                            <a:srgbClr val="FF0066"/>
                          </a:solidFill>
                          <a:latin typeface="Courier New"/>
                          <a:cs typeface="Courier New"/>
                        </a:rPr>
                        <a:t>WXXWP</a:t>
                      </a:r>
                      <a:endParaRPr sz="33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</a:tr>
              <a:tr h="499109">
                <a:tc>
                  <a:txBody>
                    <a:bodyPr/>
                    <a:lstStyle/>
                    <a:p>
                      <a:pPr algn="r" marR="118110">
                        <a:lnSpc>
                          <a:spcPts val="3510"/>
                        </a:lnSpc>
                      </a:pPr>
                      <a:r>
                        <a:rPr dirty="0" sz="3300" spc="-10" b="1">
                          <a:solidFill>
                            <a:srgbClr val="FF0066"/>
                          </a:solidFill>
                          <a:latin typeface="Courier New"/>
                          <a:cs typeface="Courier New"/>
                        </a:rPr>
                        <a:t>RIMOW</a:t>
                      </a:r>
                      <a:endParaRPr sz="33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70815">
                        <a:lnSpc>
                          <a:spcPts val="3510"/>
                        </a:lnSpc>
                      </a:pPr>
                      <a:r>
                        <a:rPr dirty="0" sz="3300" spc="-10" b="1">
                          <a:solidFill>
                            <a:srgbClr val="FF0066"/>
                          </a:solidFill>
                          <a:latin typeface="Courier New"/>
                          <a:cs typeface="Courier New"/>
                        </a:rPr>
                        <a:t>RIENW</a:t>
                      </a:r>
                      <a:endParaRPr sz="33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510"/>
                        </a:lnSpc>
                      </a:pPr>
                      <a:r>
                        <a:rPr dirty="0" sz="3300" spc="-10" b="1">
                          <a:solidFill>
                            <a:srgbClr val="FF0066"/>
                          </a:solidFill>
                          <a:latin typeface="Courier New"/>
                          <a:cs typeface="Courier New"/>
                        </a:rPr>
                        <a:t>ENVOY</a:t>
                      </a:r>
                      <a:endParaRPr sz="33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ts val="3510"/>
                        </a:lnSpc>
                      </a:pPr>
                      <a:r>
                        <a:rPr dirty="0" sz="3300" spc="-10" b="1">
                          <a:solidFill>
                            <a:srgbClr val="FF0066"/>
                          </a:solidFill>
                          <a:latin typeface="Courier New"/>
                          <a:cs typeface="Courier New"/>
                        </a:rPr>
                        <a:t>EWRUS</a:t>
                      </a:r>
                      <a:endParaRPr sz="33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3510"/>
                        </a:lnSpc>
                      </a:pPr>
                      <a:r>
                        <a:rPr dirty="0" sz="3300" spc="-10" b="1">
                          <a:solidFill>
                            <a:srgbClr val="FF0066"/>
                          </a:solidFill>
                          <a:latin typeface="Courier New"/>
                          <a:cs typeface="Courier New"/>
                        </a:rPr>
                        <a:t>URWWX</a:t>
                      </a:r>
                      <a:endParaRPr sz="33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</a:tr>
              <a:tr h="506095">
                <a:tc>
                  <a:txBody>
                    <a:bodyPr/>
                    <a:lstStyle/>
                    <a:p>
                      <a:pPr algn="r" marR="118110">
                        <a:lnSpc>
                          <a:spcPts val="3510"/>
                        </a:lnSpc>
                      </a:pPr>
                      <a:r>
                        <a:rPr dirty="0" sz="3300" spc="-10" b="1">
                          <a:solidFill>
                            <a:srgbClr val="FF0066"/>
                          </a:solidFill>
                          <a:latin typeface="Courier New"/>
                          <a:cs typeface="Courier New"/>
                        </a:rPr>
                        <a:t>XWPOU</a:t>
                      </a:r>
                      <a:endParaRPr sz="33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70815">
                        <a:lnSpc>
                          <a:spcPts val="3510"/>
                        </a:lnSpc>
                      </a:pPr>
                      <a:r>
                        <a:rPr dirty="0" sz="3300" spc="-10" b="1">
                          <a:solidFill>
                            <a:srgbClr val="FF0066"/>
                          </a:solidFill>
                          <a:latin typeface="Courier New"/>
                          <a:cs typeface="Courier New"/>
                        </a:rPr>
                        <a:t>VEZWR</a:t>
                      </a:r>
                      <a:endParaRPr sz="33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510"/>
                        </a:lnSpc>
                      </a:pPr>
                      <a:r>
                        <a:rPr dirty="0" sz="3300" spc="-10" b="1">
                          <a:solidFill>
                            <a:srgbClr val="FF0066"/>
                          </a:solidFill>
                          <a:latin typeface="Courier New"/>
                          <a:cs typeface="Courier New"/>
                        </a:rPr>
                        <a:t>EGLER</a:t>
                      </a:r>
                      <a:endParaRPr sz="33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ts val="3510"/>
                        </a:lnSpc>
                      </a:pPr>
                      <a:r>
                        <a:rPr dirty="0" sz="3300" spc="-10" b="1">
                          <a:solidFill>
                            <a:srgbClr val="FF0066"/>
                          </a:solidFill>
                          <a:latin typeface="Courier New"/>
                          <a:cs typeface="Courier New"/>
                        </a:rPr>
                        <a:t>WXXWS</a:t>
                      </a:r>
                      <a:endParaRPr sz="33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3510"/>
                        </a:lnSpc>
                      </a:pPr>
                      <a:r>
                        <a:rPr dirty="0" sz="3300" spc="-10" b="1">
                          <a:solidFill>
                            <a:srgbClr val="FF0066"/>
                          </a:solidFill>
                          <a:latin typeface="Courier New"/>
                          <a:cs typeface="Courier New"/>
                        </a:rPr>
                        <a:t>ECUND</a:t>
                      </a:r>
                      <a:endParaRPr sz="33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</a:tr>
              <a:tr h="506095">
                <a:tc>
                  <a:txBody>
                    <a:bodyPr/>
                    <a:lstStyle/>
                    <a:p>
                      <a:pPr algn="r" marR="118110">
                        <a:lnSpc>
                          <a:spcPts val="3560"/>
                        </a:lnSpc>
                      </a:pPr>
                      <a:r>
                        <a:rPr dirty="0" sz="3300" spc="-10" b="1">
                          <a:solidFill>
                            <a:srgbClr val="FF0066"/>
                          </a:solidFill>
                          <a:latin typeface="Courier New"/>
                          <a:cs typeface="Courier New"/>
                        </a:rPr>
                        <a:t>OWREP</a:t>
                      </a:r>
                      <a:endParaRPr sz="33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70815">
                        <a:lnSpc>
                          <a:spcPts val="3560"/>
                        </a:lnSpc>
                      </a:pPr>
                      <a:r>
                        <a:rPr dirty="0" sz="3300" spc="-10" b="1">
                          <a:solidFill>
                            <a:srgbClr val="FF0066"/>
                          </a:solidFill>
                          <a:latin typeface="Courier New"/>
                          <a:cs typeface="Courier New"/>
                        </a:rPr>
                        <a:t>RENDR</a:t>
                      </a:r>
                      <a:endParaRPr sz="33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560"/>
                        </a:lnSpc>
                      </a:pPr>
                      <a:r>
                        <a:rPr dirty="0" sz="3300" spc="-10" b="1">
                          <a:solidFill>
                            <a:srgbClr val="FF0066"/>
                          </a:solidFill>
                          <a:latin typeface="Courier New"/>
                          <a:cs typeface="Courier New"/>
                        </a:rPr>
                        <a:t>EWDUR</a:t>
                      </a:r>
                      <a:endParaRPr sz="33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ts val="3560"/>
                        </a:lnSpc>
                      </a:pPr>
                      <a:r>
                        <a:rPr dirty="0" sz="3300" spc="-10" b="1">
                          <a:solidFill>
                            <a:srgbClr val="FF0066"/>
                          </a:solidFill>
                          <a:latin typeface="Courier New"/>
                          <a:cs typeface="Courier New"/>
                        </a:rPr>
                        <a:t>GENCE</a:t>
                      </a:r>
                      <a:endParaRPr sz="33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3560"/>
                        </a:lnSpc>
                      </a:pPr>
                      <a:r>
                        <a:rPr dirty="0" sz="3300" spc="-10" b="1">
                          <a:solidFill>
                            <a:srgbClr val="FF0066"/>
                          </a:solidFill>
                          <a:latin typeface="Courier New"/>
                          <a:cs typeface="Courier New"/>
                        </a:rPr>
                        <a:t>WPLAN</a:t>
                      </a:r>
                      <a:endParaRPr sz="33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</a:tr>
              <a:tr h="493395">
                <a:tc>
                  <a:txBody>
                    <a:bodyPr/>
                    <a:lstStyle/>
                    <a:p>
                      <a:pPr algn="r" marR="118110">
                        <a:lnSpc>
                          <a:spcPts val="3510"/>
                        </a:lnSpc>
                      </a:pPr>
                      <a:r>
                        <a:rPr dirty="0" sz="3300" spc="-10" b="1">
                          <a:solidFill>
                            <a:srgbClr val="FF0066"/>
                          </a:solidFill>
                          <a:latin typeface="Courier New"/>
                          <a:cs typeface="Courier New"/>
                        </a:rPr>
                        <a:t>WBRAZ</a:t>
                      </a:r>
                      <a:endParaRPr sz="33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25730">
                        <a:lnSpc>
                          <a:spcPts val="3510"/>
                        </a:lnSpc>
                      </a:pPr>
                      <a:r>
                        <a:rPr dirty="0" sz="3300" spc="-10" b="1">
                          <a:solidFill>
                            <a:srgbClr val="FF0066"/>
                          </a:solidFill>
                          <a:latin typeface="Courier New"/>
                          <a:cs typeface="Courier New"/>
                        </a:rPr>
                        <a:t>ZAWWC</a:t>
                      </a:r>
                      <a:endParaRPr sz="33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endParaRPr sz="1450">
                        <a:latin typeface="Times New Roman"/>
                        <a:cs typeface="Times New Roman"/>
                      </a:endParaRPr>
                    </a:p>
                    <a:p>
                      <a:pPr algn="ctr" marL="278130">
                        <a:lnSpc>
                          <a:spcPts val="1664"/>
                        </a:lnSpc>
                      </a:pPr>
                      <a:r>
                        <a:rPr dirty="0" sz="1450" spc="-25">
                          <a:latin typeface="Times New Roman"/>
                          <a:cs typeface="Times New Roman"/>
                        </a:rPr>
                        <a:t>21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7785"/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04924" rIns="0" bIns="0" rtlCol="0" vert="horz">
            <a:spAutoFit/>
          </a:bodyPr>
          <a:lstStyle/>
          <a:p>
            <a:pPr marL="1136650">
              <a:lnSpc>
                <a:spcPct val="100000"/>
              </a:lnSpc>
              <a:spcBef>
                <a:spcPts val="105"/>
              </a:spcBef>
            </a:pPr>
            <a:r>
              <a:rPr dirty="0"/>
              <a:t>The</a:t>
            </a:r>
            <a:r>
              <a:rPr dirty="0" spc="-65"/>
              <a:t> </a:t>
            </a:r>
            <a:r>
              <a:rPr dirty="0"/>
              <a:t>answer</a:t>
            </a:r>
            <a:r>
              <a:rPr dirty="0" spc="-65"/>
              <a:t> </a:t>
            </a:r>
            <a:r>
              <a:rPr dirty="0"/>
              <a:t>(in</a:t>
            </a:r>
            <a:r>
              <a:rPr dirty="0" spc="-60"/>
              <a:t> </a:t>
            </a:r>
            <a:r>
              <a:rPr dirty="0"/>
              <a:t>readable</a:t>
            </a:r>
            <a:r>
              <a:rPr dirty="0" spc="-65"/>
              <a:t> </a:t>
            </a:r>
            <a:r>
              <a:rPr dirty="0" spc="-10"/>
              <a:t>form)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9083273" y="6751308"/>
            <a:ext cx="209550" cy="229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80"/>
              </a:lnSpc>
            </a:pPr>
            <a:r>
              <a:rPr dirty="0" sz="1450" spc="-25">
                <a:latin typeface="Times New Roman"/>
                <a:cs typeface="Times New Roman"/>
              </a:rPr>
              <a:t>22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643486" y="1998554"/>
            <a:ext cx="6645909" cy="5302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367030" indent="-354330">
              <a:lnSpc>
                <a:spcPct val="100000"/>
              </a:lnSpc>
              <a:spcBef>
                <a:spcPts val="110"/>
              </a:spcBef>
              <a:buChar char="•"/>
              <a:tabLst>
                <a:tab pos="367030" algn="l"/>
              </a:tabLst>
            </a:pPr>
            <a:r>
              <a:rPr dirty="0" sz="3300">
                <a:latin typeface="Times New Roman"/>
                <a:cs typeface="Times New Roman"/>
              </a:rPr>
              <a:t>Plaintext</a:t>
            </a:r>
            <a:r>
              <a:rPr dirty="0" sz="3300" spc="-10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[=14</a:t>
            </a:r>
            <a:r>
              <a:rPr dirty="0" sz="3300" spc="-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January</a:t>
            </a:r>
            <a:r>
              <a:rPr dirty="0" sz="3300" spc="-10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1961</a:t>
            </a:r>
            <a:r>
              <a:rPr dirty="0" sz="3300" spc="-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11.00</a:t>
            </a:r>
            <a:r>
              <a:rPr dirty="0" sz="3300" spc="-5">
                <a:latin typeface="Times New Roman"/>
                <a:cs typeface="Times New Roman"/>
              </a:rPr>
              <a:t> </a:t>
            </a:r>
            <a:r>
              <a:rPr dirty="0" sz="3300" spc="-25">
                <a:latin typeface="Times New Roman"/>
                <a:cs typeface="Times New Roman"/>
              </a:rPr>
              <a:t>h]</a:t>
            </a:r>
            <a:endParaRPr sz="33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643486" y="2599083"/>
            <a:ext cx="4168140" cy="103441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365760" marR="5080" indent="-353695">
              <a:lnSpc>
                <a:spcPct val="100000"/>
              </a:lnSpc>
              <a:spcBef>
                <a:spcPts val="110"/>
              </a:spcBef>
              <a:buFont typeface="Courier New"/>
              <a:buChar char="•"/>
              <a:tabLst>
                <a:tab pos="367030" algn="l"/>
                <a:tab pos="2106930" algn="l"/>
              </a:tabLst>
            </a:pPr>
            <a:r>
              <a:rPr dirty="0" sz="3300" b="1">
                <a:solidFill>
                  <a:srgbClr val="FF0066"/>
                </a:solidFill>
                <a:latin typeface="Courier New"/>
                <a:cs typeface="Courier New"/>
              </a:rPr>
              <a:t>TRESECV.</a:t>
            </a:r>
            <a:r>
              <a:rPr dirty="0" sz="3300" spc="670" b="1">
                <a:solidFill>
                  <a:srgbClr val="FF0066"/>
                </a:solidFill>
                <a:latin typeface="Courier New"/>
                <a:cs typeface="Courier New"/>
              </a:rPr>
              <a:t> </a:t>
            </a:r>
            <a:r>
              <a:rPr dirty="0" sz="3300" b="1">
                <a:solidFill>
                  <a:srgbClr val="FF0066"/>
                </a:solidFill>
                <a:latin typeface="Courier New"/>
                <a:cs typeface="Courier New"/>
              </a:rPr>
              <a:t>R</a:t>
            </a:r>
            <a:r>
              <a:rPr dirty="0" sz="3300" spc="670" b="1">
                <a:solidFill>
                  <a:srgbClr val="FF0066"/>
                </a:solidFill>
                <a:latin typeface="Courier New"/>
                <a:cs typeface="Courier New"/>
              </a:rPr>
              <a:t> </a:t>
            </a:r>
            <a:r>
              <a:rPr dirty="0" sz="3300" b="1">
                <a:solidFill>
                  <a:srgbClr val="FF0066"/>
                </a:solidFill>
                <a:latin typeface="Courier New"/>
                <a:cs typeface="Courier New"/>
              </a:rPr>
              <a:t>V</a:t>
            </a:r>
            <a:r>
              <a:rPr dirty="0" sz="3300" spc="670" b="1">
                <a:solidFill>
                  <a:srgbClr val="FF0066"/>
                </a:solidFill>
                <a:latin typeface="Courier New"/>
                <a:cs typeface="Courier New"/>
              </a:rPr>
              <a:t> </a:t>
            </a:r>
            <a:r>
              <a:rPr dirty="0" sz="3300" spc="-50" b="1">
                <a:solidFill>
                  <a:srgbClr val="FF0066"/>
                </a:solidFill>
                <a:latin typeface="Courier New"/>
                <a:cs typeface="Courier New"/>
              </a:rPr>
              <a:t>M </a:t>
            </a:r>
            <a:r>
              <a:rPr dirty="0" sz="3300" spc="-50" b="1">
                <a:solidFill>
                  <a:srgbClr val="FF0066"/>
                </a:solidFill>
                <a:latin typeface="Courier New"/>
                <a:cs typeface="Courier New"/>
              </a:rPr>
              <a:t>	</a:t>
            </a:r>
            <a:r>
              <a:rPr dirty="0" sz="3300" spc="-20" b="1">
                <a:solidFill>
                  <a:srgbClr val="FF0066"/>
                </a:solidFill>
                <a:latin typeface="Courier New"/>
                <a:cs typeface="Courier New"/>
              </a:rPr>
              <a:t>RIEN</a:t>
            </a:r>
            <a:r>
              <a:rPr dirty="0" sz="3300" b="1">
                <a:solidFill>
                  <a:srgbClr val="FF0066"/>
                </a:solidFill>
                <a:latin typeface="Courier New"/>
                <a:cs typeface="Courier New"/>
              </a:rPr>
              <a:t>	</a:t>
            </a:r>
            <a:r>
              <a:rPr dirty="0" sz="3300" spc="-10" b="1">
                <a:solidFill>
                  <a:srgbClr val="FF0066"/>
                </a:solidFill>
                <a:latin typeface="Courier New"/>
                <a:cs typeface="Courier New"/>
              </a:rPr>
              <a:t>ENVOYE</a:t>
            </a:r>
            <a:endParaRPr sz="33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982202" y="2599083"/>
            <a:ext cx="2185670" cy="103441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 marR="5080" indent="140335">
              <a:lnSpc>
                <a:spcPct val="100000"/>
              </a:lnSpc>
              <a:spcBef>
                <a:spcPts val="110"/>
              </a:spcBef>
            </a:pPr>
            <a:r>
              <a:rPr dirty="0" sz="3300" spc="-10" b="1">
                <a:solidFill>
                  <a:srgbClr val="FF0066"/>
                </a:solidFill>
                <a:latin typeface="Courier New"/>
                <a:cs typeface="Courier New"/>
              </a:rPr>
              <a:t>PRINTEX. RUSUR.</a:t>
            </a:r>
            <a:endParaRPr sz="33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226525" y="2599083"/>
            <a:ext cx="1540510" cy="103441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 marR="5080" indent="252095">
              <a:lnSpc>
                <a:spcPct val="100000"/>
              </a:lnSpc>
              <a:spcBef>
                <a:spcPts val="110"/>
              </a:spcBef>
            </a:pPr>
            <a:r>
              <a:rPr dirty="0" sz="3300" spc="-10" b="1">
                <a:solidFill>
                  <a:srgbClr val="FF0066"/>
                </a:solidFill>
                <a:latin typeface="Courier New"/>
                <a:cs typeface="Courier New"/>
              </a:rPr>
              <a:t>PRIMO POUVEZ</a:t>
            </a:r>
            <a:endParaRPr sz="33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998388" y="3615565"/>
            <a:ext cx="4527550" cy="5302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2747645" algn="l"/>
              </a:tabLst>
            </a:pPr>
            <a:r>
              <a:rPr dirty="0" sz="3300" spc="-10" b="1">
                <a:solidFill>
                  <a:srgbClr val="FF0066"/>
                </a:solidFill>
                <a:latin typeface="Courier New"/>
                <a:cs typeface="Courier New"/>
              </a:rPr>
              <a:t>REGLER.</a:t>
            </a:r>
            <a:r>
              <a:rPr dirty="0" sz="3300" b="1">
                <a:solidFill>
                  <a:srgbClr val="FF0066"/>
                </a:solidFill>
                <a:latin typeface="Courier New"/>
                <a:cs typeface="Courier New"/>
              </a:rPr>
              <a:t>	</a:t>
            </a:r>
            <a:r>
              <a:rPr dirty="0" sz="3300" spc="-10" b="1">
                <a:solidFill>
                  <a:srgbClr val="FF0066"/>
                </a:solidFill>
                <a:latin typeface="Courier New"/>
                <a:cs typeface="Courier New"/>
              </a:rPr>
              <a:t>SECUNDO</a:t>
            </a:r>
            <a:endParaRPr sz="33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468855" y="3615565"/>
            <a:ext cx="2297430" cy="5302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3300" spc="-10" b="1">
                <a:solidFill>
                  <a:srgbClr val="FF0066"/>
                </a:solidFill>
                <a:latin typeface="Courier New"/>
                <a:cs typeface="Courier New"/>
              </a:rPr>
              <a:t>REPRENDRE</a:t>
            </a:r>
            <a:endParaRPr sz="33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998388" y="4115129"/>
            <a:ext cx="7768590" cy="5302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3300" b="1">
                <a:solidFill>
                  <a:srgbClr val="FF0066"/>
                </a:solidFill>
                <a:latin typeface="Courier New"/>
                <a:cs typeface="Courier New"/>
              </a:rPr>
              <a:t>DURGENCE</a:t>
            </a:r>
            <a:r>
              <a:rPr dirty="0" sz="3300" spc="275" b="1">
                <a:solidFill>
                  <a:srgbClr val="FF0066"/>
                </a:solidFill>
                <a:latin typeface="Courier New"/>
                <a:cs typeface="Courier New"/>
              </a:rPr>
              <a:t> </a:t>
            </a:r>
            <a:r>
              <a:rPr dirty="0" sz="3300" b="1">
                <a:solidFill>
                  <a:srgbClr val="FF0066"/>
                </a:solidFill>
                <a:latin typeface="Courier New"/>
                <a:cs typeface="Courier New"/>
              </a:rPr>
              <a:t>PLAN</a:t>
            </a:r>
            <a:r>
              <a:rPr dirty="0" sz="3300" spc="275" b="1">
                <a:solidFill>
                  <a:srgbClr val="FF0066"/>
                </a:solidFill>
                <a:latin typeface="Courier New"/>
                <a:cs typeface="Courier New"/>
              </a:rPr>
              <a:t> </a:t>
            </a:r>
            <a:r>
              <a:rPr dirty="0" sz="3300" b="1">
                <a:solidFill>
                  <a:srgbClr val="FF0066"/>
                </a:solidFill>
                <a:latin typeface="Courier New"/>
                <a:cs typeface="Courier New"/>
              </a:rPr>
              <a:t>BRAZZA</a:t>
            </a:r>
            <a:r>
              <a:rPr dirty="0" sz="3300" spc="275" b="1">
                <a:solidFill>
                  <a:srgbClr val="FF0066"/>
                </a:solidFill>
                <a:latin typeface="Courier New"/>
                <a:cs typeface="Courier New"/>
              </a:rPr>
              <a:t> </a:t>
            </a:r>
            <a:r>
              <a:rPr dirty="0" sz="3300" b="1">
                <a:solidFill>
                  <a:srgbClr val="FF0066"/>
                </a:solidFill>
                <a:latin typeface="Courier New"/>
                <a:cs typeface="Courier New"/>
              </a:rPr>
              <a:t>VIS</a:t>
            </a:r>
            <a:r>
              <a:rPr dirty="0" sz="3300" spc="275" b="1">
                <a:solidFill>
                  <a:srgbClr val="FF0066"/>
                </a:solidFill>
                <a:latin typeface="Courier New"/>
                <a:cs typeface="Courier New"/>
              </a:rPr>
              <a:t> </a:t>
            </a:r>
            <a:r>
              <a:rPr dirty="0" sz="3300" b="1">
                <a:solidFill>
                  <a:srgbClr val="FF0066"/>
                </a:solidFill>
                <a:latin typeface="Courier New"/>
                <a:cs typeface="Courier New"/>
              </a:rPr>
              <a:t>A</a:t>
            </a:r>
            <a:r>
              <a:rPr dirty="0" sz="3300" spc="275" b="1">
                <a:solidFill>
                  <a:srgbClr val="FF0066"/>
                </a:solidFill>
                <a:latin typeface="Courier New"/>
                <a:cs typeface="Courier New"/>
              </a:rPr>
              <a:t> </a:t>
            </a:r>
            <a:r>
              <a:rPr dirty="0" sz="3300" spc="-25" b="1">
                <a:solidFill>
                  <a:srgbClr val="FF0066"/>
                </a:solidFill>
                <a:latin typeface="Courier New"/>
                <a:cs typeface="Courier New"/>
              </a:rPr>
              <a:t>VIS</a:t>
            </a:r>
            <a:endParaRPr sz="33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998388" y="4627839"/>
            <a:ext cx="1792605" cy="1029969"/>
          </a:xfrm>
          <a:prstGeom prst="rect">
            <a:avLst/>
          </a:prstGeom>
        </p:spPr>
        <p:txBody>
          <a:bodyPr wrap="square" lIns="0" tIns="31115" rIns="0" bIns="0" rtlCol="0" vert="horz">
            <a:spAutoFit/>
          </a:bodyPr>
          <a:lstStyle/>
          <a:p>
            <a:pPr marL="12700" marR="5080">
              <a:lnSpc>
                <a:spcPts val="3929"/>
              </a:lnSpc>
              <a:spcBef>
                <a:spcPts val="245"/>
              </a:spcBef>
            </a:pPr>
            <a:r>
              <a:rPr dirty="0" sz="3300" spc="-10" b="1">
                <a:solidFill>
                  <a:srgbClr val="FF0066"/>
                </a:solidFill>
                <a:latin typeface="Courier New"/>
                <a:cs typeface="Courier New"/>
              </a:rPr>
              <a:t>JOSEP BOMBOKO</a:t>
            </a:r>
            <a:endParaRPr sz="33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849806" y="4627839"/>
            <a:ext cx="5916930" cy="1029969"/>
          </a:xfrm>
          <a:prstGeom prst="rect">
            <a:avLst/>
          </a:prstGeom>
        </p:spPr>
        <p:txBody>
          <a:bodyPr wrap="square" lIns="0" tIns="31115" rIns="0" bIns="0" rtlCol="0" vert="horz">
            <a:spAutoFit/>
          </a:bodyPr>
          <a:lstStyle/>
          <a:p>
            <a:pPr marL="412115" marR="5080" indent="-400050">
              <a:lnSpc>
                <a:spcPts val="3929"/>
              </a:lnSpc>
              <a:spcBef>
                <a:spcPts val="245"/>
              </a:spcBef>
              <a:tabLst>
                <a:tab pos="1905635" algn="l"/>
                <a:tab pos="2032635" algn="l"/>
                <a:tab pos="3651885" algn="l"/>
                <a:tab pos="4136390" algn="l"/>
                <a:tab pos="4641215" algn="l"/>
              </a:tabLst>
            </a:pPr>
            <a:r>
              <a:rPr dirty="0" sz="3300" spc="-25" b="1">
                <a:solidFill>
                  <a:srgbClr val="FF0066"/>
                </a:solidFill>
                <a:latin typeface="Courier New"/>
                <a:cs typeface="Courier New"/>
              </a:rPr>
              <a:t>H.</a:t>
            </a:r>
            <a:r>
              <a:rPr dirty="0" sz="3300" b="1">
                <a:solidFill>
                  <a:srgbClr val="FF0066"/>
                </a:solidFill>
                <a:latin typeface="Courier New"/>
                <a:cs typeface="Courier New"/>
              </a:rPr>
              <a:t>		</a:t>
            </a:r>
            <a:r>
              <a:rPr dirty="0" sz="3300" spc="-10" b="1">
                <a:solidFill>
                  <a:srgbClr val="FF0066"/>
                </a:solidFill>
                <a:latin typeface="Courier New"/>
                <a:cs typeface="Courier New"/>
              </a:rPr>
              <a:t>TERTIO</a:t>
            </a:r>
            <a:r>
              <a:rPr dirty="0" sz="3300" b="1">
                <a:solidFill>
                  <a:srgbClr val="FF0066"/>
                </a:solidFill>
                <a:latin typeface="Courier New"/>
                <a:cs typeface="Courier New"/>
              </a:rPr>
              <a:t>		</a:t>
            </a:r>
            <a:r>
              <a:rPr dirty="0" sz="3300" spc="-10" b="1">
                <a:solidFill>
                  <a:srgbClr val="FF0066"/>
                </a:solidFill>
                <a:latin typeface="Courier New"/>
                <a:cs typeface="Courier New"/>
              </a:rPr>
              <a:t>MISSION </a:t>
            </a:r>
            <a:r>
              <a:rPr dirty="0" sz="3300" spc="-20" b="1">
                <a:solidFill>
                  <a:srgbClr val="FF0066"/>
                </a:solidFill>
                <a:latin typeface="Courier New"/>
                <a:cs typeface="Courier New"/>
              </a:rPr>
              <a:t>VOIR</a:t>
            </a:r>
            <a:r>
              <a:rPr dirty="0" sz="3300" b="1">
                <a:solidFill>
                  <a:srgbClr val="FF0066"/>
                </a:solidFill>
                <a:latin typeface="Courier New"/>
                <a:cs typeface="Courier New"/>
              </a:rPr>
              <a:t>	</a:t>
            </a:r>
            <a:r>
              <a:rPr dirty="0" sz="3300" spc="-10" b="1">
                <a:solidFill>
                  <a:srgbClr val="FF0066"/>
                </a:solidFill>
                <a:latin typeface="Courier New"/>
                <a:cs typeface="Courier New"/>
              </a:rPr>
              <a:t>TELEX</a:t>
            </a:r>
            <a:r>
              <a:rPr dirty="0" sz="3300" b="1">
                <a:solidFill>
                  <a:srgbClr val="FF0066"/>
                </a:solidFill>
                <a:latin typeface="Courier New"/>
                <a:cs typeface="Courier New"/>
              </a:rPr>
              <a:t>	</a:t>
            </a:r>
            <a:r>
              <a:rPr dirty="0" sz="3300" spc="-25" b="1">
                <a:solidFill>
                  <a:srgbClr val="FF0066"/>
                </a:solidFill>
                <a:latin typeface="Courier New"/>
                <a:cs typeface="Courier New"/>
              </a:rPr>
              <a:t>CE</a:t>
            </a:r>
            <a:r>
              <a:rPr dirty="0" sz="3300" b="1">
                <a:solidFill>
                  <a:srgbClr val="FF0066"/>
                </a:solidFill>
                <a:latin typeface="Courier New"/>
                <a:cs typeface="Courier New"/>
              </a:rPr>
              <a:t>	</a:t>
            </a:r>
            <a:r>
              <a:rPr dirty="0" sz="3300" spc="-10" b="1">
                <a:solidFill>
                  <a:srgbClr val="FF0066"/>
                </a:solidFill>
                <a:latin typeface="Courier New"/>
                <a:cs typeface="Courier New"/>
              </a:rPr>
              <a:t>SUJET</a:t>
            </a:r>
            <a:endParaRPr sz="33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998388" y="5626968"/>
            <a:ext cx="4316730" cy="5302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3300" b="1">
                <a:solidFill>
                  <a:srgbClr val="FF0066"/>
                </a:solidFill>
                <a:latin typeface="Courier New"/>
                <a:cs typeface="Courier New"/>
              </a:rPr>
              <a:t>AMBABELGE.</a:t>
            </a:r>
            <a:r>
              <a:rPr dirty="0" sz="3300" spc="-5" b="1">
                <a:solidFill>
                  <a:srgbClr val="FF0066"/>
                </a:solidFill>
                <a:latin typeface="Courier New"/>
                <a:cs typeface="Courier New"/>
              </a:rPr>
              <a:t> </a:t>
            </a:r>
            <a:r>
              <a:rPr dirty="0" sz="3300" spc="-10" b="1">
                <a:solidFill>
                  <a:srgbClr val="FF0066"/>
                </a:solidFill>
                <a:latin typeface="Courier New"/>
                <a:cs typeface="Courier New"/>
              </a:rPr>
              <a:t>JULES.</a:t>
            </a:r>
            <a:endParaRPr sz="33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10531" rIns="0" bIns="0" rtlCol="0" vert="horz">
            <a:spAutoFit/>
          </a:bodyPr>
          <a:lstStyle/>
          <a:p>
            <a:pPr marL="1232535">
              <a:lnSpc>
                <a:spcPct val="100000"/>
              </a:lnSpc>
              <a:spcBef>
                <a:spcPts val="105"/>
              </a:spcBef>
            </a:pPr>
            <a:r>
              <a:rPr dirty="0"/>
              <a:t>The</a:t>
            </a:r>
            <a:r>
              <a:rPr dirty="0" spc="-60"/>
              <a:t> </a:t>
            </a:r>
            <a:r>
              <a:rPr dirty="0"/>
              <a:t>Rotor</a:t>
            </a:r>
            <a:r>
              <a:rPr dirty="0" spc="-55"/>
              <a:t> </a:t>
            </a:r>
            <a:r>
              <a:rPr dirty="0"/>
              <a:t>machines</a:t>
            </a:r>
            <a:r>
              <a:rPr dirty="0" spc="-60"/>
              <a:t> </a:t>
            </a:r>
            <a:r>
              <a:rPr dirty="0"/>
              <a:t>(WW</a:t>
            </a:r>
            <a:r>
              <a:rPr dirty="0" spc="-55"/>
              <a:t> </a:t>
            </a:r>
            <a:r>
              <a:rPr dirty="0" spc="-25"/>
              <a:t>II)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58098" y="1244160"/>
            <a:ext cx="2811279" cy="584687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15141" y="1526809"/>
            <a:ext cx="5698140" cy="5406466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9793075" y="6909065"/>
            <a:ext cx="209550" cy="229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80"/>
              </a:lnSpc>
            </a:pPr>
            <a:r>
              <a:rPr dirty="0" sz="1450" spc="-25">
                <a:latin typeface="Times New Roman"/>
                <a:cs typeface="Times New Roman"/>
              </a:rPr>
              <a:t>23</a:t>
            </a:r>
            <a:endParaRPr sz="14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572808" y="441032"/>
            <a:ext cx="7476490" cy="593725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700"/>
              <a:t>Life</a:t>
            </a:r>
            <a:r>
              <a:rPr dirty="0" sz="3700" spc="-15"/>
              <a:t> </a:t>
            </a:r>
            <a:r>
              <a:rPr dirty="0" sz="3700"/>
              <a:t>cycle</a:t>
            </a:r>
            <a:r>
              <a:rPr dirty="0" sz="3700" spc="-5"/>
              <a:t> </a:t>
            </a:r>
            <a:r>
              <a:rPr dirty="0" sz="3700"/>
              <a:t>of</a:t>
            </a:r>
            <a:r>
              <a:rPr dirty="0" sz="3700" spc="-5"/>
              <a:t> </a:t>
            </a:r>
            <a:r>
              <a:rPr dirty="0" sz="3700"/>
              <a:t>a</a:t>
            </a:r>
            <a:r>
              <a:rPr dirty="0" sz="3700" spc="-5"/>
              <a:t> </a:t>
            </a:r>
            <a:r>
              <a:rPr dirty="0" sz="3700"/>
              <a:t>cryptographic </a:t>
            </a:r>
            <a:r>
              <a:rPr dirty="0" sz="3700" spc="-10"/>
              <a:t>algorithm</a:t>
            </a:r>
            <a:endParaRPr sz="3700"/>
          </a:p>
        </p:txBody>
      </p:sp>
      <p:grpSp>
        <p:nvGrpSpPr>
          <p:cNvPr id="3" name="object 3"/>
          <p:cNvGrpSpPr/>
          <p:nvPr/>
        </p:nvGrpSpPr>
        <p:grpSpPr>
          <a:xfrm>
            <a:off x="5215716" y="5141793"/>
            <a:ext cx="2115185" cy="904875"/>
            <a:chOff x="5215716" y="5141793"/>
            <a:chExt cx="2115185" cy="904875"/>
          </a:xfrm>
        </p:grpSpPr>
        <p:sp>
          <p:nvSpPr>
            <p:cNvPr id="4" name="object 4"/>
            <p:cNvSpPr/>
            <p:nvPr/>
          </p:nvSpPr>
          <p:spPr>
            <a:xfrm>
              <a:off x="6313282" y="5161795"/>
              <a:ext cx="0" cy="864869"/>
            </a:xfrm>
            <a:custGeom>
              <a:avLst/>
              <a:gdLst/>
              <a:ahLst/>
              <a:cxnLst/>
              <a:rect l="l" t="t" r="r" b="b"/>
              <a:pathLst>
                <a:path w="0" h="864870">
                  <a:moveTo>
                    <a:pt x="0" y="696760"/>
                  </a:moveTo>
                  <a:lnTo>
                    <a:pt x="0" y="864376"/>
                  </a:lnTo>
                </a:path>
                <a:path w="0" h="864870">
                  <a:moveTo>
                    <a:pt x="0" y="0"/>
                  </a:moveTo>
                  <a:lnTo>
                    <a:pt x="0" y="223488"/>
                  </a:lnTo>
                </a:path>
              </a:pathLst>
            </a:custGeom>
            <a:ln w="3943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5215716" y="5385284"/>
              <a:ext cx="2115185" cy="473709"/>
            </a:xfrm>
            <a:custGeom>
              <a:avLst/>
              <a:gdLst/>
              <a:ahLst/>
              <a:cxnLst/>
              <a:rect l="l" t="t" r="r" b="b"/>
              <a:pathLst>
                <a:path w="2115184" h="473710">
                  <a:moveTo>
                    <a:pt x="2114621" y="0"/>
                  </a:moveTo>
                  <a:lnTo>
                    <a:pt x="0" y="0"/>
                  </a:lnTo>
                  <a:lnTo>
                    <a:pt x="0" y="473271"/>
                  </a:lnTo>
                  <a:lnTo>
                    <a:pt x="2114621" y="473271"/>
                  </a:lnTo>
                  <a:lnTo>
                    <a:pt x="2114621" y="0"/>
                  </a:lnTo>
                  <a:close/>
                </a:path>
              </a:pathLst>
            </a:custGeom>
            <a:solidFill>
              <a:srgbClr val="FF9E9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/>
          <p:nvPr/>
        </p:nvSpPr>
        <p:spPr>
          <a:xfrm>
            <a:off x="6313282" y="1845609"/>
            <a:ext cx="0" cy="2830195"/>
          </a:xfrm>
          <a:custGeom>
            <a:avLst/>
            <a:gdLst/>
            <a:ahLst/>
            <a:cxnLst/>
            <a:rect l="l" t="t" r="r" b="b"/>
            <a:pathLst>
              <a:path w="0" h="2830195">
                <a:moveTo>
                  <a:pt x="0" y="1942383"/>
                </a:moveTo>
                <a:lnTo>
                  <a:pt x="0" y="2829768"/>
                </a:lnTo>
              </a:path>
              <a:path w="0" h="2830195">
                <a:moveTo>
                  <a:pt x="0" y="0"/>
                </a:moveTo>
                <a:lnTo>
                  <a:pt x="0" y="161044"/>
                </a:lnTo>
              </a:path>
            </a:pathLst>
          </a:custGeom>
          <a:ln w="3943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6313282" y="3143818"/>
            <a:ext cx="0" cy="171450"/>
          </a:xfrm>
          <a:custGeom>
            <a:avLst/>
            <a:gdLst/>
            <a:ahLst/>
            <a:cxnLst/>
            <a:rect l="l" t="t" r="r" b="b"/>
            <a:pathLst>
              <a:path w="0" h="171450">
                <a:moveTo>
                  <a:pt x="0" y="0"/>
                </a:moveTo>
                <a:lnTo>
                  <a:pt x="0" y="170903"/>
                </a:lnTo>
              </a:path>
            </a:pathLst>
          </a:custGeom>
          <a:ln w="3943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6313282" y="2479925"/>
            <a:ext cx="0" cy="191135"/>
          </a:xfrm>
          <a:custGeom>
            <a:avLst/>
            <a:gdLst/>
            <a:ahLst/>
            <a:cxnLst/>
            <a:rect l="l" t="t" r="r" b="b"/>
            <a:pathLst>
              <a:path w="0" h="191135">
                <a:moveTo>
                  <a:pt x="0" y="0"/>
                </a:moveTo>
                <a:lnTo>
                  <a:pt x="0" y="190622"/>
                </a:lnTo>
              </a:path>
            </a:pathLst>
          </a:custGeom>
          <a:ln w="3943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5899229" y="1372338"/>
            <a:ext cx="868044" cy="473709"/>
          </a:xfrm>
          <a:prstGeom prst="rect">
            <a:avLst/>
          </a:prstGeom>
          <a:solidFill>
            <a:srgbClr val="FF9A97"/>
          </a:solidFill>
        </p:spPr>
        <p:txBody>
          <a:bodyPr wrap="square" lIns="0" tIns="51435" rIns="0" bIns="0" rtlCol="0" vert="horz">
            <a:spAutoFit/>
          </a:bodyPr>
          <a:lstStyle/>
          <a:p>
            <a:pPr marL="173355">
              <a:lnSpc>
                <a:spcPct val="100000"/>
              </a:lnSpc>
              <a:spcBef>
                <a:spcPts val="405"/>
              </a:spcBef>
            </a:pPr>
            <a:r>
              <a:rPr dirty="0" sz="2450" spc="-20">
                <a:solidFill>
                  <a:srgbClr val="000E14"/>
                </a:solidFill>
                <a:latin typeface="Times New Roman"/>
                <a:cs typeface="Times New Roman"/>
              </a:rPr>
              <a:t>idea</a:t>
            </a:r>
            <a:endParaRPr sz="24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826311" y="2006653"/>
            <a:ext cx="2979420" cy="473709"/>
          </a:xfrm>
          <a:prstGeom prst="rect">
            <a:avLst/>
          </a:prstGeom>
          <a:solidFill>
            <a:srgbClr val="00D2A3"/>
          </a:solidFill>
        </p:spPr>
        <p:txBody>
          <a:bodyPr wrap="square" lIns="0" tIns="51435" rIns="0" bIns="0" rtlCol="0" vert="horz">
            <a:spAutoFit/>
          </a:bodyPr>
          <a:lstStyle/>
          <a:p>
            <a:pPr marL="94615">
              <a:lnSpc>
                <a:spcPct val="100000"/>
              </a:lnSpc>
              <a:spcBef>
                <a:spcPts val="405"/>
              </a:spcBef>
            </a:pPr>
            <a:r>
              <a:rPr dirty="0" sz="2450">
                <a:solidFill>
                  <a:srgbClr val="000E14"/>
                </a:solidFill>
                <a:latin typeface="Times New Roman"/>
                <a:cs typeface="Times New Roman"/>
              </a:rPr>
              <a:t>mathematical</a:t>
            </a:r>
            <a:r>
              <a:rPr dirty="0" sz="2450" spc="105">
                <a:solidFill>
                  <a:srgbClr val="000E14"/>
                </a:solidFill>
                <a:latin typeface="Times New Roman"/>
                <a:cs typeface="Times New Roman"/>
              </a:rPr>
              <a:t> </a:t>
            </a:r>
            <a:r>
              <a:rPr dirty="0" sz="2450" spc="-10">
                <a:solidFill>
                  <a:srgbClr val="000E14"/>
                </a:solidFill>
                <a:latin typeface="Times New Roman"/>
                <a:cs typeface="Times New Roman"/>
              </a:rPr>
              <a:t>analysis</a:t>
            </a:r>
            <a:endParaRPr sz="24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483536" y="2670547"/>
            <a:ext cx="1607185" cy="473709"/>
          </a:xfrm>
          <a:prstGeom prst="rect">
            <a:avLst/>
          </a:prstGeom>
          <a:solidFill>
            <a:srgbClr val="FFD697"/>
          </a:solidFill>
        </p:spPr>
        <p:txBody>
          <a:bodyPr wrap="square" lIns="0" tIns="51435" rIns="0" bIns="0" rtlCol="0" vert="horz">
            <a:spAutoFit/>
          </a:bodyPr>
          <a:lstStyle/>
          <a:p>
            <a:pPr marL="94615">
              <a:lnSpc>
                <a:spcPct val="100000"/>
              </a:lnSpc>
              <a:spcBef>
                <a:spcPts val="405"/>
              </a:spcBef>
            </a:pPr>
            <a:r>
              <a:rPr dirty="0" sz="2450" spc="-10">
                <a:solidFill>
                  <a:srgbClr val="000E14"/>
                </a:solidFill>
                <a:latin typeface="Times New Roman"/>
                <a:cs typeface="Times New Roman"/>
              </a:rPr>
              <a:t>publication</a:t>
            </a:r>
            <a:endParaRPr sz="24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107274" y="3314722"/>
            <a:ext cx="2367915" cy="473709"/>
          </a:xfrm>
          <a:prstGeom prst="rect">
            <a:avLst/>
          </a:prstGeom>
          <a:solidFill>
            <a:srgbClr val="FFAFFF"/>
          </a:solidFill>
        </p:spPr>
        <p:txBody>
          <a:bodyPr wrap="square" lIns="0" tIns="51435" rIns="0" bIns="0" rtlCol="0" vert="horz">
            <a:spAutoFit/>
          </a:bodyPr>
          <a:lstStyle/>
          <a:p>
            <a:pPr marL="94615">
              <a:lnSpc>
                <a:spcPct val="100000"/>
              </a:lnSpc>
              <a:spcBef>
                <a:spcPts val="405"/>
              </a:spcBef>
            </a:pPr>
            <a:r>
              <a:rPr dirty="0" sz="2450">
                <a:solidFill>
                  <a:srgbClr val="000E14"/>
                </a:solidFill>
                <a:latin typeface="Times New Roman"/>
                <a:cs typeface="Times New Roman"/>
              </a:rPr>
              <a:t>public</a:t>
            </a:r>
            <a:r>
              <a:rPr dirty="0" sz="2450" spc="55">
                <a:solidFill>
                  <a:srgbClr val="000E14"/>
                </a:solidFill>
                <a:latin typeface="Times New Roman"/>
                <a:cs typeface="Times New Roman"/>
              </a:rPr>
              <a:t> </a:t>
            </a:r>
            <a:r>
              <a:rPr dirty="0" sz="2450" spc="-10">
                <a:solidFill>
                  <a:srgbClr val="000E14"/>
                </a:solidFill>
                <a:latin typeface="Times New Roman"/>
                <a:cs typeface="Times New Roman"/>
              </a:rPr>
              <a:t>evaluation</a:t>
            </a:r>
            <a:endParaRPr sz="24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770446" y="4675377"/>
            <a:ext cx="3087370" cy="487045"/>
          </a:xfrm>
          <a:prstGeom prst="rect">
            <a:avLst/>
          </a:prstGeom>
          <a:solidFill>
            <a:srgbClr val="FF80A9"/>
          </a:solidFill>
          <a:ln w="13146">
            <a:solidFill>
              <a:srgbClr val="FF80A9"/>
            </a:solidFill>
          </a:ln>
        </p:spPr>
        <p:txBody>
          <a:bodyPr wrap="square" lIns="0" tIns="57785" rIns="0" bIns="0" rtlCol="0" vert="horz">
            <a:spAutoFit/>
          </a:bodyPr>
          <a:lstStyle/>
          <a:p>
            <a:pPr marL="99060">
              <a:lnSpc>
                <a:spcPct val="100000"/>
              </a:lnSpc>
              <a:spcBef>
                <a:spcPts val="455"/>
              </a:spcBef>
            </a:pPr>
            <a:r>
              <a:rPr dirty="0" sz="2450">
                <a:solidFill>
                  <a:srgbClr val="000E14"/>
                </a:solidFill>
                <a:latin typeface="Times New Roman"/>
                <a:cs typeface="Times New Roman"/>
              </a:rPr>
              <a:t>hw/sw</a:t>
            </a:r>
            <a:r>
              <a:rPr dirty="0" sz="2450" spc="65">
                <a:solidFill>
                  <a:srgbClr val="000E14"/>
                </a:solidFill>
                <a:latin typeface="Times New Roman"/>
                <a:cs typeface="Times New Roman"/>
              </a:rPr>
              <a:t> </a:t>
            </a:r>
            <a:r>
              <a:rPr dirty="0" sz="2450" spc="-10">
                <a:solidFill>
                  <a:srgbClr val="000E14"/>
                </a:solidFill>
                <a:latin typeface="Times New Roman"/>
                <a:cs typeface="Times New Roman"/>
              </a:rPr>
              <a:t>implementation</a:t>
            </a:r>
            <a:endParaRPr sz="245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215716" y="5419911"/>
            <a:ext cx="2115185" cy="4044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94615">
              <a:lnSpc>
                <a:spcPct val="100000"/>
              </a:lnSpc>
              <a:spcBef>
                <a:spcPts val="135"/>
              </a:spcBef>
            </a:pPr>
            <a:r>
              <a:rPr dirty="0" sz="2450" spc="-10">
                <a:solidFill>
                  <a:srgbClr val="000E14"/>
                </a:solidFill>
                <a:latin typeface="Times New Roman"/>
                <a:cs typeface="Times New Roman"/>
              </a:rPr>
              <a:t>standardization</a:t>
            </a:r>
            <a:endParaRPr sz="245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770446" y="6026172"/>
            <a:ext cx="3087370" cy="473709"/>
          </a:xfrm>
          <a:prstGeom prst="rect">
            <a:avLst/>
          </a:prstGeom>
          <a:solidFill>
            <a:srgbClr val="FFFDA9"/>
          </a:solidFill>
        </p:spPr>
        <p:txBody>
          <a:bodyPr wrap="square" lIns="0" tIns="51435" rIns="0" bIns="0" rtlCol="0" vert="horz">
            <a:spAutoFit/>
          </a:bodyPr>
          <a:lstStyle/>
          <a:p>
            <a:pPr marL="84455">
              <a:lnSpc>
                <a:spcPct val="100000"/>
              </a:lnSpc>
              <a:spcBef>
                <a:spcPts val="405"/>
              </a:spcBef>
            </a:pPr>
            <a:r>
              <a:rPr dirty="0" sz="2450">
                <a:latin typeface="Times New Roman"/>
                <a:cs typeface="Times New Roman"/>
              </a:rPr>
              <a:t>industrial</a:t>
            </a:r>
            <a:r>
              <a:rPr dirty="0" sz="2450" spc="80">
                <a:latin typeface="Times New Roman"/>
                <a:cs typeface="Times New Roman"/>
              </a:rPr>
              <a:t> </a:t>
            </a:r>
            <a:r>
              <a:rPr dirty="0" sz="2450">
                <a:latin typeface="Times New Roman"/>
                <a:cs typeface="Times New Roman"/>
              </a:rPr>
              <a:t>products</a:t>
            </a:r>
            <a:r>
              <a:rPr dirty="0" sz="2450" spc="95">
                <a:latin typeface="Times New Roman"/>
                <a:cs typeface="Times New Roman"/>
              </a:rPr>
              <a:t> </a:t>
            </a:r>
            <a:r>
              <a:rPr dirty="0" sz="2450" spc="-25" b="1">
                <a:solidFill>
                  <a:srgbClr val="000E14"/>
                </a:solidFill>
                <a:latin typeface="Times New Roman"/>
                <a:cs typeface="Times New Roman"/>
              </a:rPr>
              <a:t>$$$</a:t>
            </a:r>
            <a:endParaRPr sz="2450">
              <a:latin typeface="Times New Roman"/>
              <a:cs typeface="Times New Roman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5752904" y="3851988"/>
            <a:ext cx="1060450" cy="730250"/>
            <a:chOff x="5752904" y="3851988"/>
            <a:chExt cx="1060450" cy="730250"/>
          </a:xfrm>
        </p:grpSpPr>
        <p:sp>
          <p:nvSpPr>
            <p:cNvPr id="17" name="object 17"/>
            <p:cNvSpPr/>
            <p:nvPr/>
          </p:nvSpPr>
          <p:spPr>
            <a:xfrm>
              <a:off x="5759570" y="3858656"/>
              <a:ext cx="1047115" cy="716915"/>
            </a:xfrm>
            <a:custGeom>
              <a:avLst/>
              <a:gdLst/>
              <a:ahLst/>
              <a:cxnLst/>
              <a:rect l="l" t="t" r="r" b="b"/>
              <a:pathLst>
                <a:path w="1047115" h="716914">
                  <a:moveTo>
                    <a:pt x="523316" y="0"/>
                  </a:moveTo>
                  <a:lnTo>
                    <a:pt x="0" y="358240"/>
                  </a:lnTo>
                  <a:lnTo>
                    <a:pt x="523316" y="716480"/>
                  </a:lnTo>
                  <a:lnTo>
                    <a:pt x="1046629" y="358240"/>
                  </a:lnTo>
                  <a:lnTo>
                    <a:pt x="52331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5759571" y="3858656"/>
              <a:ext cx="1047115" cy="716915"/>
            </a:xfrm>
            <a:custGeom>
              <a:avLst/>
              <a:gdLst/>
              <a:ahLst/>
              <a:cxnLst/>
              <a:rect l="l" t="t" r="r" b="b"/>
              <a:pathLst>
                <a:path w="1047115" h="716914">
                  <a:moveTo>
                    <a:pt x="0" y="358239"/>
                  </a:moveTo>
                  <a:lnTo>
                    <a:pt x="523314" y="0"/>
                  </a:lnTo>
                  <a:lnTo>
                    <a:pt x="1046629" y="358239"/>
                  </a:lnTo>
                  <a:lnTo>
                    <a:pt x="523314" y="716479"/>
                  </a:lnTo>
                  <a:lnTo>
                    <a:pt x="0" y="358239"/>
                  </a:lnTo>
                  <a:close/>
                </a:path>
              </a:pathLst>
            </a:custGeom>
            <a:ln w="1314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6040322" y="3996811"/>
            <a:ext cx="516255" cy="4044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450" spc="-25" b="1">
                <a:solidFill>
                  <a:srgbClr val="FFFFFF"/>
                </a:solidFill>
                <a:latin typeface="Times New Roman"/>
                <a:cs typeface="Times New Roman"/>
              </a:rPr>
              <a:t>OK</a:t>
            </a:r>
            <a:endParaRPr sz="2450">
              <a:latin typeface="Times New Roman"/>
              <a:cs typeface="Times New Roman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1960716" y="1858788"/>
            <a:ext cx="4349750" cy="2741295"/>
            <a:chOff x="1960716" y="1858788"/>
            <a:chExt cx="4349750" cy="2741295"/>
          </a:xfrm>
        </p:grpSpPr>
        <p:sp>
          <p:nvSpPr>
            <p:cNvPr id="21" name="object 21"/>
            <p:cNvSpPr/>
            <p:nvPr/>
          </p:nvSpPr>
          <p:spPr>
            <a:xfrm>
              <a:off x="3206481" y="4216983"/>
              <a:ext cx="2699385" cy="0"/>
            </a:xfrm>
            <a:custGeom>
              <a:avLst/>
              <a:gdLst/>
              <a:ahLst/>
              <a:cxnLst/>
              <a:rect l="l" t="t" r="r" b="b"/>
              <a:pathLst>
                <a:path w="2699385" h="0">
                  <a:moveTo>
                    <a:pt x="2699004" y="0"/>
                  </a:moveTo>
                  <a:lnTo>
                    <a:pt x="0" y="0"/>
                  </a:lnTo>
                </a:path>
              </a:pathLst>
            </a:custGeom>
            <a:ln w="3943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3167048" y="4157825"/>
              <a:ext cx="118745" cy="118745"/>
            </a:xfrm>
            <a:custGeom>
              <a:avLst/>
              <a:gdLst/>
              <a:ahLst/>
              <a:cxnLst/>
              <a:rect l="l" t="t" r="r" b="b"/>
              <a:pathLst>
                <a:path w="118745" h="118745">
                  <a:moveTo>
                    <a:pt x="118300" y="0"/>
                  </a:moveTo>
                  <a:lnTo>
                    <a:pt x="0" y="59157"/>
                  </a:lnTo>
                  <a:lnTo>
                    <a:pt x="118300" y="118317"/>
                  </a:lnTo>
                  <a:lnTo>
                    <a:pt x="1183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3758392" y="1917947"/>
              <a:ext cx="2512695" cy="0"/>
            </a:xfrm>
            <a:custGeom>
              <a:avLst/>
              <a:gdLst/>
              <a:ahLst/>
              <a:cxnLst/>
              <a:rect l="l" t="t" r="r" b="b"/>
              <a:pathLst>
                <a:path w="2512695" h="0">
                  <a:moveTo>
                    <a:pt x="0" y="0"/>
                  </a:moveTo>
                  <a:lnTo>
                    <a:pt x="2512472" y="0"/>
                  </a:lnTo>
                </a:path>
              </a:pathLst>
            </a:custGeom>
            <a:ln w="3943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6191997" y="1858788"/>
              <a:ext cx="118745" cy="118745"/>
            </a:xfrm>
            <a:custGeom>
              <a:avLst/>
              <a:gdLst/>
              <a:ahLst/>
              <a:cxnLst/>
              <a:rect l="l" t="t" r="r" b="b"/>
              <a:pathLst>
                <a:path w="118745" h="118744">
                  <a:moveTo>
                    <a:pt x="0" y="0"/>
                  </a:moveTo>
                  <a:lnTo>
                    <a:pt x="0" y="118317"/>
                  </a:lnTo>
                  <a:lnTo>
                    <a:pt x="118300" y="591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1967383" y="3589153"/>
              <a:ext cx="1181735" cy="1004569"/>
            </a:xfrm>
            <a:custGeom>
              <a:avLst/>
              <a:gdLst/>
              <a:ahLst/>
              <a:cxnLst/>
              <a:rect l="l" t="t" r="r" b="b"/>
              <a:pathLst>
                <a:path w="1181735" h="1004570">
                  <a:moveTo>
                    <a:pt x="590679" y="0"/>
                  </a:moveTo>
                  <a:lnTo>
                    <a:pt x="539713" y="1842"/>
                  </a:lnTo>
                  <a:lnTo>
                    <a:pt x="489951" y="7270"/>
                  </a:lnTo>
                  <a:lnTo>
                    <a:pt x="441570" y="16132"/>
                  </a:lnTo>
                  <a:lnTo>
                    <a:pt x="394747" y="28278"/>
                  </a:lnTo>
                  <a:lnTo>
                    <a:pt x="349661" y="43557"/>
                  </a:lnTo>
                  <a:lnTo>
                    <a:pt x="306487" y="61818"/>
                  </a:lnTo>
                  <a:lnTo>
                    <a:pt x="265404" y="82910"/>
                  </a:lnTo>
                  <a:lnTo>
                    <a:pt x="226589" y="106683"/>
                  </a:lnTo>
                  <a:lnTo>
                    <a:pt x="190218" y="132987"/>
                  </a:lnTo>
                  <a:lnTo>
                    <a:pt x="156470" y="161670"/>
                  </a:lnTo>
                  <a:lnTo>
                    <a:pt x="125522" y="192582"/>
                  </a:lnTo>
                  <a:lnTo>
                    <a:pt x="97551" y="225572"/>
                  </a:lnTo>
                  <a:lnTo>
                    <a:pt x="72734" y="260489"/>
                  </a:lnTo>
                  <a:lnTo>
                    <a:pt x="51248" y="297183"/>
                  </a:lnTo>
                  <a:lnTo>
                    <a:pt x="33271" y="335503"/>
                  </a:lnTo>
                  <a:lnTo>
                    <a:pt x="18981" y="375298"/>
                  </a:lnTo>
                  <a:lnTo>
                    <a:pt x="8554" y="416418"/>
                  </a:lnTo>
                  <a:lnTo>
                    <a:pt x="2168" y="458712"/>
                  </a:lnTo>
                  <a:lnTo>
                    <a:pt x="0" y="502029"/>
                  </a:lnTo>
                  <a:lnTo>
                    <a:pt x="0" y="1004059"/>
                  </a:lnTo>
                  <a:lnTo>
                    <a:pt x="1181360" y="1004059"/>
                  </a:lnTo>
                  <a:lnTo>
                    <a:pt x="1181360" y="502029"/>
                  </a:lnTo>
                  <a:lnTo>
                    <a:pt x="1179192" y="458712"/>
                  </a:lnTo>
                  <a:lnTo>
                    <a:pt x="1172805" y="416418"/>
                  </a:lnTo>
                  <a:lnTo>
                    <a:pt x="1162378" y="375298"/>
                  </a:lnTo>
                  <a:lnTo>
                    <a:pt x="1148088" y="335503"/>
                  </a:lnTo>
                  <a:lnTo>
                    <a:pt x="1130111" y="297183"/>
                  </a:lnTo>
                  <a:lnTo>
                    <a:pt x="1108626" y="260489"/>
                  </a:lnTo>
                  <a:lnTo>
                    <a:pt x="1083809" y="225572"/>
                  </a:lnTo>
                  <a:lnTo>
                    <a:pt x="1055837" y="192582"/>
                  </a:lnTo>
                  <a:lnTo>
                    <a:pt x="1024889" y="161670"/>
                  </a:lnTo>
                  <a:lnTo>
                    <a:pt x="991141" y="132987"/>
                  </a:lnTo>
                  <a:lnTo>
                    <a:pt x="954771" y="106683"/>
                  </a:lnTo>
                  <a:lnTo>
                    <a:pt x="915955" y="82910"/>
                  </a:lnTo>
                  <a:lnTo>
                    <a:pt x="874872" y="61818"/>
                  </a:lnTo>
                  <a:lnTo>
                    <a:pt x="831698" y="43557"/>
                  </a:lnTo>
                  <a:lnTo>
                    <a:pt x="786612" y="28278"/>
                  </a:lnTo>
                  <a:lnTo>
                    <a:pt x="739789" y="16132"/>
                  </a:lnTo>
                  <a:lnTo>
                    <a:pt x="691408" y="7270"/>
                  </a:lnTo>
                  <a:lnTo>
                    <a:pt x="641645" y="1842"/>
                  </a:lnTo>
                  <a:lnTo>
                    <a:pt x="590679" y="0"/>
                  </a:lnTo>
                  <a:close/>
                </a:path>
              </a:pathLst>
            </a:custGeom>
            <a:solidFill>
              <a:srgbClr val="0011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1967383" y="3589153"/>
              <a:ext cx="1181735" cy="1004569"/>
            </a:xfrm>
            <a:custGeom>
              <a:avLst/>
              <a:gdLst/>
              <a:ahLst/>
              <a:cxnLst/>
              <a:rect l="l" t="t" r="r" b="b"/>
              <a:pathLst>
                <a:path w="1181735" h="1004570">
                  <a:moveTo>
                    <a:pt x="0" y="1004058"/>
                  </a:moveTo>
                  <a:lnTo>
                    <a:pt x="0" y="502029"/>
                  </a:lnTo>
                  <a:lnTo>
                    <a:pt x="2168" y="458712"/>
                  </a:lnTo>
                  <a:lnTo>
                    <a:pt x="8554" y="416418"/>
                  </a:lnTo>
                  <a:lnTo>
                    <a:pt x="18981" y="375298"/>
                  </a:lnTo>
                  <a:lnTo>
                    <a:pt x="33271" y="335503"/>
                  </a:lnTo>
                  <a:lnTo>
                    <a:pt x="51248" y="297183"/>
                  </a:lnTo>
                  <a:lnTo>
                    <a:pt x="72734" y="260489"/>
                  </a:lnTo>
                  <a:lnTo>
                    <a:pt x="97551" y="225571"/>
                  </a:lnTo>
                  <a:lnTo>
                    <a:pt x="125522" y="192582"/>
                  </a:lnTo>
                  <a:lnTo>
                    <a:pt x="156470" y="161670"/>
                  </a:lnTo>
                  <a:lnTo>
                    <a:pt x="190218" y="132987"/>
                  </a:lnTo>
                  <a:lnTo>
                    <a:pt x="226589" y="106683"/>
                  </a:lnTo>
                  <a:lnTo>
                    <a:pt x="265404" y="82910"/>
                  </a:lnTo>
                  <a:lnTo>
                    <a:pt x="306487" y="61817"/>
                  </a:lnTo>
                  <a:lnTo>
                    <a:pt x="349661" y="43557"/>
                  </a:lnTo>
                  <a:lnTo>
                    <a:pt x="394748" y="28278"/>
                  </a:lnTo>
                  <a:lnTo>
                    <a:pt x="441570" y="16132"/>
                  </a:lnTo>
                  <a:lnTo>
                    <a:pt x="489952" y="7270"/>
                  </a:lnTo>
                  <a:lnTo>
                    <a:pt x="539714" y="1842"/>
                  </a:lnTo>
                  <a:lnTo>
                    <a:pt x="590680" y="0"/>
                  </a:lnTo>
                  <a:lnTo>
                    <a:pt x="641646" y="1842"/>
                  </a:lnTo>
                  <a:lnTo>
                    <a:pt x="691409" y="7270"/>
                  </a:lnTo>
                  <a:lnTo>
                    <a:pt x="739790" y="16132"/>
                  </a:lnTo>
                  <a:lnTo>
                    <a:pt x="786612" y="28278"/>
                  </a:lnTo>
                  <a:lnTo>
                    <a:pt x="831699" y="43557"/>
                  </a:lnTo>
                  <a:lnTo>
                    <a:pt x="874873" y="61817"/>
                  </a:lnTo>
                  <a:lnTo>
                    <a:pt x="915956" y="82910"/>
                  </a:lnTo>
                  <a:lnTo>
                    <a:pt x="954771" y="106683"/>
                  </a:lnTo>
                  <a:lnTo>
                    <a:pt x="991142" y="132987"/>
                  </a:lnTo>
                  <a:lnTo>
                    <a:pt x="1024890" y="161670"/>
                  </a:lnTo>
                  <a:lnTo>
                    <a:pt x="1055838" y="192582"/>
                  </a:lnTo>
                  <a:lnTo>
                    <a:pt x="1083809" y="225571"/>
                  </a:lnTo>
                  <a:lnTo>
                    <a:pt x="1108627" y="260489"/>
                  </a:lnTo>
                  <a:lnTo>
                    <a:pt x="1130112" y="297183"/>
                  </a:lnTo>
                  <a:lnTo>
                    <a:pt x="1148089" y="335503"/>
                  </a:lnTo>
                  <a:lnTo>
                    <a:pt x="1162379" y="375298"/>
                  </a:lnTo>
                  <a:lnTo>
                    <a:pt x="1172806" y="416418"/>
                  </a:lnTo>
                  <a:lnTo>
                    <a:pt x="1179193" y="458712"/>
                  </a:lnTo>
                  <a:lnTo>
                    <a:pt x="1181361" y="502029"/>
                  </a:lnTo>
                  <a:lnTo>
                    <a:pt x="1181361" y="1004058"/>
                  </a:lnTo>
                  <a:lnTo>
                    <a:pt x="0" y="1004058"/>
                  </a:lnTo>
                  <a:close/>
                </a:path>
              </a:pathLst>
            </a:custGeom>
            <a:ln w="13145">
              <a:solidFill>
                <a:srgbClr val="D834D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/>
          <p:cNvSpPr txBox="1"/>
          <p:nvPr/>
        </p:nvSpPr>
        <p:spPr>
          <a:xfrm>
            <a:off x="2222037" y="3948005"/>
            <a:ext cx="659765" cy="46735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900" spc="-25" b="1">
                <a:solidFill>
                  <a:srgbClr val="FFFFFF"/>
                </a:solidFill>
                <a:latin typeface="Times New Roman"/>
                <a:cs typeface="Times New Roman"/>
              </a:rPr>
              <a:t>RIP</a:t>
            </a:r>
            <a:endParaRPr sz="2900">
              <a:latin typeface="Times New Roman"/>
              <a:cs typeface="Times New Roman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6311639" y="5219310"/>
            <a:ext cx="1638300" cy="744855"/>
            <a:chOff x="6311639" y="5219310"/>
            <a:chExt cx="1638300" cy="744855"/>
          </a:xfrm>
        </p:grpSpPr>
        <p:sp>
          <p:nvSpPr>
            <p:cNvPr id="29" name="object 29"/>
            <p:cNvSpPr/>
            <p:nvPr/>
          </p:nvSpPr>
          <p:spPr>
            <a:xfrm>
              <a:off x="6311639" y="5239030"/>
              <a:ext cx="1638300" cy="683895"/>
            </a:xfrm>
            <a:custGeom>
              <a:avLst/>
              <a:gdLst/>
              <a:ahLst/>
              <a:cxnLst/>
              <a:rect l="l" t="t" r="r" b="b"/>
              <a:pathLst>
                <a:path w="1638300" h="683895">
                  <a:moveTo>
                    <a:pt x="0" y="0"/>
                  </a:moveTo>
                  <a:lnTo>
                    <a:pt x="1638132" y="0"/>
                  </a:lnTo>
                </a:path>
                <a:path w="1638300" h="683895">
                  <a:moveTo>
                    <a:pt x="1618415" y="0"/>
                  </a:moveTo>
                  <a:lnTo>
                    <a:pt x="1618415" y="683613"/>
                  </a:lnTo>
                </a:path>
                <a:path w="1638300" h="683895">
                  <a:moveTo>
                    <a:pt x="1618701" y="665712"/>
                  </a:moveTo>
                  <a:lnTo>
                    <a:pt x="39678" y="665712"/>
                  </a:lnTo>
                </a:path>
              </a:pathLst>
            </a:custGeom>
            <a:ln w="3943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6311884" y="5845584"/>
              <a:ext cx="118745" cy="118745"/>
            </a:xfrm>
            <a:custGeom>
              <a:avLst/>
              <a:gdLst/>
              <a:ahLst/>
              <a:cxnLst/>
              <a:rect l="l" t="t" r="r" b="b"/>
              <a:pathLst>
                <a:path w="118745" h="118745">
                  <a:moveTo>
                    <a:pt x="118300" y="0"/>
                  </a:moveTo>
                  <a:lnTo>
                    <a:pt x="0" y="59159"/>
                  </a:lnTo>
                  <a:lnTo>
                    <a:pt x="118300" y="118318"/>
                  </a:lnTo>
                  <a:lnTo>
                    <a:pt x="1183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" name="object 31"/>
          <p:cNvSpPr/>
          <p:nvPr/>
        </p:nvSpPr>
        <p:spPr>
          <a:xfrm>
            <a:off x="3778037" y="1917915"/>
            <a:ext cx="0" cy="2299335"/>
          </a:xfrm>
          <a:custGeom>
            <a:avLst/>
            <a:gdLst/>
            <a:ahLst/>
            <a:cxnLst/>
            <a:rect l="l" t="t" r="r" b="b"/>
            <a:pathLst>
              <a:path w="0" h="2299335">
                <a:moveTo>
                  <a:pt x="0" y="2298980"/>
                </a:moveTo>
                <a:lnTo>
                  <a:pt x="0" y="0"/>
                </a:lnTo>
              </a:path>
            </a:pathLst>
          </a:custGeom>
          <a:ln w="3943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32" name="object 3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84503" y="1175143"/>
            <a:ext cx="515922" cy="930109"/>
          </a:xfrm>
          <a:prstGeom prst="rect">
            <a:avLst/>
          </a:prstGeom>
        </p:spPr>
      </p:pic>
      <p:sp>
        <p:nvSpPr>
          <p:cNvPr id="33" name="object 33"/>
          <p:cNvSpPr txBox="1"/>
          <p:nvPr/>
        </p:nvSpPr>
        <p:spPr>
          <a:xfrm>
            <a:off x="4770446" y="6755799"/>
            <a:ext cx="3169920" cy="473709"/>
          </a:xfrm>
          <a:prstGeom prst="rect">
            <a:avLst/>
          </a:prstGeom>
          <a:solidFill>
            <a:srgbClr val="000000"/>
          </a:solidFill>
        </p:spPr>
        <p:txBody>
          <a:bodyPr wrap="square" lIns="0" tIns="51435" rIns="0" bIns="0" rtlCol="0" vert="horz">
            <a:spAutoFit/>
          </a:bodyPr>
          <a:lstStyle/>
          <a:p>
            <a:pPr marL="433705">
              <a:lnSpc>
                <a:spcPct val="100000"/>
              </a:lnSpc>
              <a:spcBef>
                <a:spcPts val="405"/>
              </a:spcBef>
            </a:pPr>
            <a:r>
              <a:rPr dirty="0" sz="2450">
                <a:solidFill>
                  <a:srgbClr val="FFFFFF"/>
                </a:solidFill>
                <a:latin typeface="Times New Roman"/>
                <a:cs typeface="Times New Roman"/>
              </a:rPr>
              <a:t>take</a:t>
            </a:r>
            <a:r>
              <a:rPr dirty="0" sz="2450" spc="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50">
                <a:solidFill>
                  <a:srgbClr val="FFFFFF"/>
                </a:solidFill>
                <a:latin typeface="Times New Roman"/>
                <a:cs typeface="Times New Roman"/>
              </a:rPr>
              <a:t>out</a:t>
            </a:r>
            <a:r>
              <a:rPr dirty="0" sz="2450" spc="3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5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dirty="0" sz="2450" spc="3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50" spc="-10">
                <a:solidFill>
                  <a:srgbClr val="FFFFFF"/>
                </a:solidFill>
                <a:latin typeface="Times New Roman"/>
                <a:cs typeface="Times New Roman"/>
              </a:rPr>
              <a:t>service</a:t>
            </a:r>
            <a:endParaRPr sz="245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6309996" y="6499443"/>
            <a:ext cx="3810" cy="256540"/>
          </a:xfrm>
          <a:custGeom>
            <a:avLst/>
            <a:gdLst/>
            <a:ahLst/>
            <a:cxnLst/>
            <a:rect l="l" t="t" r="r" b="b"/>
            <a:pathLst>
              <a:path w="3810" h="256540">
                <a:moveTo>
                  <a:pt x="0" y="0"/>
                </a:moveTo>
                <a:lnTo>
                  <a:pt x="3286" y="256355"/>
                </a:lnTo>
              </a:path>
            </a:pathLst>
          </a:custGeom>
          <a:ln w="3943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 txBox="1"/>
          <p:nvPr/>
        </p:nvSpPr>
        <p:spPr>
          <a:xfrm>
            <a:off x="9083273" y="6731267"/>
            <a:ext cx="209550" cy="2463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50" spc="-25">
                <a:latin typeface="Times New Roman"/>
                <a:cs typeface="Times New Roman"/>
              </a:rPr>
              <a:t>24</a:t>
            </a:r>
            <a:endParaRPr sz="14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853224" y="3843866"/>
            <a:ext cx="4213225" cy="3370579"/>
            <a:chOff x="5853224" y="3843866"/>
            <a:chExt cx="4213225" cy="3370579"/>
          </a:xfrm>
        </p:grpSpPr>
        <p:sp>
          <p:nvSpPr>
            <p:cNvPr id="3" name="object 3"/>
            <p:cNvSpPr/>
            <p:nvPr/>
          </p:nvSpPr>
          <p:spPr>
            <a:xfrm>
              <a:off x="5859796" y="3850439"/>
              <a:ext cx="4199890" cy="3357879"/>
            </a:xfrm>
            <a:custGeom>
              <a:avLst/>
              <a:gdLst/>
              <a:ahLst/>
              <a:cxnLst/>
              <a:rect l="l" t="t" r="r" b="b"/>
              <a:pathLst>
                <a:path w="4199890" h="3357879">
                  <a:moveTo>
                    <a:pt x="4199667" y="0"/>
                  </a:moveTo>
                  <a:lnTo>
                    <a:pt x="0" y="0"/>
                  </a:lnTo>
                  <a:lnTo>
                    <a:pt x="0" y="3357267"/>
                  </a:lnTo>
                  <a:lnTo>
                    <a:pt x="4199667" y="3357267"/>
                  </a:lnTo>
                  <a:lnTo>
                    <a:pt x="419966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5859796" y="3850438"/>
              <a:ext cx="4199890" cy="3357879"/>
            </a:xfrm>
            <a:custGeom>
              <a:avLst/>
              <a:gdLst/>
              <a:ahLst/>
              <a:cxnLst/>
              <a:rect l="l" t="t" r="r" b="b"/>
              <a:pathLst>
                <a:path w="4199890" h="3357879">
                  <a:moveTo>
                    <a:pt x="0" y="0"/>
                  </a:moveTo>
                  <a:lnTo>
                    <a:pt x="4199667" y="0"/>
                  </a:lnTo>
                  <a:lnTo>
                    <a:pt x="4199667" y="3357267"/>
                  </a:lnTo>
                  <a:lnTo>
                    <a:pt x="0" y="3357267"/>
                  </a:lnTo>
                  <a:lnTo>
                    <a:pt x="0" y="0"/>
                  </a:lnTo>
                  <a:close/>
                </a:path>
              </a:pathLst>
            </a:custGeom>
            <a:ln w="1314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/>
          <p:nvPr/>
        </p:nvSpPr>
        <p:spPr>
          <a:xfrm>
            <a:off x="634858" y="3850439"/>
            <a:ext cx="4417060" cy="3357879"/>
          </a:xfrm>
          <a:custGeom>
            <a:avLst/>
            <a:gdLst/>
            <a:ahLst/>
            <a:cxnLst/>
            <a:rect l="l" t="t" r="r" b="b"/>
            <a:pathLst>
              <a:path w="4417060" h="3357879">
                <a:moveTo>
                  <a:pt x="4416552" y="0"/>
                </a:moveTo>
                <a:lnTo>
                  <a:pt x="0" y="0"/>
                </a:lnTo>
                <a:lnTo>
                  <a:pt x="0" y="3357267"/>
                </a:lnTo>
                <a:lnTo>
                  <a:pt x="4416552" y="3357267"/>
                </a:lnTo>
                <a:lnTo>
                  <a:pt x="441655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733442" y="4770688"/>
            <a:ext cx="1188085" cy="550545"/>
          </a:xfrm>
          <a:prstGeom prst="rect">
            <a:avLst/>
          </a:prstGeom>
          <a:solidFill>
            <a:srgbClr val="00FCD6"/>
          </a:solidFill>
          <a:ln w="13146">
            <a:solidFill>
              <a:srgbClr val="929292"/>
            </a:solidFill>
          </a:ln>
        </p:spPr>
        <p:txBody>
          <a:bodyPr wrap="square" lIns="0" tIns="53975" rIns="0" bIns="0" rtlCol="0" vert="horz">
            <a:spAutoFit/>
          </a:bodyPr>
          <a:lstStyle/>
          <a:p>
            <a:pPr marL="136525">
              <a:lnSpc>
                <a:spcPct val="100000"/>
              </a:lnSpc>
              <a:spcBef>
                <a:spcPts val="425"/>
              </a:spcBef>
            </a:pPr>
            <a:r>
              <a:rPr dirty="0" sz="2900" spc="-10">
                <a:latin typeface="Times New Roman"/>
                <a:cs typeface="Times New Roman"/>
              </a:rPr>
              <a:t>10010</a:t>
            </a:r>
            <a:endParaRPr sz="2900">
              <a:latin typeface="Times New Roman"/>
              <a:cs typeface="Times New Roman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420772" y="4686786"/>
            <a:ext cx="720090" cy="690880"/>
            <a:chOff x="2420772" y="4686786"/>
            <a:chExt cx="720090" cy="690880"/>
          </a:xfrm>
        </p:grpSpPr>
        <p:sp>
          <p:nvSpPr>
            <p:cNvPr id="8" name="object 8"/>
            <p:cNvSpPr/>
            <p:nvPr/>
          </p:nvSpPr>
          <p:spPr>
            <a:xfrm>
              <a:off x="2427439" y="4693454"/>
              <a:ext cx="706755" cy="677545"/>
            </a:xfrm>
            <a:custGeom>
              <a:avLst/>
              <a:gdLst/>
              <a:ahLst/>
              <a:cxnLst/>
              <a:rect l="l" t="t" r="r" b="b"/>
              <a:pathLst>
                <a:path w="706755" h="677545">
                  <a:moveTo>
                    <a:pt x="706516" y="0"/>
                  </a:moveTo>
                  <a:lnTo>
                    <a:pt x="0" y="0"/>
                  </a:lnTo>
                  <a:lnTo>
                    <a:pt x="0" y="677040"/>
                  </a:lnTo>
                  <a:lnTo>
                    <a:pt x="706516" y="677040"/>
                  </a:lnTo>
                  <a:lnTo>
                    <a:pt x="706516" y="0"/>
                  </a:lnTo>
                  <a:close/>
                </a:path>
              </a:pathLst>
            </a:custGeom>
            <a:solidFill>
              <a:srgbClr val="D7AE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2427440" y="4693453"/>
              <a:ext cx="706755" cy="677545"/>
            </a:xfrm>
            <a:custGeom>
              <a:avLst/>
              <a:gdLst/>
              <a:ahLst/>
              <a:cxnLst/>
              <a:rect l="l" t="t" r="r" b="b"/>
              <a:pathLst>
                <a:path w="706755" h="677545">
                  <a:moveTo>
                    <a:pt x="0" y="0"/>
                  </a:moveTo>
                  <a:lnTo>
                    <a:pt x="706516" y="0"/>
                  </a:lnTo>
                  <a:lnTo>
                    <a:pt x="706516" y="677040"/>
                  </a:lnTo>
                  <a:lnTo>
                    <a:pt x="0" y="677040"/>
                  </a:lnTo>
                  <a:lnTo>
                    <a:pt x="0" y="0"/>
                  </a:lnTo>
                  <a:close/>
                </a:path>
              </a:pathLst>
            </a:custGeom>
            <a:ln w="1314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2427439" y="4693454"/>
            <a:ext cx="706755" cy="677545"/>
          </a:xfrm>
          <a:prstGeom prst="rect">
            <a:avLst/>
          </a:prstGeom>
        </p:spPr>
        <p:txBody>
          <a:bodyPr wrap="square" lIns="0" tIns="57785" rIns="0" bIns="0" rtlCol="0" vert="horz">
            <a:spAutoFit/>
          </a:bodyPr>
          <a:lstStyle/>
          <a:p>
            <a:pPr marL="173990">
              <a:lnSpc>
                <a:spcPct val="100000"/>
              </a:lnSpc>
              <a:spcBef>
                <a:spcPts val="455"/>
              </a:spcBef>
            </a:pPr>
            <a:r>
              <a:rPr dirty="0" sz="3700" spc="-50">
                <a:latin typeface="Symbol"/>
                <a:cs typeface="Symbol"/>
              </a:rPr>
              <a:t></a:t>
            </a:r>
            <a:endParaRPr sz="3700">
              <a:latin typeface="Symbol"/>
              <a:cs typeface="Symbo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5171353" y="4864357"/>
            <a:ext cx="644525" cy="328930"/>
            <a:chOff x="5171353" y="4864357"/>
            <a:chExt cx="644525" cy="328930"/>
          </a:xfrm>
        </p:grpSpPr>
        <p:sp>
          <p:nvSpPr>
            <p:cNvPr id="12" name="object 12"/>
            <p:cNvSpPr/>
            <p:nvPr/>
          </p:nvSpPr>
          <p:spPr>
            <a:xfrm>
              <a:off x="5177927" y="4870931"/>
              <a:ext cx="631190" cy="315595"/>
            </a:xfrm>
            <a:custGeom>
              <a:avLst/>
              <a:gdLst/>
              <a:ahLst/>
              <a:cxnLst/>
              <a:rect l="l" t="t" r="r" b="b"/>
              <a:pathLst>
                <a:path w="631189" h="315595">
                  <a:moveTo>
                    <a:pt x="473201" y="0"/>
                  </a:moveTo>
                  <a:lnTo>
                    <a:pt x="473201" y="78878"/>
                  </a:lnTo>
                  <a:lnTo>
                    <a:pt x="0" y="78878"/>
                  </a:lnTo>
                  <a:lnTo>
                    <a:pt x="0" y="236635"/>
                  </a:lnTo>
                  <a:lnTo>
                    <a:pt x="473201" y="236635"/>
                  </a:lnTo>
                  <a:lnTo>
                    <a:pt x="473201" y="315513"/>
                  </a:lnTo>
                  <a:lnTo>
                    <a:pt x="630934" y="157756"/>
                  </a:lnTo>
                  <a:lnTo>
                    <a:pt x="47320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5177926" y="4870930"/>
              <a:ext cx="631190" cy="315595"/>
            </a:xfrm>
            <a:custGeom>
              <a:avLst/>
              <a:gdLst/>
              <a:ahLst/>
              <a:cxnLst/>
              <a:rect l="l" t="t" r="r" b="b"/>
              <a:pathLst>
                <a:path w="631189" h="315595">
                  <a:moveTo>
                    <a:pt x="0" y="78878"/>
                  </a:moveTo>
                  <a:lnTo>
                    <a:pt x="473201" y="78878"/>
                  </a:lnTo>
                  <a:lnTo>
                    <a:pt x="473201" y="0"/>
                  </a:lnTo>
                  <a:lnTo>
                    <a:pt x="630935" y="157757"/>
                  </a:lnTo>
                  <a:lnTo>
                    <a:pt x="473201" y="315514"/>
                  </a:lnTo>
                  <a:lnTo>
                    <a:pt x="473201" y="236635"/>
                  </a:lnTo>
                  <a:lnTo>
                    <a:pt x="0" y="236635"/>
                  </a:lnTo>
                  <a:lnTo>
                    <a:pt x="0" y="78878"/>
                  </a:lnTo>
                  <a:close/>
                </a:path>
              </a:pathLst>
            </a:custGeom>
            <a:ln w="131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4" name="object 14"/>
          <p:cNvGrpSpPr/>
          <p:nvPr/>
        </p:nvGrpSpPr>
        <p:grpSpPr>
          <a:xfrm>
            <a:off x="1990384" y="4846280"/>
            <a:ext cx="1622425" cy="2188210"/>
            <a:chOff x="1990384" y="4846280"/>
            <a:chExt cx="1622425" cy="2188210"/>
          </a:xfrm>
        </p:grpSpPr>
        <p:sp>
          <p:nvSpPr>
            <p:cNvPr id="15" name="object 15"/>
            <p:cNvSpPr/>
            <p:nvPr/>
          </p:nvSpPr>
          <p:spPr>
            <a:xfrm>
              <a:off x="1996958" y="4852854"/>
              <a:ext cx="394335" cy="317500"/>
            </a:xfrm>
            <a:custGeom>
              <a:avLst/>
              <a:gdLst/>
              <a:ahLst/>
              <a:cxnLst/>
              <a:rect l="l" t="t" r="r" b="b"/>
              <a:pathLst>
                <a:path w="394335" h="317500">
                  <a:moveTo>
                    <a:pt x="295751" y="0"/>
                  </a:moveTo>
                  <a:lnTo>
                    <a:pt x="295751" y="79289"/>
                  </a:lnTo>
                  <a:lnTo>
                    <a:pt x="0" y="79289"/>
                  </a:lnTo>
                  <a:lnTo>
                    <a:pt x="0" y="237868"/>
                  </a:lnTo>
                  <a:lnTo>
                    <a:pt x="295751" y="237868"/>
                  </a:lnTo>
                  <a:lnTo>
                    <a:pt x="295751" y="317158"/>
                  </a:lnTo>
                  <a:lnTo>
                    <a:pt x="394334" y="158578"/>
                  </a:lnTo>
                  <a:lnTo>
                    <a:pt x="29575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1996957" y="4852853"/>
              <a:ext cx="394335" cy="317500"/>
            </a:xfrm>
            <a:custGeom>
              <a:avLst/>
              <a:gdLst/>
              <a:ahLst/>
              <a:cxnLst/>
              <a:rect l="l" t="t" r="r" b="b"/>
              <a:pathLst>
                <a:path w="394335" h="317500">
                  <a:moveTo>
                    <a:pt x="0" y="79289"/>
                  </a:moveTo>
                  <a:lnTo>
                    <a:pt x="295751" y="79289"/>
                  </a:lnTo>
                  <a:lnTo>
                    <a:pt x="295751" y="0"/>
                  </a:lnTo>
                  <a:lnTo>
                    <a:pt x="394334" y="158578"/>
                  </a:lnTo>
                  <a:lnTo>
                    <a:pt x="295751" y="317157"/>
                  </a:lnTo>
                  <a:lnTo>
                    <a:pt x="295751" y="237868"/>
                  </a:lnTo>
                  <a:lnTo>
                    <a:pt x="0" y="237868"/>
                  </a:lnTo>
                  <a:lnTo>
                    <a:pt x="0" y="79289"/>
                  </a:lnTo>
                  <a:close/>
                </a:path>
              </a:pathLst>
            </a:custGeom>
            <a:ln w="1314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3209537" y="4852854"/>
              <a:ext cx="394335" cy="317500"/>
            </a:xfrm>
            <a:custGeom>
              <a:avLst/>
              <a:gdLst/>
              <a:ahLst/>
              <a:cxnLst/>
              <a:rect l="l" t="t" r="r" b="b"/>
              <a:pathLst>
                <a:path w="394335" h="317500">
                  <a:moveTo>
                    <a:pt x="295751" y="0"/>
                  </a:moveTo>
                  <a:lnTo>
                    <a:pt x="295751" y="79289"/>
                  </a:lnTo>
                  <a:lnTo>
                    <a:pt x="0" y="79289"/>
                  </a:lnTo>
                  <a:lnTo>
                    <a:pt x="0" y="237868"/>
                  </a:lnTo>
                  <a:lnTo>
                    <a:pt x="295751" y="237868"/>
                  </a:lnTo>
                  <a:lnTo>
                    <a:pt x="295751" y="317158"/>
                  </a:lnTo>
                  <a:lnTo>
                    <a:pt x="394334" y="158578"/>
                  </a:lnTo>
                  <a:lnTo>
                    <a:pt x="29575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3209537" y="4852853"/>
              <a:ext cx="394335" cy="317500"/>
            </a:xfrm>
            <a:custGeom>
              <a:avLst/>
              <a:gdLst/>
              <a:ahLst/>
              <a:cxnLst/>
              <a:rect l="l" t="t" r="r" b="b"/>
              <a:pathLst>
                <a:path w="394335" h="317500">
                  <a:moveTo>
                    <a:pt x="0" y="79289"/>
                  </a:moveTo>
                  <a:lnTo>
                    <a:pt x="295751" y="79289"/>
                  </a:lnTo>
                  <a:lnTo>
                    <a:pt x="295751" y="0"/>
                  </a:lnTo>
                  <a:lnTo>
                    <a:pt x="394334" y="158578"/>
                  </a:lnTo>
                  <a:lnTo>
                    <a:pt x="295751" y="317157"/>
                  </a:lnTo>
                  <a:lnTo>
                    <a:pt x="295751" y="237868"/>
                  </a:lnTo>
                  <a:lnTo>
                    <a:pt x="0" y="237868"/>
                  </a:lnTo>
                  <a:lnTo>
                    <a:pt x="0" y="79289"/>
                  </a:lnTo>
                  <a:close/>
                </a:path>
              </a:pathLst>
            </a:custGeom>
            <a:ln w="1314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2678828" y="5521679"/>
              <a:ext cx="197485" cy="925194"/>
            </a:xfrm>
            <a:custGeom>
              <a:avLst/>
              <a:gdLst/>
              <a:ahLst/>
              <a:cxnLst/>
              <a:rect l="l" t="t" r="r" b="b"/>
              <a:pathLst>
                <a:path w="197485" h="925195">
                  <a:moveTo>
                    <a:pt x="98582" y="0"/>
                  </a:moveTo>
                  <a:lnTo>
                    <a:pt x="0" y="231294"/>
                  </a:lnTo>
                  <a:lnTo>
                    <a:pt x="49291" y="231294"/>
                  </a:lnTo>
                  <a:lnTo>
                    <a:pt x="49291" y="925179"/>
                  </a:lnTo>
                  <a:lnTo>
                    <a:pt x="147874" y="925179"/>
                  </a:lnTo>
                  <a:lnTo>
                    <a:pt x="147874" y="231294"/>
                  </a:lnTo>
                  <a:lnTo>
                    <a:pt x="197167" y="231294"/>
                  </a:lnTo>
                  <a:lnTo>
                    <a:pt x="98582" y="0"/>
                  </a:lnTo>
                  <a:close/>
                </a:path>
              </a:pathLst>
            </a:custGeom>
            <a:solidFill>
              <a:srgbClr val="FF26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2678828" y="5521678"/>
              <a:ext cx="197485" cy="925194"/>
            </a:xfrm>
            <a:custGeom>
              <a:avLst/>
              <a:gdLst/>
              <a:ahLst/>
              <a:cxnLst/>
              <a:rect l="l" t="t" r="r" b="b"/>
              <a:pathLst>
                <a:path w="197485" h="925195">
                  <a:moveTo>
                    <a:pt x="0" y="231295"/>
                  </a:moveTo>
                  <a:lnTo>
                    <a:pt x="98583" y="0"/>
                  </a:lnTo>
                  <a:lnTo>
                    <a:pt x="197167" y="231295"/>
                  </a:lnTo>
                  <a:lnTo>
                    <a:pt x="147875" y="231295"/>
                  </a:lnTo>
                  <a:lnTo>
                    <a:pt x="147875" y="925179"/>
                  </a:lnTo>
                  <a:lnTo>
                    <a:pt x="49291" y="925179"/>
                  </a:lnTo>
                  <a:lnTo>
                    <a:pt x="49291" y="231295"/>
                  </a:lnTo>
                  <a:lnTo>
                    <a:pt x="0" y="231295"/>
                  </a:lnTo>
                  <a:close/>
                </a:path>
              </a:pathLst>
            </a:custGeom>
            <a:ln w="13144">
              <a:solidFill>
                <a:srgbClr val="FF26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2992181" y="5853155"/>
              <a:ext cx="605155" cy="1174750"/>
            </a:xfrm>
            <a:custGeom>
              <a:avLst/>
              <a:gdLst/>
              <a:ahLst/>
              <a:cxnLst/>
              <a:rect l="l" t="t" r="r" b="b"/>
              <a:pathLst>
                <a:path w="605154" h="1174750">
                  <a:moveTo>
                    <a:pt x="329801" y="1174255"/>
                  </a:moveTo>
                  <a:lnTo>
                    <a:pt x="226914" y="1087613"/>
                  </a:lnTo>
                  <a:lnTo>
                    <a:pt x="263559" y="1062958"/>
                  </a:lnTo>
                  <a:lnTo>
                    <a:pt x="263559" y="1034077"/>
                  </a:lnTo>
                  <a:lnTo>
                    <a:pt x="226914" y="1008014"/>
                  </a:lnTo>
                  <a:lnTo>
                    <a:pt x="263559" y="985473"/>
                  </a:lnTo>
                  <a:lnTo>
                    <a:pt x="257921" y="976315"/>
                  </a:lnTo>
                  <a:lnTo>
                    <a:pt x="226210" y="955887"/>
                  </a:lnTo>
                  <a:lnTo>
                    <a:pt x="220572" y="891081"/>
                  </a:lnTo>
                  <a:lnTo>
                    <a:pt x="216344" y="884742"/>
                  </a:lnTo>
                  <a:lnTo>
                    <a:pt x="264264" y="847408"/>
                  </a:lnTo>
                  <a:lnTo>
                    <a:pt x="264264" y="815005"/>
                  </a:lnTo>
                  <a:lnTo>
                    <a:pt x="226210" y="776967"/>
                  </a:lnTo>
                  <a:lnTo>
                    <a:pt x="263559" y="743155"/>
                  </a:lnTo>
                  <a:lnTo>
                    <a:pt x="263559" y="709343"/>
                  </a:lnTo>
                  <a:lnTo>
                    <a:pt x="226914" y="665669"/>
                  </a:lnTo>
                  <a:lnTo>
                    <a:pt x="219867" y="594524"/>
                  </a:lnTo>
                  <a:lnTo>
                    <a:pt x="175471" y="594524"/>
                  </a:lnTo>
                  <a:lnTo>
                    <a:pt x="175471" y="498724"/>
                  </a:lnTo>
                  <a:lnTo>
                    <a:pt x="148692" y="498724"/>
                  </a:lnTo>
                  <a:lnTo>
                    <a:pt x="148692" y="414898"/>
                  </a:lnTo>
                  <a:lnTo>
                    <a:pt x="119095" y="414898"/>
                  </a:lnTo>
                  <a:lnTo>
                    <a:pt x="105705" y="374747"/>
                  </a:lnTo>
                  <a:lnTo>
                    <a:pt x="45805" y="374747"/>
                  </a:lnTo>
                  <a:lnTo>
                    <a:pt x="45805" y="339526"/>
                  </a:lnTo>
                  <a:lnTo>
                    <a:pt x="0" y="339526"/>
                  </a:lnTo>
                  <a:lnTo>
                    <a:pt x="0" y="173989"/>
                  </a:lnTo>
                  <a:lnTo>
                    <a:pt x="45101" y="173989"/>
                  </a:lnTo>
                  <a:lnTo>
                    <a:pt x="45101" y="150039"/>
                  </a:lnTo>
                  <a:lnTo>
                    <a:pt x="95839" y="150039"/>
                  </a:lnTo>
                  <a:lnTo>
                    <a:pt x="107819" y="139473"/>
                  </a:lnTo>
                  <a:lnTo>
                    <a:pt x="119799" y="112705"/>
                  </a:lnTo>
                  <a:lnTo>
                    <a:pt x="148692" y="112705"/>
                  </a:lnTo>
                  <a:lnTo>
                    <a:pt x="217048" y="0"/>
                  </a:lnTo>
                  <a:lnTo>
                    <a:pt x="399567" y="0"/>
                  </a:lnTo>
                  <a:lnTo>
                    <a:pt x="372586" y="35225"/>
                  </a:lnTo>
                  <a:lnTo>
                    <a:pt x="364882" y="45082"/>
                  </a:lnTo>
                  <a:lnTo>
                    <a:pt x="258626" y="45082"/>
                  </a:lnTo>
                  <a:lnTo>
                    <a:pt x="218458" y="116932"/>
                  </a:lnTo>
                  <a:lnTo>
                    <a:pt x="499556" y="116932"/>
                  </a:lnTo>
                  <a:lnTo>
                    <a:pt x="510205" y="150744"/>
                  </a:lnTo>
                  <a:lnTo>
                    <a:pt x="564467" y="150744"/>
                  </a:lnTo>
                  <a:lnTo>
                    <a:pt x="565080" y="173989"/>
                  </a:lnTo>
                  <a:lnTo>
                    <a:pt x="565172" y="177511"/>
                  </a:lnTo>
                  <a:lnTo>
                    <a:pt x="585609" y="178216"/>
                  </a:lnTo>
                  <a:lnTo>
                    <a:pt x="604636" y="178216"/>
                  </a:lnTo>
                  <a:lnTo>
                    <a:pt x="604636" y="342344"/>
                  </a:lnTo>
                  <a:lnTo>
                    <a:pt x="564467" y="343048"/>
                  </a:lnTo>
                  <a:lnTo>
                    <a:pt x="563820" y="374747"/>
                  </a:lnTo>
                  <a:lnTo>
                    <a:pt x="563763" y="377565"/>
                  </a:lnTo>
                  <a:lnTo>
                    <a:pt x="512319" y="377565"/>
                  </a:lnTo>
                  <a:lnTo>
                    <a:pt x="497521" y="418421"/>
                  </a:lnTo>
                  <a:lnTo>
                    <a:pt x="469333" y="419125"/>
                  </a:lnTo>
                  <a:lnTo>
                    <a:pt x="467308" y="498724"/>
                  </a:lnTo>
                  <a:lnTo>
                    <a:pt x="467218" y="502246"/>
                  </a:lnTo>
                  <a:lnTo>
                    <a:pt x="448192" y="502246"/>
                  </a:lnTo>
                  <a:lnTo>
                    <a:pt x="441849" y="514925"/>
                  </a:lnTo>
                  <a:lnTo>
                    <a:pt x="441849" y="598046"/>
                  </a:lnTo>
                  <a:lnTo>
                    <a:pt x="408023" y="598750"/>
                  </a:lnTo>
                  <a:lnTo>
                    <a:pt x="409533" y="955887"/>
                  </a:lnTo>
                  <a:lnTo>
                    <a:pt x="409658" y="985473"/>
                  </a:lnTo>
                  <a:lnTo>
                    <a:pt x="409753" y="1008014"/>
                  </a:lnTo>
                  <a:lnTo>
                    <a:pt x="409863" y="1034077"/>
                  </a:lnTo>
                  <a:lnTo>
                    <a:pt x="409985" y="1062958"/>
                  </a:lnTo>
                  <a:lnTo>
                    <a:pt x="410090" y="1087613"/>
                  </a:lnTo>
                  <a:lnTo>
                    <a:pt x="410137" y="1098883"/>
                  </a:lnTo>
                  <a:lnTo>
                    <a:pt x="329801" y="1174255"/>
                  </a:lnTo>
                  <a:close/>
                </a:path>
                <a:path w="605154" h="1174750">
                  <a:moveTo>
                    <a:pt x="499556" y="116932"/>
                  </a:moveTo>
                  <a:lnTo>
                    <a:pt x="401681" y="116932"/>
                  </a:lnTo>
                  <a:lnTo>
                    <a:pt x="364332" y="45786"/>
                  </a:lnTo>
                  <a:lnTo>
                    <a:pt x="364882" y="45082"/>
                  </a:lnTo>
                  <a:lnTo>
                    <a:pt x="365036" y="45082"/>
                  </a:lnTo>
                  <a:lnTo>
                    <a:pt x="372586" y="35225"/>
                  </a:lnTo>
                  <a:lnTo>
                    <a:pt x="399567" y="704"/>
                  </a:lnTo>
                  <a:lnTo>
                    <a:pt x="463695" y="112001"/>
                  </a:lnTo>
                  <a:lnTo>
                    <a:pt x="498225" y="112705"/>
                  </a:lnTo>
                  <a:lnTo>
                    <a:pt x="499556" y="116932"/>
                  </a:lnTo>
                  <a:close/>
                </a:path>
              </a:pathLst>
            </a:custGeom>
            <a:solidFill>
              <a:srgbClr val="FF9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3006980" y="5859495"/>
              <a:ext cx="605790" cy="1175385"/>
            </a:xfrm>
            <a:custGeom>
              <a:avLst/>
              <a:gdLst/>
              <a:ahLst/>
              <a:cxnLst/>
              <a:rect l="l" t="t" r="r" b="b"/>
              <a:pathLst>
                <a:path w="605789" h="1175384">
                  <a:moveTo>
                    <a:pt x="329801" y="1174960"/>
                  </a:moveTo>
                  <a:lnTo>
                    <a:pt x="226914" y="1087613"/>
                  </a:lnTo>
                  <a:lnTo>
                    <a:pt x="263559" y="1062958"/>
                  </a:lnTo>
                  <a:lnTo>
                    <a:pt x="263559" y="1034077"/>
                  </a:lnTo>
                  <a:lnTo>
                    <a:pt x="226914" y="1008014"/>
                  </a:lnTo>
                  <a:lnTo>
                    <a:pt x="263559" y="985473"/>
                  </a:lnTo>
                  <a:lnTo>
                    <a:pt x="257921" y="976316"/>
                  </a:lnTo>
                  <a:lnTo>
                    <a:pt x="226210" y="955888"/>
                  </a:lnTo>
                  <a:lnTo>
                    <a:pt x="220572" y="891082"/>
                  </a:lnTo>
                  <a:lnTo>
                    <a:pt x="216344" y="885446"/>
                  </a:lnTo>
                  <a:lnTo>
                    <a:pt x="264264" y="847408"/>
                  </a:lnTo>
                  <a:lnTo>
                    <a:pt x="264264" y="815005"/>
                  </a:lnTo>
                  <a:lnTo>
                    <a:pt x="226210" y="776967"/>
                  </a:lnTo>
                  <a:lnTo>
                    <a:pt x="263559" y="743155"/>
                  </a:lnTo>
                  <a:lnTo>
                    <a:pt x="263559" y="709343"/>
                  </a:lnTo>
                  <a:lnTo>
                    <a:pt x="226914" y="665670"/>
                  </a:lnTo>
                  <a:lnTo>
                    <a:pt x="219867" y="594524"/>
                  </a:lnTo>
                  <a:lnTo>
                    <a:pt x="175471" y="594524"/>
                  </a:lnTo>
                  <a:lnTo>
                    <a:pt x="175471" y="498724"/>
                  </a:lnTo>
                  <a:lnTo>
                    <a:pt x="149397" y="498724"/>
                  </a:lnTo>
                  <a:lnTo>
                    <a:pt x="149397" y="414899"/>
                  </a:lnTo>
                  <a:lnTo>
                    <a:pt x="119095" y="414899"/>
                  </a:lnTo>
                  <a:lnTo>
                    <a:pt x="105705" y="374747"/>
                  </a:lnTo>
                  <a:lnTo>
                    <a:pt x="45805" y="374747"/>
                  </a:lnTo>
                  <a:lnTo>
                    <a:pt x="45805" y="339527"/>
                  </a:lnTo>
                  <a:lnTo>
                    <a:pt x="0" y="339527"/>
                  </a:lnTo>
                  <a:lnTo>
                    <a:pt x="0" y="173989"/>
                  </a:lnTo>
                  <a:lnTo>
                    <a:pt x="45101" y="173989"/>
                  </a:lnTo>
                  <a:lnTo>
                    <a:pt x="45101" y="150039"/>
                  </a:lnTo>
                  <a:lnTo>
                    <a:pt x="95839" y="150039"/>
                  </a:lnTo>
                  <a:lnTo>
                    <a:pt x="107819" y="139473"/>
                  </a:lnTo>
                  <a:lnTo>
                    <a:pt x="119799" y="112706"/>
                  </a:lnTo>
                  <a:lnTo>
                    <a:pt x="149397" y="112706"/>
                  </a:lnTo>
                  <a:lnTo>
                    <a:pt x="217048" y="0"/>
                  </a:lnTo>
                  <a:lnTo>
                    <a:pt x="399567" y="0"/>
                  </a:lnTo>
                  <a:lnTo>
                    <a:pt x="372601" y="35206"/>
                  </a:lnTo>
                  <a:lnTo>
                    <a:pt x="364882" y="45082"/>
                  </a:lnTo>
                  <a:lnTo>
                    <a:pt x="258626" y="45082"/>
                  </a:lnTo>
                  <a:lnTo>
                    <a:pt x="218458" y="116932"/>
                  </a:lnTo>
                  <a:lnTo>
                    <a:pt x="499557" y="116932"/>
                  </a:lnTo>
                  <a:lnTo>
                    <a:pt x="510206" y="150744"/>
                  </a:lnTo>
                  <a:lnTo>
                    <a:pt x="564468" y="150744"/>
                  </a:lnTo>
                  <a:lnTo>
                    <a:pt x="565080" y="173989"/>
                  </a:lnTo>
                  <a:lnTo>
                    <a:pt x="565172" y="177512"/>
                  </a:lnTo>
                  <a:lnTo>
                    <a:pt x="585609" y="178216"/>
                  </a:lnTo>
                  <a:lnTo>
                    <a:pt x="605341" y="178216"/>
                  </a:lnTo>
                  <a:lnTo>
                    <a:pt x="605341" y="342344"/>
                  </a:lnTo>
                  <a:lnTo>
                    <a:pt x="564468" y="343049"/>
                  </a:lnTo>
                  <a:lnTo>
                    <a:pt x="563820" y="374747"/>
                  </a:lnTo>
                  <a:lnTo>
                    <a:pt x="563763" y="377565"/>
                  </a:lnTo>
                  <a:lnTo>
                    <a:pt x="512319" y="377565"/>
                  </a:lnTo>
                  <a:lnTo>
                    <a:pt x="497521" y="418421"/>
                  </a:lnTo>
                  <a:lnTo>
                    <a:pt x="469332" y="419125"/>
                  </a:lnTo>
                  <a:lnTo>
                    <a:pt x="467308" y="498724"/>
                  </a:lnTo>
                  <a:lnTo>
                    <a:pt x="467218" y="502246"/>
                  </a:lnTo>
                  <a:lnTo>
                    <a:pt x="448192" y="502246"/>
                  </a:lnTo>
                  <a:lnTo>
                    <a:pt x="443259" y="509290"/>
                  </a:lnTo>
                  <a:lnTo>
                    <a:pt x="443259" y="598750"/>
                  </a:lnTo>
                  <a:lnTo>
                    <a:pt x="408024" y="598750"/>
                  </a:lnTo>
                  <a:lnTo>
                    <a:pt x="409533" y="955888"/>
                  </a:lnTo>
                  <a:lnTo>
                    <a:pt x="409658" y="985473"/>
                  </a:lnTo>
                  <a:lnTo>
                    <a:pt x="409753" y="1008014"/>
                  </a:lnTo>
                  <a:lnTo>
                    <a:pt x="409863" y="1034077"/>
                  </a:lnTo>
                  <a:lnTo>
                    <a:pt x="409985" y="1062958"/>
                  </a:lnTo>
                  <a:lnTo>
                    <a:pt x="410090" y="1087613"/>
                  </a:lnTo>
                  <a:lnTo>
                    <a:pt x="410137" y="1098883"/>
                  </a:lnTo>
                  <a:lnTo>
                    <a:pt x="329801" y="1174960"/>
                  </a:lnTo>
                  <a:close/>
                </a:path>
                <a:path w="605789" h="1175384">
                  <a:moveTo>
                    <a:pt x="499557" y="116932"/>
                  </a:moveTo>
                  <a:lnTo>
                    <a:pt x="401681" y="116932"/>
                  </a:lnTo>
                  <a:lnTo>
                    <a:pt x="364332" y="45786"/>
                  </a:lnTo>
                  <a:lnTo>
                    <a:pt x="364882" y="45082"/>
                  </a:lnTo>
                  <a:lnTo>
                    <a:pt x="365037" y="45082"/>
                  </a:lnTo>
                  <a:lnTo>
                    <a:pt x="372601" y="35206"/>
                  </a:lnTo>
                  <a:lnTo>
                    <a:pt x="399567" y="704"/>
                  </a:lnTo>
                  <a:lnTo>
                    <a:pt x="464399" y="112001"/>
                  </a:lnTo>
                  <a:lnTo>
                    <a:pt x="498225" y="112706"/>
                  </a:lnTo>
                  <a:lnTo>
                    <a:pt x="499557" y="116932"/>
                  </a:lnTo>
                  <a:close/>
                </a:path>
              </a:pathLst>
            </a:custGeom>
            <a:solidFill>
              <a:srgbClr val="BF7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3091545" y="6048278"/>
              <a:ext cx="427990" cy="134620"/>
            </a:xfrm>
            <a:custGeom>
              <a:avLst/>
              <a:gdLst/>
              <a:ahLst/>
              <a:cxnLst/>
              <a:rect l="l" t="t" r="r" b="b"/>
              <a:pathLst>
                <a:path w="427989" h="134620">
                  <a:moveTo>
                    <a:pt x="34530" y="134542"/>
                  </a:moveTo>
                  <a:lnTo>
                    <a:pt x="0" y="69736"/>
                  </a:lnTo>
                  <a:lnTo>
                    <a:pt x="37349" y="0"/>
                  </a:lnTo>
                  <a:lnTo>
                    <a:pt x="427755" y="0"/>
                  </a:lnTo>
                  <a:lnTo>
                    <a:pt x="424231" y="4930"/>
                  </a:lnTo>
                  <a:lnTo>
                    <a:pt x="41577" y="4930"/>
                  </a:lnTo>
                  <a:lnTo>
                    <a:pt x="7047" y="69736"/>
                  </a:lnTo>
                  <a:lnTo>
                    <a:pt x="40872" y="130316"/>
                  </a:lnTo>
                  <a:lnTo>
                    <a:pt x="34530" y="134542"/>
                  </a:lnTo>
                  <a:close/>
                </a:path>
              </a:pathLst>
            </a:custGeom>
            <a:solidFill>
              <a:srgbClr val="BF7F3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3054896" y="6001092"/>
              <a:ext cx="514350" cy="1005205"/>
            </a:xfrm>
            <a:custGeom>
              <a:avLst/>
              <a:gdLst/>
              <a:ahLst/>
              <a:cxnLst/>
              <a:rect l="l" t="t" r="r" b="b"/>
              <a:pathLst>
                <a:path w="514350" h="1005204">
                  <a:moveTo>
                    <a:pt x="248056" y="362064"/>
                  </a:moveTo>
                  <a:lnTo>
                    <a:pt x="234670" y="381787"/>
                  </a:lnTo>
                  <a:lnTo>
                    <a:pt x="236067" y="993927"/>
                  </a:lnTo>
                  <a:lnTo>
                    <a:pt x="247345" y="1003782"/>
                  </a:lnTo>
                  <a:lnTo>
                    <a:pt x="248056" y="362064"/>
                  </a:lnTo>
                  <a:close/>
                </a:path>
                <a:path w="514350" h="1005204">
                  <a:moveTo>
                    <a:pt x="320636" y="994625"/>
                  </a:moveTo>
                  <a:lnTo>
                    <a:pt x="318528" y="378968"/>
                  </a:lnTo>
                  <a:lnTo>
                    <a:pt x="308660" y="429691"/>
                  </a:lnTo>
                  <a:lnTo>
                    <a:pt x="310070" y="1005192"/>
                  </a:lnTo>
                  <a:lnTo>
                    <a:pt x="320636" y="994625"/>
                  </a:lnTo>
                  <a:close/>
                </a:path>
                <a:path w="514350" h="1005204">
                  <a:moveTo>
                    <a:pt x="451713" y="0"/>
                  </a:moveTo>
                  <a:lnTo>
                    <a:pt x="50736" y="0"/>
                  </a:lnTo>
                  <a:lnTo>
                    <a:pt x="50736" y="7035"/>
                  </a:lnTo>
                  <a:lnTo>
                    <a:pt x="451713" y="7035"/>
                  </a:lnTo>
                  <a:lnTo>
                    <a:pt x="451713" y="0"/>
                  </a:lnTo>
                  <a:close/>
                </a:path>
                <a:path w="514350" h="1005204">
                  <a:moveTo>
                    <a:pt x="498221" y="110591"/>
                  </a:moveTo>
                  <a:lnTo>
                    <a:pt x="463689" y="46482"/>
                  </a:lnTo>
                  <a:lnTo>
                    <a:pt x="457352" y="50711"/>
                  </a:lnTo>
                  <a:lnTo>
                    <a:pt x="491172" y="110591"/>
                  </a:lnTo>
                  <a:lnTo>
                    <a:pt x="456641" y="176098"/>
                  </a:lnTo>
                  <a:lnTo>
                    <a:pt x="73990" y="176098"/>
                  </a:lnTo>
                  <a:lnTo>
                    <a:pt x="70472" y="181025"/>
                  </a:lnTo>
                  <a:lnTo>
                    <a:pt x="460870" y="181025"/>
                  </a:lnTo>
                  <a:lnTo>
                    <a:pt x="498221" y="110591"/>
                  </a:lnTo>
                  <a:close/>
                </a:path>
                <a:path w="514350" h="1005204">
                  <a:moveTo>
                    <a:pt x="513727" y="26758"/>
                  </a:moveTo>
                  <a:lnTo>
                    <a:pt x="0" y="26758"/>
                  </a:lnTo>
                  <a:lnTo>
                    <a:pt x="0" y="33108"/>
                  </a:lnTo>
                  <a:lnTo>
                    <a:pt x="513727" y="33108"/>
                  </a:lnTo>
                  <a:lnTo>
                    <a:pt x="513727" y="26758"/>
                  </a:lnTo>
                  <a:close/>
                </a:path>
              </a:pathLst>
            </a:custGeom>
            <a:solidFill>
              <a:srgbClr val="FF9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3054184" y="6200431"/>
              <a:ext cx="516890" cy="833119"/>
            </a:xfrm>
            <a:custGeom>
              <a:avLst/>
              <a:gdLst/>
              <a:ahLst/>
              <a:cxnLst/>
              <a:rect l="l" t="t" r="r" b="b"/>
              <a:pathLst>
                <a:path w="516889" h="833120">
                  <a:moveTo>
                    <a:pt x="319239" y="181038"/>
                  </a:moveTo>
                  <a:lnTo>
                    <a:pt x="279768" y="249364"/>
                  </a:lnTo>
                  <a:lnTo>
                    <a:pt x="282587" y="832624"/>
                  </a:lnTo>
                  <a:lnTo>
                    <a:pt x="294576" y="820648"/>
                  </a:lnTo>
                  <a:lnTo>
                    <a:pt x="294576" y="259930"/>
                  </a:lnTo>
                  <a:lnTo>
                    <a:pt x="310070" y="223304"/>
                  </a:lnTo>
                  <a:lnTo>
                    <a:pt x="319239" y="181038"/>
                  </a:lnTo>
                  <a:close/>
                </a:path>
                <a:path w="516889" h="833120">
                  <a:moveTo>
                    <a:pt x="403796" y="157086"/>
                  </a:moveTo>
                  <a:lnTo>
                    <a:pt x="128257" y="157086"/>
                  </a:lnTo>
                  <a:lnTo>
                    <a:pt x="128257" y="168363"/>
                  </a:lnTo>
                  <a:lnTo>
                    <a:pt x="156451" y="168363"/>
                  </a:lnTo>
                  <a:lnTo>
                    <a:pt x="156451" y="233172"/>
                  </a:lnTo>
                  <a:lnTo>
                    <a:pt x="174764" y="255003"/>
                  </a:lnTo>
                  <a:lnTo>
                    <a:pt x="180403" y="186677"/>
                  </a:lnTo>
                  <a:lnTo>
                    <a:pt x="235381" y="186677"/>
                  </a:lnTo>
                  <a:lnTo>
                    <a:pt x="248056" y="168363"/>
                  </a:lnTo>
                  <a:lnTo>
                    <a:pt x="396748" y="168363"/>
                  </a:lnTo>
                  <a:lnTo>
                    <a:pt x="403796" y="157086"/>
                  </a:lnTo>
                  <a:close/>
                </a:path>
                <a:path w="516889" h="833120">
                  <a:moveTo>
                    <a:pt x="421411" y="77495"/>
                  </a:moveTo>
                  <a:lnTo>
                    <a:pt x="105714" y="77495"/>
                  </a:lnTo>
                  <a:lnTo>
                    <a:pt x="105714" y="91579"/>
                  </a:lnTo>
                  <a:lnTo>
                    <a:pt x="421411" y="91579"/>
                  </a:lnTo>
                  <a:lnTo>
                    <a:pt x="421411" y="77495"/>
                  </a:lnTo>
                  <a:close/>
                </a:path>
                <a:path w="516889" h="833120">
                  <a:moveTo>
                    <a:pt x="466521" y="32410"/>
                  </a:moveTo>
                  <a:lnTo>
                    <a:pt x="59194" y="33108"/>
                  </a:lnTo>
                  <a:lnTo>
                    <a:pt x="62725" y="45796"/>
                  </a:lnTo>
                  <a:lnTo>
                    <a:pt x="462292" y="45085"/>
                  </a:lnTo>
                  <a:lnTo>
                    <a:pt x="466521" y="32410"/>
                  </a:lnTo>
                  <a:close/>
                </a:path>
                <a:path w="516889" h="833120">
                  <a:moveTo>
                    <a:pt x="516547" y="0"/>
                  </a:moveTo>
                  <a:lnTo>
                    <a:pt x="0" y="0"/>
                  </a:lnTo>
                  <a:lnTo>
                    <a:pt x="0" y="15506"/>
                  </a:lnTo>
                  <a:lnTo>
                    <a:pt x="516547" y="15506"/>
                  </a:lnTo>
                  <a:lnTo>
                    <a:pt x="516547" y="0"/>
                  </a:lnTo>
                  <a:close/>
                </a:path>
              </a:pathLst>
            </a:custGeom>
            <a:solidFill>
              <a:srgbClr val="BF7F3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6" name="object 26"/>
          <p:cNvGrpSpPr/>
          <p:nvPr/>
        </p:nvGrpSpPr>
        <p:grpSpPr>
          <a:xfrm>
            <a:off x="7139743" y="4846280"/>
            <a:ext cx="407670" cy="330835"/>
            <a:chOff x="7139743" y="4846280"/>
            <a:chExt cx="407670" cy="330835"/>
          </a:xfrm>
        </p:grpSpPr>
        <p:sp>
          <p:nvSpPr>
            <p:cNvPr id="27" name="object 27"/>
            <p:cNvSpPr/>
            <p:nvPr/>
          </p:nvSpPr>
          <p:spPr>
            <a:xfrm>
              <a:off x="7146315" y="4852854"/>
              <a:ext cx="394335" cy="317500"/>
            </a:xfrm>
            <a:custGeom>
              <a:avLst/>
              <a:gdLst/>
              <a:ahLst/>
              <a:cxnLst/>
              <a:rect l="l" t="t" r="r" b="b"/>
              <a:pathLst>
                <a:path w="394334" h="317500">
                  <a:moveTo>
                    <a:pt x="295751" y="0"/>
                  </a:moveTo>
                  <a:lnTo>
                    <a:pt x="295751" y="79289"/>
                  </a:lnTo>
                  <a:lnTo>
                    <a:pt x="0" y="79289"/>
                  </a:lnTo>
                  <a:lnTo>
                    <a:pt x="0" y="237868"/>
                  </a:lnTo>
                  <a:lnTo>
                    <a:pt x="295751" y="237868"/>
                  </a:lnTo>
                  <a:lnTo>
                    <a:pt x="295751" y="317158"/>
                  </a:lnTo>
                  <a:lnTo>
                    <a:pt x="394334" y="158578"/>
                  </a:lnTo>
                  <a:lnTo>
                    <a:pt x="29575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7146316" y="4852853"/>
              <a:ext cx="394335" cy="317500"/>
            </a:xfrm>
            <a:custGeom>
              <a:avLst/>
              <a:gdLst/>
              <a:ahLst/>
              <a:cxnLst/>
              <a:rect l="l" t="t" r="r" b="b"/>
              <a:pathLst>
                <a:path w="394334" h="317500">
                  <a:moveTo>
                    <a:pt x="0" y="79289"/>
                  </a:moveTo>
                  <a:lnTo>
                    <a:pt x="295750" y="79289"/>
                  </a:lnTo>
                  <a:lnTo>
                    <a:pt x="295750" y="0"/>
                  </a:lnTo>
                  <a:lnTo>
                    <a:pt x="394334" y="158578"/>
                  </a:lnTo>
                  <a:lnTo>
                    <a:pt x="295750" y="317157"/>
                  </a:lnTo>
                  <a:lnTo>
                    <a:pt x="295750" y="237868"/>
                  </a:lnTo>
                  <a:lnTo>
                    <a:pt x="0" y="237868"/>
                  </a:lnTo>
                  <a:lnTo>
                    <a:pt x="0" y="79289"/>
                  </a:lnTo>
                  <a:close/>
                </a:path>
              </a:pathLst>
            </a:custGeom>
            <a:ln w="1314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9" name="object 29"/>
          <p:cNvGrpSpPr/>
          <p:nvPr/>
        </p:nvGrpSpPr>
        <p:grpSpPr>
          <a:xfrm>
            <a:off x="7593227" y="4700027"/>
            <a:ext cx="1165225" cy="690245"/>
            <a:chOff x="7593227" y="4700027"/>
            <a:chExt cx="1165225" cy="690245"/>
          </a:xfrm>
        </p:grpSpPr>
        <p:sp>
          <p:nvSpPr>
            <p:cNvPr id="30" name="object 30"/>
            <p:cNvSpPr/>
            <p:nvPr/>
          </p:nvSpPr>
          <p:spPr>
            <a:xfrm>
              <a:off x="8357251" y="4852854"/>
              <a:ext cx="394335" cy="317500"/>
            </a:xfrm>
            <a:custGeom>
              <a:avLst/>
              <a:gdLst/>
              <a:ahLst/>
              <a:cxnLst/>
              <a:rect l="l" t="t" r="r" b="b"/>
              <a:pathLst>
                <a:path w="394334" h="317500">
                  <a:moveTo>
                    <a:pt x="295751" y="0"/>
                  </a:moveTo>
                  <a:lnTo>
                    <a:pt x="295751" y="79289"/>
                  </a:lnTo>
                  <a:lnTo>
                    <a:pt x="0" y="79289"/>
                  </a:lnTo>
                  <a:lnTo>
                    <a:pt x="0" y="237868"/>
                  </a:lnTo>
                  <a:lnTo>
                    <a:pt x="295751" y="237868"/>
                  </a:lnTo>
                  <a:lnTo>
                    <a:pt x="295751" y="317158"/>
                  </a:lnTo>
                  <a:lnTo>
                    <a:pt x="394335" y="158578"/>
                  </a:lnTo>
                  <a:lnTo>
                    <a:pt x="29575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8357251" y="4852853"/>
              <a:ext cx="394335" cy="317500"/>
            </a:xfrm>
            <a:custGeom>
              <a:avLst/>
              <a:gdLst/>
              <a:ahLst/>
              <a:cxnLst/>
              <a:rect l="l" t="t" r="r" b="b"/>
              <a:pathLst>
                <a:path w="394334" h="317500">
                  <a:moveTo>
                    <a:pt x="0" y="79289"/>
                  </a:moveTo>
                  <a:lnTo>
                    <a:pt x="295751" y="79289"/>
                  </a:lnTo>
                  <a:lnTo>
                    <a:pt x="295751" y="0"/>
                  </a:lnTo>
                  <a:lnTo>
                    <a:pt x="394334" y="158578"/>
                  </a:lnTo>
                  <a:lnTo>
                    <a:pt x="295751" y="317157"/>
                  </a:lnTo>
                  <a:lnTo>
                    <a:pt x="295751" y="237868"/>
                  </a:lnTo>
                  <a:lnTo>
                    <a:pt x="0" y="237868"/>
                  </a:lnTo>
                  <a:lnTo>
                    <a:pt x="0" y="79289"/>
                  </a:lnTo>
                  <a:close/>
                </a:path>
              </a:pathLst>
            </a:custGeom>
            <a:ln w="1314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7599800" y="4706600"/>
              <a:ext cx="706755" cy="677545"/>
            </a:xfrm>
            <a:custGeom>
              <a:avLst/>
              <a:gdLst/>
              <a:ahLst/>
              <a:cxnLst/>
              <a:rect l="l" t="t" r="r" b="b"/>
              <a:pathLst>
                <a:path w="706754" h="677545">
                  <a:moveTo>
                    <a:pt x="706517" y="0"/>
                  </a:moveTo>
                  <a:lnTo>
                    <a:pt x="0" y="0"/>
                  </a:lnTo>
                  <a:lnTo>
                    <a:pt x="0" y="677040"/>
                  </a:lnTo>
                  <a:lnTo>
                    <a:pt x="706517" y="677040"/>
                  </a:lnTo>
                  <a:lnTo>
                    <a:pt x="706517" y="0"/>
                  </a:lnTo>
                  <a:close/>
                </a:path>
              </a:pathLst>
            </a:custGeom>
            <a:solidFill>
              <a:srgbClr val="D7AE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7599800" y="4706600"/>
              <a:ext cx="706755" cy="677545"/>
            </a:xfrm>
            <a:custGeom>
              <a:avLst/>
              <a:gdLst/>
              <a:ahLst/>
              <a:cxnLst/>
              <a:rect l="l" t="t" r="r" b="b"/>
              <a:pathLst>
                <a:path w="706754" h="677545">
                  <a:moveTo>
                    <a:pt x="0" y="0"/>
                  </a:moveTo>
                  <a:lnTo>
                    <a:pt x="706517" y="0"/>
                  </a:lnTo>
                  <a:lnTo>
                    <a:pt x="706517" y="677040"/>
                  </a:lnTo>
                  <a:lnTo>
                    <a:pt x="0" y="677040"/>
                  </a:lnTo>
                  <a:lnTo>
                    <a:pt x="0" y="0"/>
                  </a:lnTo>
                  <a:close/>
                </a:path>
              </a:pathLst>
            </a:custGeom>
            <a:ln w="1314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4" name="object 34"/>
          <p:cNvGrpSpPr/>
          <p:nvPr/>
        </p:nvGrpSpPr>
        <p:grpSpPr>
          <a:xfrm>
            <a:off x="7851188" y="5523322"/>
            <a:ext cx="210820" cy="938530"/>
            <a:chOff x="7851188" y="5523322"/>
            <a:chExt cx="210820" cy="938530"/>
          </a:xfrm>
        </p:grpSpPr>
        <p:sp>
          <p:nvSpPr>
            <p:cNvPr id="35" name="object 35"/>
            <p:cNvSpPr/>
            <p:nvPr/>
          </p:nvSpPr>
          <p:spPr>
            <a:xfrm>
              <a:off x="7857760" y="5529894"/>
              <a:ext cx="197485" cy="925194"/>
            </a:xfrm>
            <a:custGeom>
              <a:avLst/>
              <a:gdLst/>
              <a:ahLst/>
              <a:cxnLst/>
              <a:rect l="l" t="t" r="r" b="b"/>
              <a:pathLst>
                <a:path w="197484" h="925195">
                  <a:moveTo>
                    <a:pt x="98583" y="0"/>
                  </a:moveTo>
                  <a:lnTo>
                    <a:pt x="0" y="231294"/>
                  </a:lnTo>
                  <a:lnTo>
                    <a:pt x="49292" y="231294"/>
                  </a:lnTo>
                  <a:lnTo>
                    <a:pt x="49292" y="925180"/>
                  </a:lnTo>
                  <a:lnTo>
                    <a:pt x="147876" y="925180"/>
                  </a:lnTo>
                  <a:lnTo>
                    <a:pt x="147876" y="231294"/>
                  </a:lnTo>
                  <a:lnTo>
                    <a:pt x="197167" y="231294"/>
                  </a:lnTo>
                  <a:lnTo>
                    <a:pt x="98583" y="0"/>
                  </a:lnTo>
                  <a:close/>
                </a:path>
              </a:pathLst>
            </a:custGeom>
            <a:solidFill>
              <a:srgbClr val="FF26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7857760" y="5529894"/>
              <a:ext cx="197485" cy="925194"/>
            </a:xfrm>
            <a:custGeom>
              <a:avLst/>
              <a:gdLst/>
              <a:ahLst/>
              <a:cxnLst/>
              <a:rect l="l" t="t" r="r" b="b"/>
              <a:pathLst>
                <a:path w="197484" h="925195">
                  <a:moveTo>
                    <a:pt x="0" y="231295"/>
                  </a:moveTo>
                  <a:lnTo>
                    <a:pt x="98583" y="0"/>
                  </a:lnTo>
                  <a:lnTo>
                    <a:pt x="197167" y="231295"/>
                  </a:lnTo>
                  <a:lnTo>
                    <a:pt x="147874" y="231295"/>
                  </a:lnTo>
                  <a:lnTo>
                    <a:pt x="147874" y="925179"/>
                  </a:lnTo>
                  <a:lnTo>
                    <a:pt x="49292" y="925179"/>
                  </a:lnTo>
                  <a:lnTo>
                    <a:pt x="49292" y="231295"/>
                  </a:lnTo>
                  <a:lnTo>
                    <a:pt x="0" y="231295"/>
                  </a:lnTo>
                  <a:close/>
                </a:path>
              </a:pathLst>
            </a:custGeom>
            <a:ln w="13144">
              <a:solidFill>
                <a:srgbClr val="FF26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7" name="object 37"/>
          <p:cNvGrpSpPr/>
          <p:nvPr/>
        </p:nvGrpSpPr>
        <p:grpSpPr>
          <a:xfrm>
            <a:off x="8177687" y="5853155"/>
            <a:ext cx="620395" cy="1181735"/>
            <a:chOff x="8177687" y="5853155"/>
            <a:chExt cx="620395" cy="1181735"/>
          </a:xfrm>
        </p:grpSpPr>
        <p:sp>
          <p:nvSpPr>
            <p:cNvPr id="38" name="object 38"/>
            <p:cNvSpPr/>
            <p:nvPr/>
          </p:nvSpPr>
          <p:spPr>
            <a:xfrm>
              <a:off x="8177687" y="5853155"/>
              <a:ext cx="605155" cy="1174750"/>
            </a:xfrm>
            <a:custGeom>
              <a:avLst/>
              <a:gdLst/>
              <a:ahLst/>
              <a:cxnLst/>
              <a:rect l="l" t="t" r="r" b="b"/>
              <a:pathLst>
                <a:path w="605154" h="1174750">
                  <a:moveTo>
                    <a:pt x="329800" y="1174255"/>
                  </a:moveTo>
                  <a:lnTo>
                    <a:pt x="226914" y="1087613"/>
                  </a:lnTo>
                  <a:lnTo>
                    <a:pt x="263559" y="1062958"/>
                  </a:lnTo>
                  <a:lnTo>
                    <a:pt x="263559" y="1034077"/>
                  </a:lnTo>
                  <a:lnTo>
                    <a:pt x="226914" y="1008014"/>
                  </a:lnTo>
                  <a:lnTo>
                    <a:pt x="263559" y="985473"/>
                  </a:lnTo>
                  <a:lnTo>
                    <a:pt x="257921" y="976315"/>
                  </a:lnTo>
                  <a:lnTo>
                    <a:pt x="226209" y="955887"/>
                  </a:lnTo>
                  <a:lnTo>
                    <a:pt x="220571" y="891081"/>
                  </a:lnTo>
                  <a:lnTo>
                    <a:pt x="216344" y="884742"/>
                  </a:lnTo>
                  <a:lnTo>
                    <a:pt x="264263" y="847408"/>
                  </a:lnTo>
                  <a:lnTo>
                    <a:pt x="264263" y="815005"/>
                  </a:lnTo>
                  <a:lnTo>
                    <a:pt x="226209" y="776967"/>
                  </a:lnTo>
                  <a:lnTo>
                    <a:pt x="263559" y="743155"/>
                  </a:lnTo>
                  <a:lnTo>
                    <a:pt x="263559" y="709343"/>
                  </a:lnTo>
                  <a:lnTo>
                    <a:pt x="226914" y="665669"/>
                  </a:lnTo>
                  <a:lnTo>
                    <a:pt x="219867" y="594524"/>
                  </a:lnTo>
                  <a:lnTo>
                    <a:pt x="175470" y="594524"/>
                  </a:lnTo>
                  <a:lnTo>
                    <a:pt x="175470" y="498724"/>
                  </a:lnTo>
                  <a:lnTo>
                    <a:pt x="148692" y="498724"/>
                  </a:lnTo>
                  <a:lnTo>
                    <a:pt x="148692" y="414898"/>
                  </a:lnTo>
                  <a:lnTo>
                    <a:pt x="119094" y="414898"/>
                  </a:lnTo>
                  <a:lnTo>
                    <a:pt x="105705" y="374747"/>
                  </a:lnTo>
                  <a:lnTo>
                    <a:pt x="45805" y="374747"/>
                  </a:lnTo>
                  <a:lnTo>
                    <a:pt x="45805" y="339526"/>
                  </a:lnTo>
                  <a:lnTo>
                    <a:pt x="0" y="339526"/>
                  </a:lnTo>
                  <a:lnTo>
                    <a:pt x="0" y="173989"/>
                  </a:lnTo>
                  <a:lnTo>
                    <a:pt x="45100" y="173989"/>
                  </a:lnTo>
                  <a:lnTo>
                    <a:pt x="45100" y="150039"/>
                  </a:lnTo>
                  <a:lnTo>
                    <a:pt x="95839" y="150039"/>
                  </a:lnTo>
                  <a:lnTo>
                    <a:pt x="107819" y="139473"/>
                  </a:lnTo>
                  <a:lnTo>
                    <a:pt x="119799" y="112705"/>
                  </a:lnTo>
                  <a:lnTo>
                    <a:pt x="148692" y="112705"/>
                  </a:lnTo>
                  <a:lnTo>
                    <a:pt x="217048" y="0"/>
                  </a:lnTo>
                  <a:lnTo>
                    <a:pt x="399567" y="0"/>
                  </a:lnTo>
                  <a:lnTo>
                    <a:pt x="372586" y="35225"/>
                  </a:lnTo>
                  <a:lnTo>
                    <a:pt x="364882" y="45082"/>
                  </a:lnTo>
                  <a:lnTo>
                    <a:pt x="258626" y="45082"/>
                  </a:lnTo>
                  <a:lnTo>
                    <a:pt x="218458" y="116932"/>
                  </a:lnTo>
                  <a:lnTo>
                    <a:pt x="499556" y="116932"/>
                  </a:lnTo>
                  <a:lnTo>
                    <a:pt x="510205" y="150744"/>
                  </a:lnTo>
                  <a:lnTo>
                    <a:pt x="564467" y="150744"/>
                  </a:lnTo>
                  <a:lnTo>
                    <a:pt x="565079" y="173989"/>
                  </a:lnTo>
                  <a:lnTo>
                    <a:pt x="565172" y="177511"/>
                  </a:lnTo>
                  <a:lnTo>
                    <a:pt x="585608" y="178216"/>
                  </a:lnTo>
                  <a:lnTo>
                    <a:pt x="604636" y="178216"/>
                  </a:lnTo>
                  <a:lnTo>
                    <a:pt x="604636" y="342344"/>
                  </a:lnTo>
                  <a:lnTo>
                    <a:pt x="564467" y="343048"/>
                  </a:lnTo>
                  <a:lnTo>
                    <a:pt x="563820" y="374747"/>
                  </a:lnTo>
                  <a:lnTo>
                    <a:pt x="563763" y="377565"/>
                  </a:lnTo>
                  <a:lnTo>
                    <a:pt x="512319" y="377565"/>
                  </a:lnTo>
                  <a:lnTo>
                    <a:pt x="497520" y="418421"/>
                  </a:lnTo>
                  <a:lnTo>
                    <a:pt x="469332" y="419125"/>
                  </a:lnTo>
                  <a:lnTo>
                    <a:pt x="467308" y="498724"/>
                  </a:lnTo>
                  <a:lnTo>
                    <a:pt x="467218" y="502246"/>
                  </a:lnTo>
                  <a:lnTo>
                    <a:pt x="448191" y="502246"/>
                  </a:lnTo>
                  <a:lnTo>
                    <a:pt x="441849" y="514925"/>
                  </a:lnTo>
                  <a:lnTo>
                    <a:pt x="441849" y="598046"/>
                  </a:lnTo>
                  <a:lnTo>
                    <a:pt x="408023" y="598750"/>
                  </a:lnTo>
                  <a:lnTo>
                    <a:pt x="409533" y="955887"/>
                  </a:lnTo>
                  <a:lnTo>
                    <a:pt x="409658" y="985473"/>
                  </a:lnTo>
                  <a:lnTo>
                    <a:pt x="409753" y="1008014"/>
                  </a:lnTo>
                  <a:lnTo>
                    <a:pt x="409863" y="1034077"/>
                  </a:lnTo>
                  <a:lnTo>
                    <a:pt x="409985" y="1062958"/>
                  </a:lnTo>
                  <a:lnTo>
                    <a:pt x="410090" y="1087613"/>
                  </a:lnTo>
                  <a:lnTo>
                    <a:pt x="410137" y="1098883"/>
                  </a:lnTo>
                  <a:lnTo>
                    <a:pt x="329800" y="1174255"/>
                  </a:lnTo>
                  <a:close/>
                </a:path>
                <a:path w="605154" h="1174750">
                  <a:moveTo>
                    <a:pt x="499556" y="116932"/>
                  </a:moveTo>
                  <a:lnTo>
                    <a:pt x="401680" y="116932"/>
                  </a:lnTo>
                  <a:lnTo>
                    <a:pt x="364332" y="45786"/>
                  </a:lnTo>
                  <a:lnTo>
                    <a:pt x="364882" y="45082"/>
                  </a:lnTo>
                  <a:lnTo>
                    <a:pt x="365036" y="45082"/>
                  </a:lnTo>
                  <a:lnTo>
                    <a:pt x="372586" y="35225"/>
                  </a:lnTo>
                  <a:lnTo>
                    <a:pt x="399567" y="704"/>
                  </a:lnTo>
                  <a:lnTo>
                    <a:pt x="463695" y="112001"/>
                  </a:lnTo>
                  <a:lnTo>
                    <a:pt x="498225" y="112705"/>
                  </a:lnTo>
                  <a:lnTo>
                    <a:pt x="499556" y="116932"/>
                  </a:lnTo>
                  <a:close/>
                </a:path>
              </a:pathLst>
            </a:custGeom>
            <a:solidFill>
              <a:srgbClr val="FF9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8192485" y="5859495"/>
              <a:ext cx="605790" cy="1175385"/>
            </a:xfrm>
            <a:custGeom>
              <a:avLst/>
              <a:gdLst/>
              <a:ahLst/>
              <a:cxnLst/>
              <a:rect l="l" t="t" r="r" b="b"/>
              <a:pathLst>
                <a:path w="605790" h="1175384">
                  <a:moveTo>
                    <a:pt x="329801" y="1174960"/>
                  </a:moveTo>
                  <a:lnTo>
                    <a:pt x="226914" y="1087613"/>
                  </a:lnTo>
                  <a:lnTo>
                    <a:pt x="263559" y="1062958"/>
                  </a:lnTo>
                  <a:lnTo>
                    <a:pt x="263559" y="1034077"/>
                  </a:lnTo>
                  <a:lnTo>
                    <a:pt x="226914" y="1008014"/>
                  </a:lnTo>
                  <a:lnTo>
                    <a:pt x="263559" y="985473"/>
                  </a:lnTo>
                  <a:lnTo>
                    <a:pt x="257921" y="976316"/>
                  </a:lnTo>
                  <a:lnTo>
                    <a:pt x="226210" y="955888"/>
                  </a:lnTo>
                  <a:lnTo>
                    <a:pt x="220572" y="891082"/>
                  </a:lnTo>
                  <a:lnTo>
                    <a:pt x="216344" y="885446"/>
                  </a:lnTo>
                  <a:lnTo>
                    <a:pt x="264264" y="847408"/>
                  </a:lnTo>
                  <a:lnTo>
                    <a:pt x="264264" y="815005"/>
                  </a:lnTo>
                  <a:lnTo>
                    <a:pt x="226210" y="776967"/>
                  </a:lnTo>
                  <a:lnTo>
                    <a:pt x="263559" y="743155"/>
                  </a:lnTo>
                  <a:lnTo>
                    <a:pt x="263559" y="709343"/>
                  </a:lnTo>
                  <a:lnTo>
                    <a:pt x="226914" y="665670"/>
                  </a:lnTo>
                  <a:lnTo>
                    <a:pt x="219868" y="594524"/>
                  </a:lnTo>
                  <a:lnTo>
                    <a:pt x="175471" y="594524"/>
                  </a:lnTo>
                  <a:lnTo>
                    <a:pt x="175471" y="498724"/>
                  </a:lnTo>
                  <a:lnTo>
                    <a:pt x="149397" y="498724"/>
                  </a:lnTo>
                  <a:lnTo>
                    <a:pt x="149397" y="414899"/>
                  </a:lnTo>
                  <a:lnTo>
                    <a:pt x="119095" y="414899"/>
                  </a:lnTo>
                  <a:lnTo>
                    <a:pt x="105705" y="374747"/>
                  </a:lnTo>
                  <a:lnTo>
                    <a:pt x="45805" y="374747"/>
                  </a:lnTo>
                  <a:lnTo>
                    <a:pt x="45805" y="339527"/>
                  </a:lnTo>
                  <a:lnTo>
                    <a:pt x="0" y="339527"/>
                  </a:lnTo>
                  <a:lnTo>
                    <a:pt x="0" y="173989"/>
                  </a:lnTo>
                  <a:lnTo>
                    <a:pt x="45101" y="173989"/>
                  </a:lnTo>
                  <a:lnTo>
                    <a:pt x="45101" y="150039"/>
                  </a:lnTo>
                  <a:lnTo>
                    <a:pt x="95839" y="150039"/>
                  </a:lnTo>
                  <a:lnTo>
                    <a:pt x="107819" y="139473"/>
                  </a:lnTo>
                  <a:lnTo>
                    <a:pt x="119799" y="112706"/>
                  </a:lnTo>
                  <a:lnTo>
                    <a:pt x="149397" y="112706"/>
                  </a:lnTo>
                  <a:lnTo>
                    <a:pt x="217048" y="0"/>
                  </a:lnTo>
                  <a:lnTo>
                    <a:pt x="399567" y="0"/>
                  </a:lnTo>
                  <a:lnTo>
                    <a:pt x="372586" y="35225"/>
                  </a:lnTo>
                  <a:lnTo>
                    <a:pt x="364882" y="45082"/>
                  </a:lnTo>
                  <a:lnTo>
                    <a:pt x="258626" y="45082"/>
                  </a:lnTo>
                  <a:lnTo>
                    <a:pt x="218458" y="116932"/>
                  </a:lnTo>
                  <a:lnTo>
                    <a:pt x="499557" y="116932"/>
                  </a:lnTo>
                  <a:lnTo>
                    <a:pt x="510206" y="150744"/>
                  </a:lnTo>
                  <a:lnTo>
                    <a:pt x="564467" y="150744"/>
                  </a:lnTo>
                  <a:lnTo>
                    <a:pt x="565079" y="173989"/>
                  </a:lnTo>
                  <a:lnTo>
                    <a:pt x="565172" y="177512"/>
                  </a:lnTo>
                  <a:lnTo>
                    <a:pt x="585609" y="178216"/>
                  </a:lnTo>
                  <a:lnTo>
                    <a:pt x="605341" y="178216"/>
                  </a:lnTo>
                  <a:lnTo>
                    <a:pt x="605341" y="342344"/>
                  </a:lnTo>
                  <a:lnTo>
                    <a:pt x="564467" y="343049"/>
                  </a:lnTo>
                  <a:lnTo>
                    <a:pt x="563820" y="374747"/>
                  </a:lnTo>
                  <a:lnTo>
                    <a:pt x="563763" y="377565"/>
                  </a:lnTo>
                  <a:lnTo>
                    <a:pt x="512319" y="377565"/>
                  </a:lnTo>
                  <a:lnTo>
                    <a:pt x="497521" y="418421"/>
                  </a:lnTo>
                  <a:lnTo>
                    <a:pt x="469333" y="419125"/>
                  </a:lnTo>
                  <a:lnTo>
                    <a:pt x="467308" y="498724"/>
                  </a:lnTo>
                  <a:lnTo>
                    <a:pt x="467218" y="502246"/>
                  </a:lnTo>
                  <a:lnTo>
                    <a:pt x="448192" y="502246"/>
                  </a:lnTo>
                  <a:lnTo>
                    <a:pt x="443259" y="509290"/>
                  </a:lnTo>
                  <a:lnTo>
                    <a:pt x="443259" y="598750"/>
                  </a:lnTo>
                  <a:lnTo>
                    <a:pt x="408024" y="598750"/>
                  </a:lnTo>
                  <a:lnTo>
                    <a:pt x="409533" y="955888"/>
                  </a:lnTo>
                  <a:lnTo>
                    <a:pt x="409658" y="985473"/>
                  </a:lnTo>
                  <a:lnTo>
                    <a:pt x="409753" y="1008014"/>
                  </a:lnTo>
                  <a:lnTo>
                    <a:pt x="409863" y="1034077"/>
                  </a:lnTo>
                  <a:lnTo>
                    <a:pt x="409985" y="1062958"/>
                  </a:lnTo>
                  <a:lnTo>
                    <a:pt x="410090" y="1087613"/>
                  </a:lnTo>
                  <a:lnTo>
                    <a:pt x="410137" y="1098883"/>
                  </a:lnTo>
                  <a:lnTo>
                    <a:pt x="329801" y="1174960"/>
                  </a:lnTo>
                  <a:close/>
                </a:path>
                <a:path w="605790" h="1175384">
                  <a:moveTo>
                    <a:pt x="499557" y="116932"/>
                  </a:moveTo>
                  <a:lnTo>
                    <a:pt x="401681" y="116932"/>
                  </a:lnTo>
                  <a:lnTo>
                    <a:pt x="364332" y="45786"/>
                  </a:lnTo>
                  <a:lnTo>
                    <a:pt x="364882" y="45082"/>
                  </a:lnTo>
                  <a:lnTo>
                    <a:pt x="365036" y="45082"/>
                  </a:lnTo>
                  <a:lnTo>
                    <a:pt x="372586" y="35225"/>
                  </a:lnTo>
                  <a:lnTo>
                    <a:pt x="399567" y="704"/>
                  </a:lnTo>
                  <a:lnTo>
                    <a:pt x="464400" y="112001"/>
                  </a:lnTo>
                  <a:lnTo>
                    <a:pt x="498226" y="112706"/>
                  </a:lnTo>
                  <a:lnTo>
                    <a:pt x="499557" y="116932"/>
                  </a:lnTo>
                  <a:close/>
                </a:path>
              </a:pathLst>
            </a:custGeom>
            <a:solidFill>
              <a:srgbClr val="BF7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8277050" y="6048278"/>
              <a:ext cx="427990" cy="134620"/>
            </a:xfrm>
            <a:custGeom>
              <a:avLst/>
              <a:gdLst/>
              <a:ahLst/>
              <a:cxnLst/>
              <a:rect l="l" t="t" r="r" b="b"/>
              <a:pathLst>
                <a:path w="427990" h="134620">
                  <a:moveTo>
                    <a:pt x="34530" y="134542"/>
                  </a:moveTo>
                  <a:lnTo>
                    <a:pt x="0" y="69736"/>
                  </a:lnTo>
                  <a:lnTo>
                    <a:pt x="37349" y="0"/>
                  </a:lnTo>
                  <a:lnTo>
                    <a:pt x="427755" y="0"/>
                  </a:lnTo>
                  <a:lnTo>
                    <a:pt x="424232" y="4930"/>
                  </a:lnTo>
                  <a:lnTo>
                    <a:pt x="41577" y="4930"/>
                  </a:lnTo>
                  <a:lnTo>
                    <a:pt x="7046" y="69736"/>
                  </a:lnTo>
                  <a:lnTo>
                    <a:pt x="40872" y="130316"/>
                  </a:lnTo>
                  <a:lnTo>
                    <a:pt x="34530" y="134542"/>
                  </a:lnTo>
                  <a:close/>
                </a:path>
              </a:pathLst>
            </a:custGeom>
            <a:solidFill>
              <a:srgbClr val="BF7F3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8240395" y="6001092"/>
              <a:ext cx="514350" cy="1005205"/>
            </a:xfrm>
            <a:custGeom>
              <a:avLst/>
              <a:gdLst/>
              <a:ahLst/>
              <a:cxnLst/>
              <a:rect l="l" t="t" r="r" b="b"/>
              <a:pathLst>
                <a:path w="514350" h="1005204">
                  <a:moveTo>
                    <a:pt x="248056" y="362064"/>
                  </a:moveTo>
                  <a:lnTo>
                    <a:pt x="234670" y="381787"/>
                  </a:lnTo>
                  <a:lnTo>
                    <a:pt x="236080" y="993927"/>
                  </a:lnTo>
                  <a:lnTo>
                    <a:pt x="247357" y="1003782"/>
                  </a:lnTo>
                  <a:lnTo>
                    <a:pt x="248056" y="362064"/>
                  </a:lnTo>
                  <a:close/>
                </a:path>
                <a:path w="514350" h="1005204">
                  <a:moveTo>
                    <a:pt x="320649" y="994625"/>
                  </a:moveTo>
                  <a:lnTo>
                    <a:pt x="318528" y="378968"/>
                  </a:lnTo>
                  <a:lnTo>
                    <a:pt x="308660" y="429691"/>
                  </a:lnTo>
                  <a:lnTo>
                    <a:pt x="310070" y="1005192"/>
                  </a:lnTo>
                  <a:lnTo>
                    <a:pt x="320649" y="994625"/>
                  </a:lnTo>
                  <a:close/>
                </a:path>
                <a:path w="514350" h="1005204">
                  <a:moveTo>
                    <a:pt x="451726" y="0"/>
                  </a:moveTo>
                  <a:lnTo>
                    <a:pt x="50749" y="0"/>
                  </a:lnTo>
                  <a:lnTo>
                    <a:pt x="50749" y="7035"/>
                  </a:lnTo>
                  <a:lnTo>
                    <a:pt x="451726" y="7035"/>
                  </a:lnTo>
                  <a:lnTo>
                    <a:pt x="451726" y="0"/>
                  </a:lnTo>
                  <a:close/>
                </a:path>
                <a:path w="514350" h="1005204">
                  <a:moveTo>
                    <a:pt x="498233" y="110591"/>
                  </a:moveTo>
                  <a:lnTo>
                    <a:pt x="463702" y="46482"/>
                  </a:lnTo>
                  <a:lnTo>
                    <a:pt x="457352" y="50711"/>
                  </a:lnTo>
                  <a:lnTo>
                    <a:pt x="491185" y="110591"/>
                  </a:lnTo>
                  <a:lnTo>
                    <a:pt x="456653" y="176098"/>
                  </a:lnTo>
                  <a:lnTo>
                    <a:pt x="74002" y="176098"/>
                  </a:lnTo>
                  <a:lnTo>
                    <a:pt x="70472" y="181025"/>
                  </a:lnTo>
                  <a:lnTo>
                    <a:pt x="460883" y="181025"/>
                  </a:lnTo>
                  <a:lnTo>
                    <a:pt x="498233" y="110591"/>
                  </a:lnTo>
                  <a:close/>
                </a:path>
                <a:path w="514350" h="1005204">
                  <a:moveTo>
                    <a:pt x="513740" y="26758"/>
                  </a:moveTo>
                  <a:lnTo>
                    <a:pt x="0" y="26758"/>
                  </a:lnTo>
                  <a:lnTo>
                    <a:pt x="0" y="33108"/>
                  </a:lnTo>
                  <a:lnTo>
                    <a:pt x="513740" y="33108"/>
                  </a:lnTo>
                  <a:lnTo>
                    <a:pt x="513740" y="26758"/>
                  </a:lnTo>
                  <a:close/>
                </a:path>
              </a:pathLst>
            </a:custGeom>
            <a:solidFill>
              <a:srgbClr val="FF9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8239696" y="6200432"/>
              <a:ext cx="516890" cy="833119"/>
            </a:xfrm>
            <a:custGeom>
              <a:avLst/>
              <a:gdLst/>
              <a:ahLst/>
              <a:cxnLst/>
              <a:rect l="l" t="t" r="r" b="b"/>
              <a:pathLst>
                <a:path w="516890" h="833120">
                  <a:moveTo>
                    <a:pt x="319227" y="181038"/>
                  </a:moveTo>
                  <a:lnTo>
                    <a:pt x="279768" y="249364"/>
                  </a:lnTo>
                  <a:lnTo>
                    <a:pt x="282587" y="832624"/>
                  </a:lnTo>
                  <a:lnTo>
                    <a:pt x="294563" y="820648"/>
                  </a:lnTo>
                  <a:lnTo>
                    <a:pt x="294563" y="259930"/>
                  </a:lnTo>
                  <a:lnTo>
                    <a:pt x="310070" y="223304"/>
                  </a:lnTo>
                  <a:lnTo>
                    <a:pt x="319227" y="181038"/>
                  </a:lnTo>
                  <a:close/>
                </a:path>
                <a:path w="516890" h="833120">
                  <a:moveTo>
                    <a:pt x="403796" y="157086"/>
                  </a:moveTo>
                  <a:lnTo>
                    <a:pt x="128257" y="157086"/>
                  </a:lnTo>
                  <a:lnTo>
                    <a:pt x="128257" y="168363"/>
                  </a:lnTo>
                  <a:lnTo>
                    <a:pt x="156438" y="168363"/>
                  </a:lnTo>
                  <a:lnTo>
                    <a:pt x="156438" y="233172"/>
                  </a:lnTo>
                  <a:lnTo>
                    <a:pt x="174764" y="255003"/>
                  </a:lnTo>
                  <a:lnTo>
                    <a:pt x="180403" y="186677"/>
                  </a:lnTo>
                  <a:lnTo>
                    <a:pt x="235369" y="186677"/>
                  </a:lnTo>
                  <a:lnTo>
                    <a:pt x="248056" y="168363"/>
                  </a:lnTo>
                  <a:lnTo>
                    <a:pt x="396748" y="168363"/>
                  </a:lnTo>
                  <a:lnTo>
                    <a:pt x="403796" y="157086"/>
                  </a:lnTo>
                  <a:close/>
                </a:path>
                <a:path w="516890" h="833120">
                  <a:moveTo>
                    <a:pt x="421411" y="77495"/>
                  </a:moveTo>
                  <a:lnTo>
                    <a:pt x="105702" y="77495"/>
                  </a:lnTo>
                  <a:lnTo>
                    <a:pt x="105702" y="91579"/>
                  </a:lnTo>
                  <a:lnTo>
                    <a:pt x="421411" y="91579"/>
                  </a:lnTo>
                  <a:lnTo>
                    <a:pt x="421411" y="77495"/>
                  </a:lnTo>
                  <a:close/>
                </a:path>
                <a:path w="516890" h="833120">
                  <a:moveTo>
                    <a:pt x="466509" y="32410"/>
                  </a:moveTo>
                  <a:lnTo>
                    <a:pt x="59194" y="33108"/>
                  </a:lnTo>
                  <a:lnTo>
                    <a:pt x="62712" y="45796"/>
                  </a:lnTo>
                  <a:lnTo>
                    <a:pt x="462280" y="45085"/>
                  </a:lnTo>
                  <a:lnTo>
                    <a:pt x="466509" y="32410"/>
                  </a:lnTo>
                  <a:close/>
                </a:path>
                <a:path w="516890" h="833120">
                  <a:moveTo>
                    <a:pt x="516547" y="0"/>
                  </a:moveTo>
                  <a:lnTo>
                    <a:pt x="0" y="0"/>
                  </a:lnTo>
                  <a:lnTo>
                    <a:pt x="0" y="15506"/>
                  </a:lnTo>
                  <a:lnTo>
                    <a:pt x="516547" y="15506"/>
                  </a:lnTo>
                  <a:lnTo>
                    <a:pt x="516547" y="0"/>
                  </a:lnTo>
                  <a:close/>
                </a:path>
              </a:pathLst>
            </a:custGeom>
            <a:solidFill>
              <a:srgbClr val="BF7F3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3" name="object 43"/>
          <p:cNvSpPr txBox="1"/>
          <p:nvPr/>
        </p:nvSpPr>
        <p:spPr>
          <a:xfrm>
            <a:off x="3738603" y="4787121"/>
            <a:ext cx="1189990" cy="550545"/>
          </a:xfrm>
          <a:prstGeom prst="rect">
            <a:avLst/>
          </a:prstGeom>
          <a:solidFill>
            <a:srgbClr val="00FCD6"/>
          </a:solidFill>
          <a:ln w="13146">
            <a:solidFill>
              <a:srgbClr val="929292"/>
            </a:solidFill>
          </a:ln>
        </p:spPr>
        <p:txBody>
          <a:bodyPr wrap="square" lIns="0" tIns="53975" rIns="0" bIns="0" rtlCol="0" vert="horz">
            <a:spAutoFit/>
          </a:bodyPr>
          <a:lstStyle/>
          <a:p>
            <a:pPr marL="144145">
              <a:lnSpc>
                <a:spcPct val="100000"/>
              </a:lnSpc>
              <a:spcBef>
                <a:spcPts val="425"/>
              </a:spcBef>
            </a:pPr>
            <a:r>
              <a:rPr dirty="0" sz="2900" spc="-10">
                <a:latin typeface="Times New Roman"/>
                <a:cs typeface="Times New Roman"/>
              </a:rPr>
              <a:t>11001</a:t>
            </a:r>
            <a:endParaRPr sz="2900">
              <a:latin typeface="Times New Roman"/>
              <a:cs typeface="Times New Roman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1262508" y="6289100"/>
            <a:ext cx="1189990" cy="550545"/>
          </a:xfrm>
          <a:prstGeom prst="rect">
            <a:avLst/>
          </a:prstGeom>
          <a:solidFill>
            <a:srgbClr val="FFFFFF"/>
          </a:solidFill>
          <a:ln w="13146">
            <a:solidFill>
              <a:srgbClr val="929292"/>
            </a:solidFill>
          </a:ln>
        </p:spPr>
        <p:txBody>
          <a:bodyPr wrap="square" lIns="0" tIns="53975" rIns="0" bIns="0" rtlCol="0" vert="horz">
            <a:spAutoFit/>
          </a:bodyPr>
          <a:lstStyle/>
          <a:p>
            <a:pPr marL="144145">
              <a:lnSpc>
                <a:spcPct val="100000"/>
              </a:lnSpc>
              <a:spcBef>
                <a:spcPts val="425"/>
              </a:spcBef>
            </a:pPr>
            <a:r>
              <a:rPr dirty="0" sz="2900" spc="-10">
                <a:solidFill>
                  <a:srgbClr val="FF0000"/>
                </a:solidFill>
                <a:latin typeface="Times New Roman"/>
                <a:cs typeface="Times New Roman"/>
              </a:rPr>
              <a:t>01011</a:t>
            </a:r>
            <a:endParaRPr sz="2900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5881157" y="4787121"/>
            <a:ext cx="1189990" cy="550545"/>
          </a:xfrm>
          <a:prstGeom prst="rect">
            <a:avLst/>
          </a:prstGeom>
          <a:solidFill>
            <a:srgbClr val="00FCD6"/>
          </a:solidFill>
          <a:ln w="13146">
            <a:solidFill>
              <a:srgbClr val="929292"/>
            </a:solidFill>
          </a:ln>
        </p:spPr>
        <p:txBody>
          <a:bodyPr wrap="square" lIns="0" tIns="53975" rIns="0" bIns="0" rtlCol="0" vert="horz">
            <a:spAutoFit/>
          </a:bodyPr>
          <a:lstStyle/>
          <a:p>
            <a:pPr marL="144145">
              <a:lnSpc>
                <a:spcPct val="100000"/>
              </a:lnSpc>
              <a:spcBef>
                <a:spcPts val="425"/>
              </a:spcBef>
            </a:pPr>
            <a:r>
              <a:rPr dirty="0" sz="2900" spc="-10">
                <a:latin typeface="Times New Roman"/>
                <a:cs typeface="Times New Roman"/>
              </a:rPr>
              <a:t>11001</a:t>
            </a:r>
            <a:endParaRPr sz="2900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7761262" y="4748458"/>
            <a:ext cx="389255" cy="5937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700" spc="-50">
                <a:latin typeface="Symbol"/>
                <a:cs typeface="Symbol"/>
              </a:rPr>
              <a:t></a:t>
            </a:r>
            <a:endParaRPr sz="3700">
              <a:latin typeface="Symbol"/>
              <a:cs typeface="Symbol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8805807" y="4696740"/>
            <a:ext cx="1201420" cy="563880"/>
            <a:chOff x="8805807" y="4696740"/>
            <a:chExt cx="1201420" cy="563880"/>
          </a:xfrm>
        </p:grpSpPr>
        <p:sp>
          <p:nvSpPr>
            <p:cNvPr id="48" name="object 48"/>
            <p:cNvSpPr/>
            <p:nvPr/>
          </p:nvSpPr>
          <p:spPr>
            <a:xfrm>
              <a:off x="8812379" y="4703314"/>
              <a:ext cx="1188085" cy="550545"/>
            </a:xfrm>
            <a:custGeom>
              <a:avLst/>
              <a:gdLst/>
              <a:ahLst/>
              <a:cxnLst/>
              <a:rect l="l" t="t" r="r" b="b"/>
              <a:pathLst>
                <a:path w="1188084" h="550545">
                  <a:moveTo>
                    <a:pt x="1187934" y="0"/>
                  </a:moveTo>
                  <a:lnTo>
                    <a:pt x="0" y="0"/>
                  </a:lnTo>
                  <a:lnTo>
                    <a:pt x="0" y="550507"/>
                  </a:lnTo>
                  <a:lnTo>
                    <a:pt x="1187934" y="550507"/>
                  </a:lnTo>
                  <a:lnTo>
                    <a:pt x="1187934" y="0"/>
                  </a:lnTo>
                  <a:close/>
                </a:path>
              </a:pathLst>
            </a:custGeom>
            <a:solidFill>
              <a:srgbClr val="00FCD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/>
            <p:cNvSpPr/>
            <p:nvPr/>
          </p:nvSpPr>
          <p:spPr>
            <a:xfrm>
              <a:off x="8812380" y="4703313"/>
              <a:ext cx="1188085" cy="550545"/>
            </a:xfrm>
            <a:custGeom>
              <a:avLst/>
              <a:gdLst/>
              <a:ahLst/>
              <a:cxnLst/>
              <a:rect l="l" t="t" r="r" b="b"/>
              <a:pathLst>
                <a:path w="1188084" h="550545">
                  <a:moveTo>
                    <a:pt x="0" y="0"/>
                  </a:moveTo>
                  <a:lnTo>
                    <a:pt x="1187934" y="0"/>
                  </a:lnTo>
                  <a:lnTo>
                    <a:pt x="1187934" y="550507"/>
                  </a:lnTo>
                  <a:lnTo>
                    <a:pt x="0" y="550507"/>
                  </a:lnTo>
                  <a:lnTo>
                    <a:pt x="0" y="0"/>
                  </a:lnTo>
                  <a:close/>
                </a:path>
              </a:pathLst>
            </a:custGeom>
            <a:ln w="13146">
              <a:solidFill>
                <a:srgbClr val="92929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0" name="object 50"/>
          <p:cNvSpPr txBox="1"/>
          <p:nvPr/>
        </p:nvSpPr>
        <p:spPr>
          <a:xfrm>
            <a:off x="8936218" y="4745008"/>
            <a:ext cx="945515" cy="46735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900" spc="-10">
                <a:latin typeface="Times New Roman"/>
                <a:cs typeface="Times New Roman"/>
              </a:rPr>
              <a:t>10010</a:t>
            </a:r>
            <a:endParaRPr sz="2900">
              <a:latin typeface="Times New Roman"/>
              <a:cs typeface="Times New Roman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6464443" y="6223368"/>
            <a:ext cx="1189990" cy="550545"/>
          </a:xfrm>
          <a:prstGeom prst="rect">
            <a:avLst/>
          </a:prstGeom>
          <a:solidFill>
            <a:srgbClr val="FFFFFF"/>
          </a:solidFill>
          <a:ln w="13146">
            <a:solidFill>
              <a:srgbClr val="929292"/>
            </a:solidFill>
          </a:ln>
        </p:spPr>
        <p:txBody>
          <a:bodyPr wrap="square" lIns="0" tIns="53975" rIns="0" bIns="0" rtlCol="0" vert="horz">
            <a:spAutoFit/>
          </a:bodyPr>
          <a:lstStyle/>
          <a:p>
            <a:pPr marL="144145">
              <a:lnSpc>
                <a:spcPct val="100000"/>
              </a:lnSpc>
              <a:spcBef>
                <a:spcPts val="425"/>
              </a:spcBef>
            </a:pPr>
            <a:r>
              <a:rPr dirty="0" sz="2900" spc="-10">
                <a:solidFill>
                  <a:srgbClr val="FF0000"/>
                </a:solidFill>
                <a:latin typeface="Times New Roman"/>
                <a:cs typeface="Times New Roman"/>
              </a:rPr>
              <a:t>01011</a:t>
            </a:r>
            <a:endParaRPr sz="2900">
              <a:latin typeface="Times New Roman"/>
              <a:cs typeface="Times New Roman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5310801" y="5041951"/>
            <a:ext cx="271145" cy="46735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900" spc="-50">
                <a:latin typeface="Times New Roman"/>
                <a:cs typeface="Times New Roman"/>
              </a:rPr>
              <a:t>C</a:t>
            </a:r>
            <a:endParaRPr sz="2900">
              <a:latin typeface="Times New Roman"/>
              <a:cs typeface="Times New Roman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9242206" y="4110199"/>
            <a:ext cx="217804" cy="46735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2900" spc="-50">
                <a:solidFill>
                  <a:srgbClr val="FFFFFF"/>
                </a:solidFill>
                <a:latin typeface="Times New Roman"/>
                <a:cs typeface="Times New Roman"/>
              </a:rPr>
              <a:t>P</a:t>
            </a:r>
            <a:endParaRPr sz="2900">
              <a:latin typeface="Times New Roman"/>
              <a:cs typeface="Times New Roman"/>
            </a:endParaRPr>
          </a:p>
        </p:txBody>
      </p:sp>
      <p:pic>
        <p:nvPicPr>
          <p:cNvPr id="54" name="object 5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5141" y="228600"/>
            <a:ext cx="1210937" cy="1663023"/>
          </a:xfrm>
          <a:prstGeom prst="rect">
            <a:avLst/>
          </a:prstGeom>
        </p:spPr>
      </p:pic>
      <p:pic>
        <p:nvPicPr>
          <p:cNvPr id="55" name="object 5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718726" y="228600"/>
            <a:ext cx="1324307" cy="1820779"/>
          </a:xfrm>
          <a:prstGeom prst="rect">
            <a:avLst/>
          </a:prstGeom>
        </p:spPr>
      </p:pic>
      <p:sp>
        <p:nvSpPr>
          <p:cNvPr id="56" name="object 56" descr="$PPTXTitle"/>
          <p:cNvSpPr txBox="1">
            <a:spLocks noGrp="1"/>
          </p:cNvSpPr>
          <p:nvPr>
            <p:ph type="title"/>
          </p:nvPr>
        </p:nvSpPr>
        <p:spPr>
          <a:xfrm>
            <a:off x="2190626" y="140801"/>
            <a:ext cx="2700020" cy="530225"/>
          </a:xfrm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3300" spc="-35"/>
              <a:t>Vernam</a:t>
            </a:r>
            <a:r>
              <a:rPr dirty="0" sz="3300" spc="-170"/>
              <a:t> </a:t>
            </a:r>
            <a:r>
              <a:rPr dirty="0" sz="3300" spc="-10"/>
              <a:t>scheme</a:t>
            </a:r>
            <a:endParaRPr sz="3300"/>
          </a:p>
        </p:txBody>
      </p:sp>
      <p:sp>
        <p:nvSpPr>
          <p:cNvPr id="57" name="object 57"/>
          <p:cNvSpPr txBox="1"/>
          <p:nvPr/>
        </p:nvSpPr>
        <p:spPr>
          <a:xfrm>
            <a:off x="6863156" y="86712"/>
            <a:ext cx="1548130" cy="1073785"/>
          </a:xfrm>
          <a:prstGeom prst="rect">
            <a:avLst/>
          </a:prstGeom>
        </p:spPr>
        <p:txBody>
          <a:bodyPr wrap="square" lIns="0" tIns="67945" rIns="0" bIns="0" rtlCol="0" vert="horz">
            <a:spAutoFit/>
          </a:bodyPr>
          <a:lstStyle/>
          <a:p>
            <a:pPr algn="r" marR="54610">
              <a:lnSpc>
                <a:spcPct val="100000"/>
              </a:lnSpc>
              <a:spcBef>
                <a:spcPts val="535"/>
              </a:spcBef>
            </a:pPr>
            <a:r>
              <a:rPr dirty="0" sz="3300" spc="-10">
                <a:latin typeface="Times New Roman"/>
                <a:cs typeface="Times New Roman"/>
              </a:rPr>
              <a:t>Shannon</a:t>
            </a:r>
            <a:endParaRPr sz="3300">
              <a:latin typeface="Times New Roman"/>
              <a:cs typeface="Times New Roman"/>
            </a:endParaRPr>
          </a:p>
          <a:p>
            <a:pPr algn="r" marR="5080">
              <a:lnSpc>
                <a:spcPct val="100000"/>
              </a:lnSpc>
              <a:spcBef>
                <a:spcPts val="375"/>
              </a:spcBef>
            </a:pPr>
            <a:r>
              <a:rPr dirty="0" sz="2900" spc="-10">
                <a:latin typeface="Times New Roman"/>
                <a:cs typeface="Times New Roman"/>
              </a:rPr>
              <a:t>(1948)</a:t>
            </a:r>
            <a:endParaRPr sz="2900">
              <a:latin typeface="Times New Roman"/>
              <a:cs typeface="Times New Roman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2064767" y="692951"/>
            <a:ext cx="6598920" cy="26238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38430">
              <a:lnSpc>
                <a:spcPct val="100000"/>
              </a:lnSpc>
              <a:spcBef>
                <a:spcPts val="95"/>
              </a:spcBef>
            </a:pPr>
            <a:r>
              <a:rPr dirty="0" sz="2900" spc="-10">
                <a:latin typeface="Times New Roman"/>
                <a:cs typeface="Times New Roman"/>
              </a:rPr>
              <a:t>(1917)</a:t>
            </a:r>
            <a:endParaRPr sz="2900">
              <a:latin typeface="Times New Roman"/>
              <a:cs typeface="Times New Roman"/>
            </a:endParaRPr>
          </a:p>
          <a:p>
            <a:pPr marL="138430">
              <a:lnSpc>
                <a:spcPts val="3940"/>
              </a:lnSpc>
              <a:spcBef>
                <a:spcPts val="160"/>
              </a:spcBef>
            </a:pPr>
            <a:r>
              <a:rPr dirty="0" sz="3300">
                <a:latin typeface="Times New Roman"/>
                <a:cs typeface="Times New Roman"/>
              </a:rPr>
              <a:t>Mauborgne:</a:t>
            </a:r>
            <a:r>
              <a:rPr dirty="0" sz="3300" spc="-30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one</a:t>
            </a:r>
            <a:r>
              <a:rPr dirty="0" sz="3300" spc="-30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time</a:t>
            </a:r>
            <a:r>
              <a:rPr dirty="0" sz="3300" spc="-25">
                <a:latin typeface="Times New Roman"/>
                <a:cs typeface="Times New Roman"/>
              </a:rPr>
              <a:t> pad</a:t>
            </a:r>
            <a:endParaRPr sz="3300">
              <a:latin typeface="Times New Roman"/>
              <a:cs typeface="Times New Roman"/>
            </a:endParaRPr>
          </a:p>
          <a:p>
            <a:pPr marL="230504">
              <a:lnSpc>
                <a:spcPts val="3460"/>
              </a:lnSpc>
            </a:pPr>
            <a:r>
              <a:rPr dirty="0" sz="2900" spc="-10">
                <a:latin typeface="Times New Roman"/>
                <a:cs typeface="Times New Roman"/>
              </a:rPr>
              <a:t>(1917+x)</a:t>
            </a:r>
            <a:endParaRPr sz="2900">
              <a:latin typeface="Times New Roman"/>
              <a:cs typeface="Times New Roman"/>
            </a:endParaRPr>
          </a:p>
          <a:p>
            <a:pPr marL="12700" marR="5080">
              <a:lnSpc>
                <a:spcPct val="121100"/>
              </a:lnSpc>
              <a:spcBef>
                <a:spcPts val="995"/>
              </a:spcBef>
            </a:pPr>
            <a:r>
              <a:rPr dirty="0" sz="2900">
                <a:latin typeface="Times New Roman"/>
                <a:cs typeface="Times New Roman"/>
              </a:rPr>
              <a:t>key</a:t>
            </a:r>
            <a:r>
              <a:rPr dirty="0" sz="2900" spc="-35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is</a:t>
            </a:r>
            <a:r>
              <a:rPr dirty="0" sz="2900" spc="-30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random</a:t>
            </a:r>
            <a:r>
              <a:rPr dirty="0" sz="2900" spc="-35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string,</a:t>
            </a:r>
            <a:r>
              <a:rPr dirty="0" sz="2900" spc="-30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as</a:t>
            </a:r>
            <a:r>
              <a:rPr dirty="0" sz="2900" spc="-35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long</a:t>
            </a:r>
            <a:r>
              <a:rPr dirty="0" sz="2900" spc="-30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as</a:t>
            </a:r>
            <a:r>
              <a:rPr dirty="0" sz="2900" spc="-35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the</a:t>
            </a:r>
            <a:r>
              <a:rPr dirty="0" sz="2900" spc="-30">
                <a:latin typeface="Times New Roman"/>
                <a:cs typeface="Times New Roman"/>
              </a:rPr>
              <a:t> </a:t>
            </a:r>
            <a:r>
              <a:rPr dirty="0" sz="2900" spc="-10">
                <a:latin typeface="Times New Roman"/>
                <a:cs typeface="Times New Roman"/>
              </a:rPr>
              <a:t>plaintext </a:t>
            </a:r>
            <a:r>
              <a:rPr dirty="0" sz="2900">
                <a:latin typeface="Times New Roman"/>
                <a:cs typeface="Times New Roman"/>
              </a:rPr>
              <a:t>information</a:t>
            </a:r>
            <a:r>
              <a:rPr dirty="0" sz="2900" spc="-40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theoretic</a:t>
            </a:r>
            <a:r>
              <a:rPr dirty="0" sz="2900" spc="-40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proof</a:t>
            </a:r>
            <a:r>
              <a:rPr dirty="0" sz="2900" spc="-35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of</a:t>
            </a:r>
            <a:r>
              <a:rPr dirty="0" sz="2900" spc="-40">
                <a:latin typeface="Times New Roman"/>
                <a:cs typeface="Times New Roman"/>
              </a:rPr>
              <a:t> </a:t>
            </a:r>
            <a:r>
              <a:rPr dirty="0" sz="2900" spc="-10">
                <a:latin typeface="Times New Roman"/>
                <a:cs typeface="Times New Roman"/>
              </a:rPr>
              <a:t>security</a:t>
            </a:r>
            <a:endParaRPr sz="2900">
              <a:latin typeface="Times New Roman"/>
              <a:cs typeface="Times New Roman"/>
            </a:endParaRPr>
          </a:p>
        </p:txBody>
      </p:sp>
      <p:pic>
        <p:nvPicPr>
          <p:cNvPr id="59" name="object 5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51289" y="1986934"/>
            <a:ext cx="1183004" cy="1493762"/>
          </a:xfrm>
          <a:prstGeom prst="rect">
            <a:avLst/>
          </a:prstGeom>
        </p:spPr>
      </p:pic>
      <p:sp>
        <p:nvSpPr>
          <p:cNvPr id="60" name="object 60"/>
          <p:cNvSpPr txBox="1"/>
          <p:nvPr/>
        </p:nvSpPr>
        <p:spPr>
          <a:xfrm>
            <a:off x="628285" y="3843866"/>
            <a:ext cx="4429760" cy="3370579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wrap="square" lIns="0" tIns="278765" rIns="0" bIns="0" rtlCol="0" vert="horz">
            <a:spAutoFit/>
          </a:bodyPr>
          <a:lstStyle/>
          <a:p>
            <a:pPr marL="340995">
              <a:lnSpc>
                <a:spcPct val="100000"/>
              </a:lnSpc>
              <a:spcBef>
                <a:spcPts val="2195"/>
              </a:spcBef>
              <a:tabLst>
                <a:tab pos="3546475" algn="l"/>
              </a:tabLst>
            </a:pPr>
            <a:r>
              <a:rPr dirty="0" sz="2900" spc="-50">
                <a:solidFill>
                  <a:srgbClr val="FFFFFF"/>
                </a:solidFill>
                <a:latin typeface="Times New Roman"/>
                <a:cs typeface="Times New Roman"/>
              </a:rPr>
              <a:t>P</a:t>
            </a:r>
            <a:r>
              <a:rPr dirty="0" sz="290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dirty="0" sz="2900" spc="-50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endParaRPr sz="2900">
              <a:latin typeface="Times New Roman"/>
              <a:cs typeface="Times New Roman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6301123" y="4110199"/>
            <a:ext cx="258445" cy="46735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2900" spc="-50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endParaRPr sz="29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447387" y="1500517"/>
            <a:ext cx="4636770" cy="3015615"/>
            <a:chOff x="5447387" y="1500517"/>
            <a:chExt cx="4636770" cy="3015615"/>
          </a:xfrm>
        </p:grpSpPr>
        <p:sp>
          <p:nvSpPr>
            <p:cNvPr id="3" name="object 3"/>
            <p:cNvSpPr/>
            <p:nvPr/>
          </p:nvSpPr>
          <p:spPr>
            <a:xfrm>
              <a:off x="5452316" y="1505447"/>
              <a:ext cx="4627245" cy="3006090"/>
            </a:xfrm>
            <a:custGeom>
              <a:avLst/>
              <a:gdLst/>
              <a:ahLst/>
              <a:cxnLst/>
              <a:rect l="l" t="t" r="r" b="b"/>
              <a:pathLst>
                <a:path w="4627245" h="3006090">
                  <a:moveTo>
                    <a:pt x="4626864" y="0"/>
                  </a:moveTo>
                  <a:lnTo>
                    <a:pt x="0" y="0"/>
                  </a:lnTo>
                  <a:lnTo>
                    <a:pt x="0" y="3005599"/>
                  </a:lnTo>
                  <a:lnTo>
                    <a:pt x="4626864" y="3005599"/>
                  </a:lnTo>
                  <a:lnTo>
                    <a:pt x="4626864" y="0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5452317" y="1505446"/>
              <a:ext cx="4627245" cy="3006090"/>
            </a:xfrm>
            <a:custGeom>
              <a:avLst/>
              <a:gdLst/>
              <a:ahLst/>
              <a:cxnLst/>
              <a:rect l="l" t="t" r="r" b="b"/>
              <a:pathLst>
                <a:path w="4627245" h="3006090">
                  <a:moveTo>
                    <a:pt x="0" y="0"/>
                  </a:moveTo>
                  <a:lnTo>
                    <a:pt x="4626863" y="0"/>
                  </a:lnTo>
                  <a:lnTo>
                    <a:pt x="4626863" y="3005600"/>
                  </a:lnTo>
                  <a:lnTo>
                    <a:pt x="0" y="3005600"/>
                  </a:lnTo>
                  <a:lnTo>
                    <a:pt x="0" y="0"/>
                  </a:lnTo>
                  <a:close/>
                </a:path>
              </a:pathLst>
            </a:custGeom>
            <a:ln w="98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64726" y="1929418"/>
              <a:ext cx="3848051" cy="2063988"/>
            </a:xfrm>
            <a:prstGeom prst="rect">
              <a:avLst/>
            </a:prstGeom>
          </p:spPr>
        </p:pic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3702924" y="506435"/>
            <a:ext cx="3767454" cy="72009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Vernam</a:t>
            </a:r>
            <a:r>
              <a:rPr dirty="0" spc="-35"/>
              <a:t> </a:t>
            </a:r>
            <a:r>
              <a:rPr dirty="0" spc="-10"/>
              <a:t>scheme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680"/>
              </a:lnSpc>
            </a:pPr>
            <a:fld id="{81D60167-4931-47E6-BA6A-407CBD079E47}" type="slidenum">
              <a:rPr dirty="0" spc="-25"/>
              <a:t>26</a:t>
            </a:fld>
          </a:p>
        </p:txBody>
      </p:sp>
      <p:sp>
        <p:nvSpPr>
          <p:cNvPr id="7" name="object 7"/>
          <p:cNvSpPr txBox="1"/>
          <p:nvPr/>
        </p:nvSpPr>
        <p:spPr>
          <a:xfrm>
            <a:off x="1495610" y="1525350"/>
            <a:ext cx="3682365" cy="4531360"/>
          </a:xfrm>
          <a:prstGeom prst="rect">
            <a:avLst/>
          </a:prstGeom>
        </p:spPr>
        <p:txBody>
          <a:bodyPr wrap="square" lIns="0" tIns="106045" rIns="0" bIns="0" rtlCol="0" vert="horz">
            <a:spAutoFit/>
          </a:bodyPr>
          <a:lstStyle/>
          <a:p>
            <a:pPr marL="367030" indent="-354330">
              <a:lnSpc>
                <a:spcPct val="100000"/>
              </a:lnSpc>
              <a:spcBef>
                <a:spcPts val="835"/>
              </a:spcBef>
              <a:buChar char="•"/>
              <a:tabLst>
                <a:tab pos="367030" algn="l"/>
              </a:tabLst>
            </a:pPr>
            <a:r>
              <a:rPr dirty="0" sz="2900">
                <a:latin typeface="Times New Roman"/>
                <a:cs typeface="Times New Roman"/>
              </a:rPr>
              <a:t>0</a:t>
            </a:r>
            <a:r>
              <a:rPr dirty="0" sz="2900" spc="-25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+</a:t>
            </a:r>
            <a:r>
              <a:rPr dirty="0" sz="2900" spc="-20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1</a:t>
            </a:r>
            <a:r>
              <a:rPr dirty="0" sz="2900" spc="-20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=</a:t>
            </a:r>
            <a:r>
              <a:rPr dirty="0" sz="2900" spc="-20">
                <a:latin typeface="Times New Roman"/>
                <a:cs typeface="Times New Roman"/>
              </a:rPr>
              <a:t> </a:t>
            </a:r>
            <a:r>
              <a:rPr dirty="0" sz="2900" spc="-50">
                <a:latin typeface="Times New Roman"/>
                <a:cs typeface="Times New Roman"/>
              </a:rPr>
              <a:t>1</a:t>
            </a:r>
            <a:endParaRPr sz="2900">
              <a:latin typeface="Times New Roman"/>
              <a:cs typeface="Times New Roman"/>
            </a:endParaRPr>
          </a:p>
          <a:p>
            <a:pPr marL="367030" indent="-354330">
              <a:lnSpc>
                <a:spcPct val="100000"/>
              </a:lnSpc>
              <a:spcBef>
                <a:spcPts val="735"/>
              </a:spcBef>
              <a:buChar char="•"/>
              <a:tabLst>
                <a:tab pos="367030" algn="l"/>
              </a:tabLst>
            </a:pPr>
            <a:r>
              <a:rPr dirty="0" sz="2900">
                <a:latin typeface="Times New Roman"/>
                <a:cs typeface="Times New Roman"/>
              </a:rPr>
              <a:t>1</a:t>
            </a:r>
            <a:r>
              <a:rPr dirty="0" sz="2900" spc="-25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+</a:t>
            </a:r>
            <a:r>
              <a:rPr dirty="0" sz="2900" spc="-20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0</a:t>
            </a:r>
            <a:r>
              <a:rPr dirty="0" sz="2900" spc="-20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=</a:t>
            </a:r>
            <a:r>
              <a:rPr dirty="0" sz="2900" spc="-20">
                <a:latin typeface="Times New Roman"/>
                <a:cs typeface="Times New Roman"/>
              </a:rPr>
              <a:t> </a:t>
            </a:r>
            <a:r>
              <a:rPr dirty="0" sz="2900" spc="-50">
                <a:latin typeface="Times New Roman"/>
                <a:cs typeface="Times New Roman"/>
              </a:rPr>
              <a:t>1</a:t>
            </a:r>
            <a:endParaRPr sz="2900">
              <a:latin typeface="Times New Roman"/>
              <a:cs typeface="Times New Roman"/>
            </a:endParaRPr>
          </a:p>
          <a:p>
            <a:pPr marL="367030" indent="-354330">
              <a:lnSpc>
                <a:spcPct val="100000"/>
              </a:lnSpc>
              <a:spcBef>
                <a:spcPts val="660"/>
              </a:spcBef>
              <a:buChar char="•"/>
              <a:tabLst>
                <a:tab pos="367030" algn="l"/>
              </a:tabLst>
            </a:pPr>
            <a:r>
              <a:rPr dirty="0" sz="2900">
                <a:latin typeface="Times New Roman"/>
                <a:cs typeface="Times New Roman"/>
              </a:rPr>
              <a:t>0</a:t>
            </a:r>
            <a:r>
              <a:rPr dirty="0" sz="2900" spc="-25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+</a:t>
            </a:r>
            <a:r>
              <a:rPr dirty="0" sz="2900" spc="-20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0</a:t>
            </a:r>
            <a:r>
              <a:rPr dirty="0" sz="2900" spc="-20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=</a:t>
            </a:r>
            <a:r>
              <a:rPr dirty="0" sz="2900" spc="-20">
                <a:latin typeface="Times New Roman"/>
                <a:cs typeface="Times New Roman"/>
              </a:rPr>
              <a:t> </a:t>
            </a:r>
            <a:r>
              <a:rPr dirty="0" sz="2900" spc="-50">
                <a:solidFill>
                  <a:srgbClr val="66FF99"/>
                </a:solidFill>
                <a:latin typeface="Times New Roman"/>
                <a:cs typeface="Times New Roman"/>
              </a:rPr>
              <a:t>0</a:t>
            </a:r>
            <a:endParaRPr sz="2900">
              <a:latin typeface="Times New Roman"/>
              <a:cs typeface="Times New Roman"/>
            </a:endParaRPr>
          </a:p>
          <a:p>
            <a:pPr marL="367030" indent="-354330">
              <a:lnSpc>
                <a:spcPct val="100000"/>
              </a:lnSpc>
              <a:spcBef>
                <a:spcPts val="660"/>
              </a:spcBef>
              <a:buChar char="•"/>
              <a:tabLst>
                <a:tab pos="367030" algn="l"/>
              </a:tabLst>
            </a:pPr>
            <a:r>
              <a:rPr dirty="0" sz="2900">
                <a:latin typeface="Times New Roman"/>
                <a:cs typeface="Times New Roman"/>
              </a:rPr>
              <a:t>1</a:t>
            </a:r>
            <a:r>
              <a:rPr dirty="0" sz="2900" spc="-25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+</a:t>
            </a:r>
            <a:r>
              <a:rPr dirty="0" sz="2900" spc="-20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1</a:t>
            </a:r>
            <a:r>
              <a:rPr dirty="0" sz="2900" spc="-20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=</a:t>
            </a:r>
            <a:r>
              <a:rPr dirty="0" sz="2900" spc="-20">
                <a:latin typeface="Times New Roman"/>
                <a:cs typeface="Times New Roman"/>
              </a:rPr>
              <a:t> </a:t>
            </a:r>
            <a:r>
              <a:rPr dirty="0" sz="2900" spc="-50">
                <a:solidFill>
                  <a:srgbClr val="6699FF"/>
                </a:solidFill>
                <a:latin typeface="Times New Roman"/>
                <a:cs typeface="Times New Roman"/>
              </a:rPr>
              <a:t>0</a:t>
            </a:r>
            <a:endParaRPr sz="2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90"/>
              </a:spcBef>
              <a:buFont typeface="Times New Roman"/>
              <a:buChar char="•"/>
            </a:pPr>
            <a:endParaRPr sz="2900">
              <a:latin typeface="Times New Roman"/>
              <a:cs typeface="Times New Roman"/>
            </a:endParaRPr>
          </a:p>
          <a:p>
            <a:pPr marL="367030" marR="5080" indent="-354965">
              <a:lnSpc>
                <a:spcPct val="99400"/>
              </a:lnSpc>
              <a:buChar char="•"/>
              <a:tabLst>
                <a:tab pos="367030" algn="l"/>
              </a:tabLst>
            </a:pPr>
            <a:r>
              <a:rPr dirty="0" sz="2900" spc="-10">
                <a:latin typeface="Times New Roman"/>
                <a:cs typeface="Times New Roman"/>
              </a:rPr>
              <a:t>identical</a:t>
            </a:r>
            <a:r>
              <a:rPr dirty="0" sz="2900" spc="725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mathematical</a:t>
            </a:r>
            <a:r>
              <a:rPr dirty="0" sz="2900" spc="-135">
                <a:latin typeface="Times New Roman"/>
                <a:cs typeface="Times New Roman"/>
              </a:rPr>
              <a:t> </a:t>
            </a:r>
            <a:r>
              <a:rPr dirty="0" sz="2900" spc="-10">
                <a:latin typeface="Times New Roman"/>
                <a:cs typeface="Times New Roman"/>
              </a:rPr>
              <a:t>symbols </a:t>
            </a:r>
            <a:r>
              <a:rPr dirty="0" sz="2900">
                <a:latin typeface="Times New Roman"/>
                <a:cs typeface="Times New Roman"/>
              </a:rPr>
              <a:t>can</a:t>
            </a:r>
            <a:r>
              <a:rPr dirty="0" sz="2900" spc="-35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result</a:t>
            </a:r>
            <a:r>
              <a:rPr dirty="0" sz="2900" spc="-30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in</a:t>
            </a:r>
            <a:r>
              <a:rPr dirty="0" sz="2900" spc="-30">
                <a:latin typeface="Times New Roman"/>
                <a:cs typeface="Times New Roman"/>
              </a:rPr>
              <a:t> </a:t>
            </a:r>
            <a:r>
              <a:rPr dirty="0" sz="2900" spc="-10">
                <a:latin typeface="Times New Roman"/>
                <a:cs typeface="Times New Roman"/>
              </a:rPr>
              <a:t>different </a:t>
            </a:r>
            <a:r>
              <a:rPr dirty="0" sz="2900">
                <a:latin typeface="Times New Roman"/>
                <a:cs typeface="Times New Roman"/>
              </a:rPr>
              <a:t>electrical</a:t>
            </a:r>
            <a:r>
              <a:rPr dirty="0" sz="2900" spc="-110">
                <a:latin typeface="Times New Roman"/>
                <a:cs typeface="Times New Roman"/>
              </a:rPr>
              <a:t> </a:t>
            </a:r>
            <a:r>
              <a:rPr dirty="0" sz="2900" spc="-10">
                <a:latin typeface="Times New Roman"/>
                <a:cs typeface="Times New Roman"/>
              </a:rPr>
              <a:t>signals</a:t>
            </a:r>
            <a:endParaRPr sz="29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457537" y="460422"/>
            <a:ext cx="7943215" cy="72009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Three</a:t>
            </a:r>
            <a:r>
              <a:rPr dirty="0" spc="-55"/>
              <a:t> </a:t>
            </a:r>
            <a:r>
              <a:rPr dirty="0"/>
              <a:t>approaches</a:t>
            </a:r>
            <a:r>
              <a:rPr dirty="0" spc="-50"/>
              <a:t> </a:t>
            </a:r>
            <a:r>
              <a:rPr dirty="0"/>
              <a:t>in</a:t>
            </a:r>
            <a:r>
              <a:rPr dirty="0" spc="-55"/>
              <a:t> </a:t>
            </a:r>
            <a:r>
              <a:rPr dirty="0" spc="-10"/>
              <a:t>cryptography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680"/>
              </a:lnSpc>
            </a:pPr>
            <a:fld id="{81D60167-4931-47E6-BA6A-407CBD079E47}" type="slidenum">
              <a:rPr dirty="0" spc="-25"/>
              <a:t>26</a:t>
            </a:fld>
          </a:p>
        </p:txBody>
      </p:sp>
      <p:sp>
        <p:nvSpPr>
          <p:cNvPr id="3" name="object 3"/>
          <p:cNvSpPr txBox="1"/>
          <p:nvPr/>
        </p:nvSpPr>
        <p:spPr>
          <a:xfrm>
            <a:off x="1249151" y="1260553"/>
            <a:ext cx="7654290" cy="5419090"/>
          </a:xfrm>
          <a:prstGeom prst="rect">
            <a:avLst/>
          </a:prstGeom>
        </p:spPr>
        <p:txBody>
          <a:bodyPr wrap="square" lIns="0" tIns="163195" rIns="0" bIns="0" rtlCol="0" vert="horz">
            <a:spAutoFit/>
          </a:bodyPr>
          <a:lstStyle/>
          <a:p>
            <a:pPr marL="367030" indent="-354330">
              <a:lnSpc>
                <a:spcPct val="100000"/>
              </a:lnSpc>
              <a:spcBef>
                <a:spcPts val="1285"/>
              </a:spcBef>
              <a:buFont typeface="Times New Roman"/>
              <a:buChar char="•"/>
              <a:tabLst>
                <a:tab pos="367030" algn="l"/>
              </a:tabLst>
            </a:pPr>
            <a:r>
              <a:rPr dirty="0" sz="3300" b="1">
                <a:solidFill>
                  <a:srgbClr val="FF0000"/>
                </a:solidFill>
                <a:latin typeface="Times New Roman"/>
                <a:cs typeface="Times New Roman"/>
              </a:rPr>
              <a:t>information</a:t>
            </a:r>
            <a:r>
              <a:rPr dirty="0" sz="3300" spc="-35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3300" b="1">
                <a:solidFill>
                  <a:srgbClr val="FF0000"/>
                </a:solidFill>
                <a:latin typeface="Times New Roman"/>
                <a:cs typeface="Times New Roman"/>
              </a:rPr>
              <a:t>theoretic</a:t>
            </a:r>
            <a:r>
              <a:rPr dirty="0" sz="3300" spc="-20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3300" spc="-10">
                <a:latin typeface="Times New Roman"/>
                <a:cs typeface="Times New Roman"/>
              </a:rPr>
              <a:t>security</a:t>
            </a:r>
            <a:endParaRPr sz="3300">
              <a:latin typeface="Times New Roman"/>
              <a:cs typeface="Times New Roman"/>
            </a:endParaRPr>
          </a:p>
          <a:p>
            <a:pPr lvl="1" marL="780415" indent="-294640">
              <a:lnSpc>
                <a:spcPct val="100000"/>
              </a:lnSpc>
              <a:spcBef>
                <a:spcPts val="1025"/>
              </a:spcBef>
              <a:buChar char="–"/>
              <a:tabLst>
                <a:tab pos="780415" algn="l"/>
              </a:tabLst>
            </a:pPr>
            <a:r>
              <a:rPr dirty="0" sz="2900">
                <a:latin typeface="Times New Roman"/>
                <a:cs typeface="Times New Roman"/>
              </a:rPr>
              <a:t>ciphertext</a:t>
            </a:r>
            <a:r>
              <a:rPr dirty="0" sz="2900" spc="-100">
                <a:latin typeface="Times New Roman"/>
                <a:cs typeface="Times New Roman"/>
              </a:rPr>
              <a:t> </a:t>
            </a:r>
            <a:r>
              <a:rPr dirty="0" sz="2900" spc="-20">
                <a:latin typeface="Times New Roman"/>
                <a:cs typeface="Times New Roman"/>
              </a:rPr>
              <a:t>only</a:t>
            </a:r>
            <a:endParaRPr sz="2900">
              <a:latin typeface="Times New Roman"/>
              <a:cs typeface="Times New Roman"/>
            </a:endParaRPr>
          </a:p>
          <a:p>
            <a:pPr lvl="1" marL="780415" indent="-294640">
              <a:lnSpc>
                <a:spcPct val="100000"/>
              </a:lnSpc>
              <a:spcBef>
                <a:spcPts val="1075"/>
              </a:spcBef>
              <a:buChar char="–"/>
              <a:tabLst>
                <a:tab pos="780415" algn="l"/>
              </a:tabLst>
            </a:pPr>
            <a:r>
              <a:rPr dirty="0" sz="2900">
                <a:latin typeface="Times New Roman"/>
                <a:cs typeface="Times New Roman"/>
              </a:rPr>
              <a:t>part</a:t>
            </a:r>
            <a:r>
              <a:rPr dirty="0" sz="2900" spc="-60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of</a:t>
            </a:r>
            <a:r>
              <a:rPr dirty="0" sz="2900" spc="-45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ciphertext</a:t>
            </a:r>
            <a:r>
              <a:rPr dirty="0" sz="2900" spc="-45">
                <a:latin typeface="Times New Roman"/>
                <a:cs typeface="Times New Roman"/>
              </a:rPr>
              <a:t> </a:t>
            </a:r>
            <a:r>
              <a:rPr dirty="0" sz="2900" spc="-20">
                <a:latin typeface="Times New Roman"/>
                <a:cs typeface="Times New Roman"/>
              </a:rPr>
              <a:t>only</a:t>
            </a:r>
            <a:endParaRPr sz="2900">
              <a:latin typeface="Times New Roman"/>
              <a:cs typeface="Times New Roman"/>
            </a:endParaRPr>
          </a:p>
          <a:p>
            <a:pPr lvl="1" marL="780415" indent="-294640">
              <a:lnSpc>
                <a:spcPct val="100000"/>
              </a:lnSpc>
              <a:spcBef>
                <a:spcPts val="1075"/>
              </a:spcBef>
              <a:buChar char="–"/>
              <a:tabLst>
                <a:tab pos="780415" algn="l"/>
              </a:tabLst>
            </a:pPr>
            <a:r>
              <a:rPr dirty="0" sz="2900">
                <a:latin typeface="Times New Roman"/>
                <a:cs typeface="Times New Roman"/>
              </a:rPr>
              <a:t>noisy</a:t>
            </a:r>
            <a:r>
              <a:rPr dirty="0" sz="2900" spc="-40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version</a:t>
            </a:r>
            <a:r>
              <a:rPr dirty="0" sz="2900" spc="-35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of</a:t>
            </a:r>
            <a:r>
              <a:rPr dirty="0" sz="2900" spc="-35">
                <a:latin typeface="Times New Roman"/>
                <a:cs typeface="Times New Roman"/>
              </a:rPr>
              <a:t> </a:t>
            </a:r>
            <a:r>
              <a:rPr dirty="0" sz="2900" spc="-10">
                <a:latin typeface="Times New Roman"/>
                <a:cs typeface="Times New Roman"/>
              </a:rPr>
              <a:t>ciphertext</a:t>
            </a:r>
            <a:endParaRPr sz="2900">
              <a:latin typeface="Times New Roman"/>
              <a:cs typeface="Times New Roman"/>
            </a:endParaRPr>
          </a:p>
          <a:p>
            <a:pPr marL="367030" indent="-354330">
              <a:lnSpc>
                <a:spcPct val="100000"/>
              </a:lnSpc>
              <a:spcBef>
                <a:spcPts val="1130"/>
              </a:spcBef>
              <a:buFont typeface="Times New Roman"/>
              <a:buChar char="•"/>
              <a:tabLst>
                <a:tab pos="367030" algn="l"/>
              </a:tabLst>
            </a:pPr>
            <a:r>
              <a:rPr dirty="0" sz="3300" spc="-10" b="1">
                <a:solidFill>
                  <a:srgbClr val="FF0000"/>
                </a:solidFill>
                <a:latin typeface="Times New Roman"/>
                <a:cs typeface="Times New Roman"/>
              </a:rPr>
              <a:t>system-</a:t>
            </a:r>
            <a:r>
              <a:rPr dirty="0" sz="3300" b="1">
                <a:solidFill>
                  <a:srgbClr val="FF0000"/>
                </a:solidFill>
                <a:latin typeface="Times New Roman"/>
                <a:cs typeface="Times New Roman"/>
              </a:rPr>
              <a:t>based</a:t>
            </a:r>
            <a:r>
              <a:rPr dirty="0" sz="3300" spc="-10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or</a:t>
            </a:r>
            <a:r>
              <a:rPr dirty="0" sz="3300" spc="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practical</a:t>
            </a:r>
            <a:r>
              <a:rPr dirty="0" sz="3300" spc="5">
                <a:latin typeface="Times New Roman"/>
                <a:cs typeface="Times New Roman"/>
              </a:rPr>
              <a:t> </a:t>
            </a:r>
            <a:r>
              <a:rPr dirty="0" sz="3300" spc="-10">
                <a:latin typeface="Times New Roman"/>
                <a:cs typeface="Times New Roman"/>
              </a:rPr>
              <a:t>security</a:t>
            </a:r>
            <a:endParaRPr sz="3300">
              <a:latin typeface="Times New Roman"/>
              <a:cs typeface="Times New Roman"/>
            </a:endParaRPr>
          </a:p>
          <a:p>
            <a:pPr lvl="1" marL="780415" indent="-294640">
              <a:lnSpc>
                <a:spcPct val="100000"/>
              </a:lnSpc>
              <a:spcBef>
                <a:spcPts val="1060"/>
              </a:spcBef>
              <a:buChar char="–"/>
              <a:tabLst>
                <a:tab pos="780415" algn="l"/>
              </a:tabLst>
            </a:pPr>
            <a:r>
              <a:rPr dirty="0" sz="2900">
                <a:latin typeface="Times New Roman"/>
                <a:cs typeface="Times New Roman"/>
              </a:rPr>
              <a:t>also</a:t>
            </a:r>
            <a:r>
              <a:rPr dirty="0" sz="2900" spc="-65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known</a:t>
            </a:r>
            <a:r>
              <a:rPr dirty="0" sz="2900" spc="-65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as</a:t>
            </a:r>
            <a:r>
              <a:rPr dirty="0" sz="2900" spc="-60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“prayer</a:t>
            </a:r>
            <a:r>
              <a:rPr dirty="0" sz="2900" spc="-65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theoretic”</a:t>
            </a:r>
            <a:r>
              <a:rPr dirty="0" sz="2900" spc="-60">
                <a:latin typeface="Times New Roman"/>
                <a:cs typeface="Times New Roman"/>
              </a:rPr>
              <a:t> </a:t>
            </a:r>
            <a:r>
              <a:rPr dirty="0" sz="2900" spc="-10">
                <a:latin typeface="Times New Roman"/>
                <a:cs typeface="Times New Roman"/>
              </a:rPr>
              <a:t>security</a:t>
            </a:r>
            <a:endParaRPr sz="2900">
              <a:latin typeface="Times New Roman"/>
              <a:cs typeface="Times New Roman"/>
            </a:endParaRPr>
          </a:p>
          <a:p>
            <a:pPr marL="367030" indent="-354330">
              <a:lnSpc>
                <a:spcPct val="100000"/>
              </a:lnSpc>
              <a:spcBef>
                <a:spcPts val="1230"/>
              </a:spcBef>
              <a:buFont typeface="Times New Roman"/>
              <a:buChar char="•"/>
              <a:tabLst>
                <a:tab pos="367030" algn="l"/>
              </a:tabLst>
            </a:pPr>
            <a:r>
              <a:rPr dirty="0" sz="3300" b="1">
                <a:solidFill>
                  <a:srgbClr val="FF0000"/>
                </a:solidFill>
                <a:latin typeface="Times New Roman"/>
                <a:cs typeface="Times New Roman"/>
              </a:rPr>
              <a:t>complexity</a:t>
            </a:r>
            <a:r>
              <a:rPr dirty="0" sz="3300" spc="-40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3300" b="1">
                <a:solidFill>
                  <a:srgbClr val="FF0000"/>
                </a:solidFill>
                <a:latin typeface="Times New Roman"/>
                <a:cs typeface="Times New Roman"/>
              </a:rPr>
              <a:t>theoretic</a:t>
            </a:r>
            <a:r>
              <a:rPr dirty="0" sz="3300" spc="-25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3300" spc="-10">
                <a:latin typeface="Times New Roman"/>
                <a:cs typeface="Times New Roman"/>
              </a:rPr>
              <a:t>security:</a:t>
            </a:r>
            <a:endParaRPr sz="3300">
              <a:latin typeface="Times New Roman"/>
              <a:cs typeface="Times New Roman"/>
            </a:endParaRPr>
          </a:p>
          <a:p>
            <a:pPr marL="958850">
              <a:lnSpc>
                <a:spcPct val="100000"/>
              </a:lnSpc>
              <a:spcBef>
                <a:spcPts val="420"/>
              </a:spcBef>
            </a:pPr>
            <a:r>
              <a:rPr dirty="0" sz="3300">
                <a:latin typeface="Times New Roman"/>
                <a:cs typeface="Times New Roman"/>
              </a:rPr>
              <a:t>model</a:t>
            </a:r>
            <a:r>
              <a:rPr dirty="0" sz="3300" spc="-30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of</a:t>
            </a:r>
            <a:r>
              <a:rPr dirty="0" sz="3300" spc="-1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computation,</a:t>
            </a:r>
            <a:r>
              <a:rPr dirty="0" sz="3300" spc="-1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definition,</a:t>
            </a:r>
            <a:r>
              <a:rPr dirty="0" sz="3300" spc="-15">
                <a:latin typeface="Times New Roman"/>
                <a:cs typeface="Times New Roman"/>
              </a:rPr>
              <a:t> </a:t>
            </a:r>
            <a:r>
              <a:rPr dirty="0" sz="3300" spc="-10">
                <a:latin typeface="Times New Roman"/>
                <a:cs typeface="Times New Roman"/>
              </a:rPr>
              <a:t>proof</a:t>
            </a:r>
            <a:endParaRPr sz="3300">
              <a:latin typeface="Times New Roman"/>
              <a:cs typeface="Times New Roman"/>
            </a:endParaRPr>
          </a:p>
          <a:p>
            <a:pPr lvl="1" marL="780415" indent="-294640">
              <a:lnSpc>
                <a:spcPct val="100000"/>
              </a:lnSpc>
              <a:spcBef>
                <a:spcPts val="1025"/>
              </a:spcBef>
              <a:buChar char="–"/>
              <a:tabLst>
                <a:tab pos="780415" algn="l"/>
              </a:tabLst>
            </a:pPr>
            <a:r>
              <a:rPr dirty="0" sz="2900">
                <a:latin typeface="Times New Roman"/>
                <a:cs typeface="Times New Roman"/>
              </a:rPr>
              <a:t>variant:</a:t>
            </a:r>
            <a:r>
              <a:rPr dirty="0" sz="2900" spc="-65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quantum</a:t>
            </a:r>
            <a:r>
              <a:rPr dirty="0" sz="2900" spc="-60">
                <a:latin typeface="Times New Roman"/>
                <a:cs typeface="Times New Roman"/>
              </a:rPr>
              <a:t> </a:t>
            </a:r>
            <a:r>
              <a:rPr dirty="0" sz="2900" spc="-10">
                <a:latin typeface="Times New Roman"/>
                <a:cs typeface="Times New Roman"/>
              </a:rPr>
              <a:t>cryptography</a:t>
            </a:r>
            <a:endParaRPr sz="29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508125" y="403729"/>
            <a:ext cx="7974965" cy="72009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Model</a:t>
            </a:r>
            <a:r>
              <a:rPr dirty="0" spc="-45"/>
              <a:t> </a:t>
            </a:r>
            <a:r>
              <a:rPr dirty="0"/>
              <a:t>of</a:t>
            </a:r>
            <a:r>
              <a:rPr dirty="0" spc="-40"/>
              <a:t> </a:t>
            </a:r>
            <a:r>
              <a:rPr dirty="0"/>
              <a:t>a</a:t>
            </a:r>
            <a:r>
              <a:rPr dirty="0" spc="-45"/>
              <a:t> </a:t>
            </a:r>
            <a:r>
              <a:rPr dirty="0"/>
              <a:t>practical</a:t>
            </a:r>
            <a:r>
              <a:rPr dirty="0" spc="-40"/>
              <a:t> </a:t>
            </a:r>
            <a:r>
              <a:rPr dirty="0"/>
              <a:t>stream</a:t>
            </a:r>
            <a:r>
              <a:rPr dirty="0" spc="-40"/>
              <a:t> </a:t>
            </a:r>
            <a:r>
              <a:rPr dirty="0" spc="-10"/>
              <a:t>cipher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491620" y="4798474"/>
            <a:ext cx="2362200" cy="999490"/>
            <a:chOff x="1491620" y="4798474"/>
            <a:chExt cx="2362200" cy="999490"/>
          </a:xfrm>
        </p:grpSpPr>
        <p:sp>
          <p:nvSpPr>
            <p:cNvPr id="4" name="object 4"/>
            <p:cNvSpPr/>
            <p:nvPr/>
          </p:nvSpPr>
          <p:spPr>
            <a:xfrm>
              <a:off x="1498287" y="5276005"/>
              <a:ext cx="616585" cy="197485"/>
            </a:xfrm>
            <a:custGeom>
              <a:avLst/>
              <a:gdLst/>
              <a:ahLst/>
              <a:cxnLst/>
              <a:rect l="l" t="t" r="r" b="b"/>
              <a:pathLst>
                <a:path w="616585" h="197485">
                  <a:moveTo>
                    <a:pt x="462112" y="0"/>
                  </a:moveTo>
                  <a:lnTo>
                    <a:pt x="462112" y="49298"/>
                  </a:lnTo>
                  <a:lnTo>
                    <a:pt x="0" y="49298"/>
                  </a:lnTo>
                  <a:lnTo>
                    <a:pt x="0" y="147896"/>
                  </a:lnTo>
                  <a:lnTo>
                    <a:pt x="462112" y="147896"/>
                  </a:lnTo>
                  <a:lnTo>
                    <a:pt x="462112" y="197195"/>
                  </a:lnTo>
                  <a:lnTo>
                    <a:pt x="616149" y="98597"/>
                  </a:lnTo>
                  <a:lnTo>
                    <a:pt x="462112" y="0"/>
                  </a:lnTo>
                  <a:close/>
                </a:path>
              </a:pathLst>
            </a:custGeom>
            <a:solidFill>
              <a:srgbClr val="FF26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498288" y="5276003"/>
              <a:ext cx="616585" cy="197485"/>
            </a:xfrm>
            <a:custGeom>
              <a:avLst/>
              <a:gdLst/>
              <a:ahLst/>
              <a:cxnLst/>
              <a:rect l="l" t="t" r="r" b="b"/>
              <a:pathLst>
                <a:path w="616585" h="197485">
                  <a:moveTo>
                    <a:pt x="462112" y="197196"/>
                  </a:moveTo>
                  <a:lnTo>
                    <a:pt x="616148" y="98598"/>
                  </a:lnTo>
                  <a:lnTo>
                    <a:pt x="462112" y="0"/>
                  </a:lnTo>
                  <a:lnTo>
                    <a:pt x="462112" y="49300"/>
                  </a:lnTo>
                  <a:lnTo>
                    <a:pt x="0" y="49300"/>
                  </a:lnTo>
                  <a:lnTo>
                    <a:pt x="0" y="147898"/>
                  </a:lnTo>
                  <a:lnTo>
                    <a:pt x="462112" y="147898"/>
                  </a:lnTo>
                  <a:lnTo>
                    <a:pt x="462112" y="197196"/>
                  </a:lnTo>
                  <a:close/>
                </a:path>
              </a:pathLst>
            </a:custGeom>
            <a:ln w="13146">
              <a:solidFill>
                <a:srgbClr val="FF26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2153048" y="4803554"/>
              <a:ext cx="1696085" cy="989330"/>
            </a:xfrm>
            <a:custGeom>
              <a:avLst/>
              <a:gdLst/>
              <a:ahLst/>
              <a:cxnLst/>
              <a:rect l="l" t="t" r="r" b="b"/>
              <a:pathLst>
                <a:path w="1696085" h="989329">
                  <a:moveTo>
                    <a:pt x="0" y="0"/>
                  </a:moveTo>
                  <a:lnTo>
                    <a:pt x="1695640" y="0"/>
                  </a:lnTo>
                  <a:lnTo>
                    <a:pt x="1695640" y="989268"/>
                  </a:lnTo>
                  <a:lnTo>
                    <a:pt x="0" y="989268"/>
                  </a:lnTo>
                  <a:lnTo>
                    <a:pt x="0" y="0"/>
                  </a:lnTo>
                  <a:close/>
                </a:path>
              </a:pathLst>
            </a:custGeom>
            <a:ln w="98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7" name="object 7"/>
          <p:cNvGrpSpPr/>
          <p:nvPr/>
        </p:nvGrpSpPr>
        <p:grpSpPr>
          <a:xfrm>
            <a:off x="850329" y="3303315"/>
            <a:ext cx="414655" cy="865505"/>
            <a:chOff x="850329" y="3303315"/>
            <a:chExt cx="414655" cy="865505"/>
          </a:xfrm>
        </p:grpSpPr>
        <p:sp>
          <p:nvSpPr>
            <p:cNvPr id="8" name="object 8"/>
            <p:cNvSpPr/>
            <p:nvPr/>
          </p:nvSpPr>
          <p:spPr>
            <a:xfrm>
              <a:off x="850329" y="3303315"/>
              <a:ext cx="404495" cy="860425"/>
            </a:xfrm>
            <a:custGeom>
              <a:avLst/>
              <a:gdLst/>
              <a:ahLst/>
              <a:cxnLst/>
              <a:rect l="l" t="t" r="r" b="b"/>
              <a:pathLst>
                <a:path w="404494" h="860425">
                  <a:moveTo>
                    <a:pt x="220450" y="860248"/>
                  </a:moveTo>
                  <a:lnTo>
                    <a:pt x="151677" y="796774"/>
                  </a:lnTo>
                  <a:lnTo>
                    <a:pt x="176172" y="778713"/>
                  </a:lnTo>
                  <a:lnTo>
                    <a:pt x="176172" y="757555"/>
                  </a:lnTo>
                  <a:lnTo>
                    <a:pt x="151677" y="738461"/>
                  </a:lnTo>
                  <a:lnTo>
                    <a:pt x="176172" y="721948"/>
                  </a:lnTo>
                  <a:lnTo>
                    <a:pt x="172403" y="715239"/>
                  </a:lnTo>
                  <a:lnTo>
                    <a:pt x="151206" y="700274"/>
                  </a:lnTo>
                  <a:lnTo>
                    <a:pt x="147438" y="652798"/>
                  </a:lnTo>
                  <a:lnTo>
                    <a:pt x="144611" y="648153"/>
                  </a:lnTo>
                  <a:lnTo>
                    <a:pt x="176643" y="620803"/>
                  </a:lnTo>
                  <a:lnTo>
                    <a:pt x="176643" y="597065"/>
                  </a:lnTo>
                  <a:lnTo>
                    <a:pt x="151206" y="569198"/>
                  </a:lnTo>
                  <a:lnTo>
                    <a:pt x="176172" y="544428"/>
                  </a:lnTo>
                  <a:lnTo>
                    <a:pt x="176172" y="519658"/>
                  </a:lnTo>
                  <a:lnTo>
                    <a:pt x="151677" y="487663"/>
                  </a:lnTo>
                  <a:lnTo>
                    <a:pt x="146967" y="435542"/>
                  </a:lnTo>
                  <a:lnTo>
                    <a:pt x="117291" y="435542"/>
                  </a:lnTo>
                  <a:lnTo>
                    <a:pt x="117291" y="365360"/>
                  </a:lnTo>
                  <a:lnTo>
                    <a:pt x="99391" y="365360"/>
                  </a:lnTo>
                  <a:lnTo>
                    <a:pt x="99391" y="303951"/>
                  </a:lnTo>
                  <a:lnTo>
                    <a:pt x="79607" y="303951"/>
                  </a:lnTo>
                  <a:lnTo>
                    <a:pt x="70657" y="274536"/>
                  </a:lnTo>
                  <a:lnTo>
                    <a:pt x="30618" y="274536"/>
                  </a:lnTo>
                  <a:lnTo>
                    <a:pt x="30618" y="248734"/>
                  </a:lnTo>
                  <a:lnTo>
                    <a:pt x="0" y="248734"/>
                  </a:lnTo>
                  <a:lnTo>
                    <a:pt x="0" y="127463"/>
                  </a:lnTo>
                  <a:lnTo>
                    <a:pt x="30147" y="127463"/>
                  </a:lnTo>
                  <a:lnTo>
                    <a:pt x="30147" y="109917"/>
                  </a:lnTo>
                  <a:lnTo>
                    <a:pt x="64062" y="109917"/>
                  </a:lnTo>
                  <a:lnTo>
                    <a:pt x="72070" y="102177"/>
                  </a:lnTo>
                  <a:lnTo>
                    <a:pt x="80078" y="82567"/>
                  </a:lnTo>
                  <a:lnTo>
                    <a:pt x="99391" y="82567"/>
                  </a:lnTo>
                  <a:lnTo>
                    <a:pt x="145083" y="0"/>
                  </a:lnTo>
                  <a:lnTo>
                    <a:pt x="267084" y="0"/>
                  </a:lnTo>
                  <a:lnTo>
                    <a:pt x="244003" y="33027"/>
                  </a:lnTo>
                  <a:lnTo>
                    <a:pt x="172874" y="33027"/>
                  </a:lnTo>
                  <a:lnTo>
                    <a:pt x="146025" y="85663"/>
                  </a:lnTo>
                  <a:lnTo>
                    <a:pt x="333921" y="85663"/>
                  </a:lnTo>
                  <a:lnTo>
                    <a:pt x="341039" y="110433"/>
                  </a:lnTo>
                  <a:lnTo>
                    <a:pt x="377309" y="110433"/>
                  </a:lnTo>
                  <a:lnTo>
                    <a:pt x="377719" y="127463"/>
                  </a:lnTo>
                  <a:lnTo>
                    <a:pt x="377781" y="130043"/>
                  </a:lnTo>
                  <a:lnTo>
                    <a:pt x="391441" y="130559"/>
                  </a:lnTo>
                  <a:lnTo>
                    <a:pt x="404159" y="130559"/>
                  </a:lnTo>
                  <a:lnTo>
                    <a:pt x="404159" y="250798"/>
                  </a:lnTo>
                  <a:lnTo>
                    <a:pt x="377309" y="251314"/>
                  </a:lnTo>
                  <a:lnTo>
                    <a:pt x="376877" y="274536"/>
                  </a:lnTo>
                  <a:lnTo>
                    <a:pt x="376838" y="276600"/>
                  </a:lnTo>
                  <a:lnTo>
                    <a:pt x="342452" y="276600"/>
                  </a:lnTo>
                  <a:lnTo>
                    <a:pt x="332560" y="306531"/>
                  </a:lnTo>
                  <a:lnTo>
                    <a:pt x="313718" y="307047"/>
                  </a:lnTo>
                  <a:lnTo>
                    <a:pt x="312365" y="365360"/>
                  </a:lnTo>
                  <a:lnTo>
                    <a:pt x="312305" y="367940"/>
                  </a:lnTo>
                  <a:lnTo>
                    <a:pt x="299586" y="367940"/>
                  </a:lnTo>
                  <a:lnTo>
                    <a:pt x="295347" y="377229"/>
                  </a:lnTo>
                  <a:lnTo>
                    <a:pt x="295347" y="438122"/>
                  </a:lnTo>
                  <a:lnTo>
                    <a:pt x="272737" y="438639"/>
                  </a:lnTo>
                  <a:lnTo>
                    <a:pt x="273746" y="700274"/>
                  </a:lnTo>
                  <a:lnTo>
                    <a:pt x="273829" y="721948"/>
                  </a:lnTo>
                  <a:lnTo>
                    <a:pt x="273893" y="738461"/>
                  </a:lnTo>
                  <a:lnTo>
                    <a:pt x="273967" y="757555"/>
                  </a:lnTo>
                  <a:lnTo>
                    <a:pt x="274048" y="778713"/>
                  </a:lnTo>
                  <a:lnTo>
                    <a:pt x="274150" y="805031"/>
                  </a:lnTo>
                  <a:lnTo>
                    <a:pt x="220450" y="860248"/>
                  </a:lnTo>
                  <a:close/>
                </a:path>
                <a:path w="404494" h="860425">
                  <a:moveTo>
                    <a:pt x="333921" y="85663"/>
                  </a:moveTo>
                  <a:lnTo>
                    <a:pt x="268497" y="85663"/>
                  </a:lnTo>
                  <a:lnTo>
                    <a:pt x="243532" y="33542"/>
                  </a:lnTo>
                  <a:lnTo>
                    <a:pt x="267084" y="515"/>
                  </a:lnTo>
                  <a:lnTo>
                    <a:pt x="309950" y="82051"/>
                  </a:lnTo>
                  <a:lnTo>
                    <a:pt x="333031" y="82567"/>
                  </a:lnTo>
                  <a:lnTo>
                    <a:pt x="333921" y="85663"/>
                  </a:lnTo>
                  <a:close/>
                </a:path>
              </a:pathLst>
            </a:custGeom>
            <a:solidFill>
              <a:srgbClr val="FF9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860221" y="3307959"/>
              <a:ext cx="405130" cy="861060"/>
            </a:xfrm>
            <a:custGeom>
              <a:avLst/>
              <a:gdLst/>
              <a:ahLst/>
              <a:cxnLst/>
              <a:rect l="l" t="t" r="r" b="b"/>
              <a:pathLst>
                <a:path w="405130" h="861060">
                  <a:moveTo>
                    <a:pt x="220450" y="860764"/>
                  </a:moveTo>
                  <a:lnTo>
                    <a:pt x="151677" y="796774"/>
                  </a:lnTo>
                  <a:lnTo>
                    <a:pt x="176172" y="778713"/>
                  </a:lnTo>
                  <a:lnTo>
                    <a:pt x="176172" y="757555"/>
                  </a:lnTo>
                  <a:lnTo>
                    <a:pt x="151677" y="738461"/>
                  </a:lnTo>
                  <a:lnTo>
                    <a:pt x="176172" y="721948"/>
                  </a:lnTo>
                  <a:lnTo>
                    <a:pt x="172403" y="715239"/>
                  </a:lnTo>
                  <a:lnTo>
                    <a:pt x="151206" y="700274"/>
                  </a:lnTo>
                  <a:lnTo>
                    <a:pt x="147438" y="652798"/>
                  </a:lnTo>
                  <a:lnTo>
                    <a:pt x="144611" y="648670"/>
                  </a:lnTo>
                  <a:lnTo>
                    <a:pt x="176643" y="620803"/>
                  </a:lnTo>
                  <a:lnTo>
                    <a:pt x="176643" y="597065"/>
                  </a:lnTo>
                  <a:lnTo>
                    <a:pt x="151206" y="569198"/>
                  </a:lnTo>
                  <a:lnTo>
                    <a:pt x="176172" y="544428"/>
                  </a:lnTo>
                  <a:lnTo>
                    <a:pt x="176172" y="519658"/>
                  </a:lnTo>
                  <a:lnTo>
                    <a:pt x="151677" y="487663"/>
                  </a:lnTo>
                  <a:lnTo>
                    <a:pt x="146967" y="435542"/>
                  </a:lnTo>
                  <a:lnTo>
                    <a:pt x="117291" y="435542"/>
                  </a:lnTo>
                  <a:lnTo>
                    <a:pt x="117291" y="365360"/>
                  </a:lnTo>
                  <a:lnTo>
                    <a:pt x="99862" y="365360"/>
                  </a:lnTo>
                  <a:lnTo>
                    <a:pt x="99862" y="303951"/>
                  </a:lnTo>
                  <a:lnTo>
                    <a:pt x="79607" y="303951"/>
                  </a:lnTo>
                  <a:lnTo>
                    <a:pt x="70657" y="274536"/>
                  </a:lnTo>
                  <a:lnTo>
                    <a:pt x="30618" y="274536"/>
                  </a:lnTo>
                  <a:lnTo>
                    <a:pt x="30618" y="248734"/>
                  </a:lnTo>
                  <a:lnTo>
                    <a:pt x="0" y="248734"/>
                  </a:lnTo>
                  <a:lnTo>
                    <a:pt x="0" y="127463"/>
                  </a:lnTo>
                  <a:lnTo>
                    <a:pt x="30147" y="127463"/>
                  </a:lnTo>
                  <a:lnTo>
                    <a:pt x="30147" y="109917"/>
                  </a:lnTo>
                  <a:lnTo>
                    <a:pt x="64062" y="109917"/>
                  </a:lnTo>
                  <a:lnTo>
                    <a:pt x="72070" y="102177"/>
                  </a:lnTo>
                  <a:lnTo>
                    <a:pt x="80078" y="82567"/>
                  </a:lnTo>
                  <a:lnTo>
                    <a:pt x="99862" y="82567"/>
                  </a:lnTo>
                  <a:lnTo>
                    <a:pt x="145082" y="0"/>
                  </a:lnTo>
                  <a:lnTo>
                    <a:pt x="267084" y="0"/>
                  </a:lnTo>
                  <a:lnTo>
                    <a:pt x="244003" y="33027"/>
                  </a:lnTo>
                  <a:lnTo>
                    <a:pt x="172874" y="33027"/>
                  </a:lnTo>
                  <a:lnTo>
                    <a:pt x="146025" y="85663"/>
                  </a:lnTo>
                  <a:lnTo>
                    <a:pt x="333921" y="85663"/>
                  </a:lnTo>
                  <a:lnTo>
                    <a:pt x="341039" y="110433"/>
                  </a:lnTo>
                  <a:lnTo>
                    <a:pt x="377309" y="110433"/>
                  </a:lnTo>
                  <a:lnTo>
                    <a:pt x="377718" y="127463"/>
                  </a:lnTo>
                  <a:lnTo>
                    <a:pt x="377780" y="130043"/>
                  </a:lnTo>
                  <a:lnTo>
                    <a:pt x="391441" y="130559"/>
                  </a:lnTo>
                  <a:lnTo>
                    <a:pt x="404630" y="130559"/>
                  </a:lnTo>
                  <a:lnTo>
                    <a:pt x="404630" y="250798"/>
                  </a:lnTo>
                  <a:lnTo>
                    <a:pt x="377309" y="251314"/>
                  </a:lnTo>
                  <a:lnTo>
                    <a:pt x="376877" y="274536"/>
                  </a:lnTo>
                  <a:lnTo>
                    <a:pt x="376838" y="276600"/>
                  </a:lnTo>
                  <a:lnTo>
                    <a:pt x="342452" y="276600"/>
                  </a:lnTo>
                  <a:lnTo>
                    <a:pt x="332560" y="306531"/>
                  </a:lnTo>
                  <a:lnTo>
                    <a:pt x="313718" y="307047"/>
                  </a:lnTo>
                  <a:lnTo>
                    <a:pt x="312365" y="365360"/>
                  </a:lnTo>
                  <a:lnTo>
                    <a:pt x="312305" y="367940"/>
                  </a:lnTo>
                  <a:lnTo>
                    <a:pt x="299586" y="367940"/>
                  </a:lnTo>
                  <a:lnTo>
                    <a:pt x="296289" y="373101"/>
                  </a:lnTo>
                  <a:lnTo>
                    <a:pt x="296289" y="438639"/>
                  </a:lnTo>
                  <a:lnTo>
                    <a:pt x="272737" y="438639"/>
                  </a:lnTo>
                  <a:lnTo>
                    <a:pt x="273746" y="700274"/>
                  </a:lnTo>
                  <a:lnTo>
                    <a:pt x="273829" y="721948"/>
                  </a:lnTo>
                  <a:lnTo>
                    <a:pt x="273893" y="738461"/>
                  </a:lnTo>
                  <a:lnTo>
                    <a:pt x="273967" y="757555"/>
                  </a:lnTo>
                  <a:lnTo>
                    <a:pt x="274048" y="778713"/>
                  </a:lnTo>
                  <a:lnTo>
                    <a:pt x="274150" y="805031"/>
                  </a:lnTo>
                  <a:lnTo>
                    <a:pt x="220450" y="860764"/>
                  </a:lnTo>
                  <a:close/>
                </a:path>
                <a:path w="405130" h="861060">
                  <a:moveTo>
                    <a:pt x="333921" y="85663"/>
                  </a:moveTo>
                  <a:lnTo>
                    <a:pt x="268497" y="85663"/>
                  </a:lnTo>
                  <a:lnTo>
                    <a:pt x="243532" y="33543"/>
                  </a:lnTo>
                  <a:lnTo>
                    <a:pt x="267084" y="516"/>
                  </a:lnTo>
                  <a:lnTo>
                    <a:pt x="310421" y="82051"/>
                  </a:lnTo>
                  <a:lnTo>
                    <a:pt x="333031" y="82567"/>
                  </a:lnTo>
                  <a:lnTo>
                    <a:pt x="333921" y="85663"/>
                  </a:lnTo>
                  <a:close/>
                </a:path>
              </a:pathLst>
            </a:custGeom>
            <a:solidFill>
              <a:srgbClr val="BF7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916747" y="3446259"/>
              <a:ext cx="286385" cy="99060"/>
            </a:xfrm>
            <a:custGeom>
              <a:avLst/>
              <a:gdLst/>
              <a:ahLst/>
              <a:cxnLst/>
              <a:rect l="l" t="t" r="r" b="b"/>
              <a:pathLst>
                <a:path w="286384" h="99060">
                  <a:moveTo>
                    <a:pt x="23081" y="98564"/>
                  </a:moveTo>
                  <a:lnTo>
                    <a:pt x="0" y="51088"/>
                  </a:lnTo>
                  <a:lnTo>
                    <a:pt x="24965" y="0"/>
                  </a:lnTo>
                  <a:lnTo>
                    <a:pt x="285926" y="0"/>
                  </a:lnTo>
                  <a:lnTo>
                    <a:pt x="283571" y="3612"/>
                  </a:lnTo>
                  <a:lnTo>
                    <a:pt x="27791" y="3612"/>
                  </a:lnTo>
                  <a:lnTo>
                    <a:pt x="4710" y="51088"/>
                  </a:lnTo>
                  <a:lnTo>
                    <a:pt x="27320" y="95468"/>
                  </a:lnTo>
                  <a:lnTo>
                    <a:pt x="23081" y="98564"/>
                  </a:lnTo>
                  <a:close/>
                </a:path>
              </a:pathLst>
            </a:custGeom>
            <a:solidFill>
              <a:srgbClr val="BF7F3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892251" y="3411689"/>
              <a:ext cx="343535" cy="736600"/>
            </a:xfrm>
            <a:custGeom>
              <a:avLst/>
              <a:gdLst/>
              <a:ahLst/>
              <a:cxnLst/>
              <a:rect l="l" t="t" r="r" b="b"/>
              <a:pathLst>
                <a:path w="343534" h="736600">
                  <a:moveTo>
                    <a:pt x="165798" y="265252"/>
                  </a:moveTo>
                  <a:lnTo>
                    <a:pt x="156857" y="279692"/>
                  </a:lnTo>
                  <a:lnTo>
                    <a:pt x="157797" y="728141"/>
                  </a:lnTo>
                  <a:lnTo>
                    <a:pt x="165328" y="735368"/>
                  </a:lnTo>
                  <a:lnTo>
                    <a:pt x="165798" y="265252"/>
                  </a:lnTo>
                  <a:close/>
                </a:path>
                <a:path w="343534" h="736600">
                  <a:moveTo>
                    <a:pt x="214325" y="728662"/>
                  </a:moveTo>
                  <a:lnTo>
                    <a:pt x="212915" y="277634"/>
                  </a:lnTo>
                  <a:lnTo>
                    <a:pt x="206311" y="314794"/>
                  </a:lnTo>
                  <a:lnTo>
                    <a:pt x="207251" y="736396"/>
                  </a:lnTo>
                  <a:lnTo>
                    <a:pt x="214325" y="728662"/>
                  </a:lnTo>
                  <a:close/>
                </a:path>
                <a:path w="343534" h="736600">
                  <a:moveTo>
                    <a:pt x="301942" y="0"/>
                  </a:moveTo>
                  <a:lnTo>
                    <a:pt x="33909" y="0"/>
                  </a:lnTo>
                  <a:lnTo>
                    <a:pt x="33909" y="5156"/>
                  </a:lnTo>
                  <a:lnTo>
                    <a:pt x="301942" y="5156"/>
                  </a:lnTo>
                  <a:lnTo>
                    <a:pt x="301942" y="0"/>
                  </a:lnTo>
                  <a:close/>
                </a:path>
                <a:path w="343534" h="736600">
                  <a:moveTo>
                    <a:pt x="333032" y="81026"/>
                  </a:moveTo>
                  <a:lnTo>
                    <a:pt x="309943" y="34061"/>
                  </a:lnTo>
                  <a:lnTo>
                    <a:pt x="305701" y="37160"/>
                  </a:lnTo>
                  <a:lnTo>
                    <a:pt x="328320" y="81026"/>
                  </a:lnTo>
                  <a:lnTo>
                    <a:pt x="305231" y="129006"/>
                  </a:lnTo>
                  <a:lnTo>
                    <a:pt x="49453" y="129006"/>
                  </a:lnTo>
                  <a:lnTo>
                    <a:pt x="47104" y="132626"/>
                  </a:lnTo>
                  <a:lnTo>
                    <a:pt x="308063" y="132626"/>
                  </a:lnTo>
                  <a:lnTo>
                    <a:pt x="333032" y="81026"/>
                  </a:lnTo>
                  <a:close/>
                </a:path>
                <a:path w="343534" h="736600">
                  <a:moveTo>
                    <a:pt x="343395" y="19608"/>
                  </a:moveTo>
                  <a:lnTo>
                    <a:pt x="0" y="19608"/>
                  </a:lnTo>
                  <a:lnTo>
                    <a:pt x="0" y="24257"/>
                  </a:lnTo>
                  <a:lnTo>
                    <a:pt x="343395" y="24257"/>
                  </a:lnTo>
                  <a:lnTo>
                    <a:pt x="343395" y="19608"/>
                  </a:lnTo>
                  <a:close/>
                </a:path>
              </a:pathLst>
            </a:custGeom>
            <a:solidFill>
              <a:srgbClr val="FF9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891781" y="3557727"/>
              <a:ext cx="345440" cy="610235"/>
            </a:xfrm>
            <a:custGeom>
              <a:avLst/>
              <a:gdLst/>
              <a:ahLst/>
              <a:cxnLst/>
              <a:rect l="l" t="t" r="r" b="b"/>
              <a:pathLst>
                <a:path w="345440" h="610235">
                  <a:moveTo>
                    <a:pt x="213385" y="132626"/>
                  </a:moveTo>
                  <a:lnTo>
                    <a:pt x="186994" y="182689"/>
                  </a:lnTo>
                  <a:lnTo>
                    <a:pt x="188887" y="609968"/>
                  </a:lnTo>
                  <a:lnTo>
                    <a:pt x="196888" y="601192"/>
                  </a:lnTo>
                  <a:lnTo>
                    <a:pt x="196888" y="190423"/>
                  </a:lnTo>
                  <a:lnTo>
                    <a:pt x="207251" y="163588"/>
                  </a:lnTo>
                  <a:lnTo>
                    <a:pt x="213385" y="132626"/>
                  </a:lnTo>
                  <a:close/>
                </a:path>
                <a:path w="345440" h="610235">
                  <a:moveTo>
                    <a:pt x="281686" y="56769"/>
                  </a:moveTo>
                  <a:lnTo>
                    <a:pt x="70650" y="56769"/>
                  </a:lnTo>
                  <a:lnTo>
                    <a:pt x="70650" y="67094"/>
                  </a:lnTo>
                  <a:lnTo>
                    <a:pt x="281686" y="67094"/>
                  </a:lnTo>
                  <a:lnTo>
                    <a:pt x="281686" y="56769"/>
                  </a:lnTo>
                  <a:close/>
                </a:path>
                <a:path w="345440" h="610235">
                  <a:moveTo>
                    <a:pt x="345274" y="0"/>
                  </a:moveTo>
                  <a:lnTo>
                    <a:pt x="0" y="0"/>
                  </a:lnTo>
                  <a:lnTo>
                    <a:pt x="0" y="11353"/>
                  </a:lnTo>
                  <a:lnTo>
                    <a:pt x="345274" y="11353"/>
                  </a:lnTo>
                  <a:lnTo>
                    <a:pt x="345274" y="0"/>
                  </a:lnTo>
                  <a:close/>
                </a:path>
              </a:pathLst>
            </a:custGeom>
            <a:solidFill>
              <a:srgbClr val="BF7F3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77512" y="3672804"/>
              <a:ext cx="184179" cy="71730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931350" y="3581463"/>
              <a:ext cx="272415" cy="10160"/>
            </a:xfrm>
            <a:custGeom>
              <a:avLst/>
              <a:gdLst/>
              <a:ahLst/>
              <a:cxnLst/>
              <a:rect l="l" t="t" r="r" b="b"/>
              <a:pathLst>
                <a:path w="272415" h="10160">
                  <a:moveTo>
                    <a:pt x="2355" y="9804"/>
                  </a:moveTo>
                  <a:lnTo>
                    <a:pt x="0" y="515"/>
                  </a:lnTo>
                  <a:lnTo>
                    <a:pt x="272266" y="0"/>
                  </a:lnTo>
                  <a:lnTo>
                    <a:pt x="269439" y="9288"/>
                  </a:lnTo>
                  <a:lnTo>
                    <a:pt x="2355" y="9804"/>
                  </a:lnTo>
                  <a:close/>
                </a:path>
              </a:pathLst>
            </a:custGeom>
            <a:solidFill>
              <a:srgbClr val="BF7F3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2336384" y="4838182"/>
            <a:ext cx="1334135" cy="914400"/>
          </a:xfrm>
          <a:prstGeom prst="rect">
            <a:avLst/>
          </a:prstGeom>
        </p:spPr>
        <p:txBody>
          <a:bodyPr wrap="square" lIns="0" tIns="7620" rIns="0" bIns="0" rtlCol="0" vert="horz">
            <a:spAutoFit/>
          </a:bodyPr>
          <a:lstStyle/>
          <a:p>
            <a:pPr marL="12700" marR="5080" indent="132715">
              <a:lnSpc>
                <a:spcPct val="101099"/>
              </a:lnSpc>
              <a:spcBef>
                <a:spcPts val="60"/>
              </a:spcBef>
            </a:pPr>
            <a:r>
              <a:rPr dirty="0" sz="2900" spc="-10" b="1">
                <a:latin typeface="Times New Roman"/>
                <a:cs typeface="Times New Roman"/>
              </a:rPr>
              <a:t>output function</a:t>
            </a:r>
            <a:endParaRPr sz="2900">
              <a:latin typeface="Times New Roman"/>
              <a:cs typeface="Times New Roman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2729628" y="1945757"/>
            <a:ext cx="639445" cy="5002530"/>
            <a:chOff x="2729628" y="1945757"/>
            <a:chExt cx="639445" cy="5002530"/>
          </a:xfrm>
        </p:grpSpPr>
        <p:sp>
          <p:nvSpPr>
            <p:cNvPr id="17" name="object 17"/>
            <p:cNvSpPr/>
            <p:nvPr/>
          </p:nvSpPr>
          <p:spPr>
            <a:xfrm>
              <a:off x="2744550" y="6460003"/>
              <a:ext cx="473709" cy="473709"/>
            </a:xfrm>
            <a:custGeom>
              <a:avLst/>
              <a:gdLst/>
              <a:ahLst/>
              <a:cxnLst/>
              <a:rect l="l" t="t" r="r" b="b"/>
              <a:pathLst>
                <a:path w="473710" h="473709">
                  <a:moveTo>
                    <a:pt x="0" y="236635"/>
                  </a:moveTo>
                  <a:lnTo>
                    <a:pt x="4806" y="188945"/>
                  </a:lnTo>
                  <a:lnTo>
                    <a:pt x="18593" y="144526"/>
                  </a:lnTo>
                  <a:lnTo>
                    <a:pt x="40407" y="104330"/>
                  </a:lnTo>
                  <a:lnTo>
                    <a:pt x="69298" y="69309"/>
                  </a:lnTo>
                  <a:lnTo>
                    <a:pt x="104315" y="40413"/>
                  </a:lnTo>
                  <a:lnTo>
                    <a:pt x="144505" y="18596"/>
                  </a:lnTo>
                  <a:lnTo>
                    <a:pt x="188917" y="4807"/>
                  </a:lnTo>
                  <a:lnTo>
                    <a:pt x="236600" y="0"/>
                  </a:lnTo>
                  <a:lnTo>
                    <a:pt x="284284" y="4807"/>
                  </a:lnTo>
                  <a:lnTo>
                    <a:pt x="328696" y="18596"/>
                  </a:lnTo>
                  <a:lnTo>
                    <a:pt x="368886" y="40413"/>
                  </a:lnTo>
                  <a:lnTo>
                    <a:pt x="403903" y="69309"/>
                  </a:lnTo>
                  <a:lnTo>
                    <a:pt x="432794" y="104330"/>
                  </a:lnTo>
                  <a:lnTo>
                    <a:pt x="454608" y="144526"/>
                  </a:lnTo>
                  <a:lnTo>
                    <a:pt x="468395" y="188945"/>
                  </a:lnTo>
                  <a:lnTo>
                    <a:pt x="473201" y="236635"/>
                  </a:lnTo>
                  <a:lnTo>
                    <a:pt x="468395" y="284325"/>
                  </a:lnTo>
                  <a:lnTo>
                    <a:pt x="454608" y="328744"/>
                  </a:lnTo>
                  <a:lnTo>
                    <a:pt x="432794" y="368940"/>
                  </a:lnTo>
                  <a:lnTo>
                    <a:pt x="403903" y="403962"/>
                  </a:lnTo>
                  <a:lnTo>
                    <a:pt x="368886" y="432857"/>
                  </a:lnTo>
                  <a:lnTo>
                    <a:pt x="328696" y="454675"/>
                  </a:lnTo>
                  <a:lnTo>
                    <a:pt x="284284" y="468463"/>
                  </a:lnTo>
                  <a:lnTo>
                    <a:pt x="236600" y="473271"/>
                  </a:lnTo>
                  <a:lnTo>
                    <a:pt x="188917" y="468463"/>
                  </a:lnTo>
                  <a:lnTo>
                    <a:pt x="144505" y="454675"/>
                  </a:lnTo>
                  <a:lnTo>
                    <a:pt x="104315" y="432857"/>
                  </a:lnTo>
                  <a:lnTo>
                    <a:pt x="69298" y="403962"/>
                  </a:lnTo>
                  <a:lnTo>
                    <a:pt x="40407" y="368940"/>
                  </a:lnTo>
                  <a:lnTo>
                    <a:pt x="18593" y="328744"/>
                  </a:lnTo>
                  <a:lnTo>
                    <a:pt x="4806" y="284325"/>
                  </a:lnTo>
                  <a:lnTo>
                    <a:pt x="0" y="236635"/>
                  </a:lnTo>
                  <a:close/>
                </a:path>
              </a:pathLst>
            </a:custGeom>
            <a:ln w="2957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2744550" y="6460003"/>
              <a:ext cx="473709" cy="473709"/>
            </a:xfrm>
            <a:custGeom>
              <a:avLst/>
              <a:gdLst/>
              <a:ahLst/>
              <a:cxnLst/>
              <a:rect l="l" t="t" r="r" b="b"/>
              <a:pathLst>
                <a:path w="473710" h="473709">
                  <a:moveTo>
                    <a:pt x="0" y="236635"/>
                  </a:moveTo>
                  <a:lnTo>
                    <a:pt x="473201" y="236635"/>
                  </a:lnTo>
                </a:path>
                <a:path w="473710" h="473709">
                  <a:moveTo>
                    <a:pt x="236600" y="473271"/>
                  </a:moveTo>
                  <a:lnTo>
                    <a:pt x="236600" y="0"/>
                  </a:lnTo>
                </a:path>
              </a:pathLst>
            </a:custGeom>
            <a:ln w="98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2882567" y="4187317"/>
              <a:ext cx="197485" cy="616585"/>
            </a:xfrm>
            <a:custGeom>
              <a:avLst/>
              <a:gdLst/>
              <a:ahLst/>
              <a:cxnLst/>
              <a:rect l="l" t="t" r="r" b="b"/>
              <a:pathLst>
                <a:path w="197485" h="616585">
                  <a:moveTo>
                    <a:pt x="147876" y="0"/>
                  </a:moveTo>
                  <a:lnTo>
                    <a:pt x="49292" y="0"/>
                  </a:lnTo>
                  <a:lnTo>
                    <a:pt x="49292" y="462178"/>
                  </a:lnTo>
                  <a:lnTo>
                    <a:pt x="0" y="462178"/>
                  </a:lnTo>
                  <a:lnTo>
                    <a:pt x="98585" y="616238"/>
                  </a:lnTo>
                  <a:lnTo>
                    <a:pt x="197168" y="462178"/>
                  </a:lnTo>
                  <a:lnTo>
                    <a:pt x="147876" y="462178"/>
                  </a:lnTo>
                  <a:lnTo>
                    <a:pt x="14787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2882567" y="4187316"/>
              <a:ext cx="197485" cy="616585"/>
            </a:xfrm>
            <a:custGeom>
              <a:avLst/>
              <a:gdLst/>
              <a:ahLst/>
              <a:cxnLst/>
              <a:rect l="l" t="t" r="r" b="b"/>
              <a:pathLst>
                <a:path w="197485" h="616585">
                  <a:moveTo>
                    <a:pt x="0" y="462178"/>
                  </a:moveTo>
                  <a:lnTo>
                    <a:pt x="98583" y="616237"/>
                  </a:lnTo>
                  <a:lnTo>
                    <a:pt x="197167" y="462178"/>
                  </a:lnTo>
                  <a:lnTo>
                    <a:pt x="147875" y="462178"/>
                  </a:lnTo>
                  <a:lnTo>
                    <a:pt x="147875" y="0"/>
                  </a:lnTo>
                  <a:lnTo>
                    <a:pt x="49291" y="0"/>
                  </a:lnTo>
                  <a:lnTo>
                    <a:pt x="49291" y="462178"/>
                  </a:lnTo>
                  <a:lnTo>
                    <a:pt x="0" y="462178"/>
                  </a:lnTo>
                  <a:close/>
                </a:path>
              </a:pathLst>
            </a:custGeom>
            <a:ln w="13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3165174" y="1952425"/>
              <a:ext cx="197485" cy="616585"/>
            </a:xfrm>
            <a:custGeom>
              <a:avLst/>
              <a:gdLst/>
              <a:ahLst/>
              <a:cxnLst/>
              <a:rect l="l" t="t" r="r" b="b"/>
              <a:pathLst>
                <a:path w="197485" h="616585">
                  <a:moveTo>
                    <a:pt x="147876" y="0"/>
                  </a:moveTo>
                  <a:lnTo>
                    <a:pt x="49292" y="0"/>
                  </a:lnTo>
                  <a:lnTo>
                    <a:pt x="49292" y="462178"/>
                  </a:lnTo>
                  <a:lnTo>
                    <a:pt x="0" y="462178"/>
                  </a:lnTo>
                  <a:lnTo>
                    <a:pt x="98585" y="616238"/>
                  </a:lnTo>
                  <a:lnTo>
                    <a:pt x="197167" y="462178"/>
                  </a:lnTo>
                  <a:lnTo>
                    <a:pt x="147876" y="462178"/>
                  </a:lnTo>
                  <a:lnTo>
                    <a:pt x="14787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3165174" y="1952425"/>
              <a:ext cx="197485" cy="616585"/>
            </a:xfrm>
            <a:custGeom>
              <a:avLst/>
              <a:gdLst/>
              <a:ahLst/>
              <a:cxnLst/>
              <a:rect l="l" t="t" r="r" b="b"/>
              <a:pathLst>
                <a:path w="197485" h="616585">
                  <a:moveTo>
                    <a:pt x="0" y="462178"/>
                  </a:moveTo>
                  <a:lnTo>
                    <a:pt x="98583" y="616237"/>
                  </a:lnTo>
                  <a:lnTo>
                    <a:pt x="197167" y="462178"/>
                  </a:lnTo>
                  <a:lnTo>
                    <a:pt x="147875" y="462178"/>
                  </a:lnTo>
                  <a:lnTo>
                    <a:pt x="147875" y="0"/>
                  </a:lnTo>
                  <a:lnTo>
                    <a:pt x="49291" y="0"/>
                  </a:lnTo>
                  <a:lnTo>
                    <a:pt x="49291" y="462178"/>
                  </a:lnTo>
                  <a:lnTo>
                    <a:pt x="0" y="462178"/>
                  </a:lnTo>
                  <a:close/>
                </a:path>
              </a:pathLst>
            </a:custGeom>
            <a:ln w="13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3" name="object 23"/>
          <p:cNvGrpSpPr/>
          <p:nvPr/>
        </p:nvGrpSpPr>
        <p:grpSpPr>
          <a:xfrm>
            <a:off x="1397239" y="6611187"/>
            <a:ext cx="1179830" cy="210820"/>
            <a:chOff x="1397239" y="6611187"/>
            <a:chExt cx="1179830" cy="210820"/>
          </a:xfrm>
        </p:grpSpPr>
        <p:sp>
          <p:nvSpPr>
            <p:cNvPr id="24" name="object 24"/>
            <p:cNvSpPr/>
            <p:nvPr/>
          </p:nvSpPr>
          <p:spPr>
            <a:xfrm>
              <a:off x="1403812" y="6617762"/>
              <a:ext cx="1167130" cy="197485"/>
            </a:xfrm>
            <a:custGeom>
              <a:avLst/>
              <a:gdLst/>
              <a:ahLst/>
              <a:cxnLst/>
              <a:rect l="l" t="t" r="r" b="b"/>
              <a:pathLst>
                <a:path w="1167130" h="197484">
                  <a:moveTo>
                    <a:pt x="874929" y="0"/>
                  </a:moveTo>
                  <a:lnTo>
                    <a:pt x="874929" y="49299"/>
                  </a:lnTo>
                  <a:lnTo>
                    <a:pt x="0" y="49299"/>
                  </a:lnTo>
                  <a:lnTo>
                    <a:pt x="0" y="147897"/>
                  </a:lnTo>
                  <a:lnTo>
                    <a:pt x="874929" y="147897"/>
                  </a:lnTo>
                  <a:lnTo>
                    <a:pt x="874929" y="197196"/>
                  </a:lnTo>
                  <a:lnTo>
                    <a:pt x="1166573" y="98598"/>
                  </a:lnTo>
                  <a:lnTo>
                    <a:pt x="87492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1403812" y="6617761"/>
              <a:ext cx="1167130" cy="197485"/>
            </a:xfrm>
            <a:custGeom>
              <a:avLst/>
              <a:gdLst/>
              <a:ahLst/>
              <a:cxnLst/>
              <a:rect l="l" t="t" r="r" b="b"/>
              <a:pathLst>
                <a:path w="1167130" h="197484">
                  <a:moveTo>
                    <a:pt x="874930" y="197196"/>
                  </a:moveTo>
                  <a:lnTo>
                    <a:pt x="1166574" y="98598"/>
                  </a:lnTo>
                  <a:lnTo>
                    <a:pt x="874930" y="0"/>
                  </a:lnTo>
                  <a:lnTo>
                    <a:pt x="874930" y="49300"/>
                  </a:lnTo>
                  <a:lnTo>
                    <a:pt x="0" y="49300"/>
                  </a:lnTo>
                  <a:lnTo>
                    <a:pt x="0" y="147898"/>
                  </a:lnTo>
                  <a:lnTo>
                    <a:pt x="874930" y="147898"/>
                  </a:lnTo>
                  <a:lnTo>
                    <a:pt x="874930" y="197196"/>
                  </a:lnTo>
                  <a:close/>
                </a:path>
              </a:pathLst>
            </a:custGeom>
            <a:ln w="131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/>
          <p:cNvSpPr txBox="1"/>
          <p:nvPr/>
        </p:nvSpPr>
        <p:spPr>
          <a:xfrm>
            <a:off x="2294139" y="1398750"/>
            <a:ext cx="5575935" cy="5302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5118735" algn="l"/>
              </a:tabLst>
            </a:pPr>
            <a:r>
              <a:rPr dirty="0" sz="3300" spc="-25">
                <a:latin typeface="Times New Roman"/>
                <a:cs typeface="Times New Roman"/>
              </a:rPr>
              <a:t>IV</a:t>
            </a:r>
            <a:r>
              <a:rPr dirty="0" sz="3300">
                <a:latin typeface="Times New Roman"/>
                <a:cs typeface="Times New Roman"/>
              </a:rPr>
              <a:t>	</a:t>
            </a:r>
            <a:r>
              <a:rPr dirty="0" sz="3300" spc="-25">
                <a:latin typeface="Times New Roman"/>
                <a:cs typeface="Times New Roman"/>
              </a:rPr>
              <a:t>IV</a:t>
            </a:r>
            <a:endParaRPr sz="33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038839" y="5973705"/>
            <a:ext cx="259715" cy="5302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3300" spc="-50">
                <a:latin typeface="Times New Roman"/>
                <a:cs typeface="Times New Roman"/>
              </a:rPr>
              <a:t>P</a:t>
            </a:r>
            <a:endParaRPr sz="33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153048" y="2662331"/>
            <a:ext cx="1696085" cy="1431925"/>
          </a:xfrm>
          <a:prstGeom prst="rect">
            <a:avLst/>
          </a:prstGeom>
          <a:ln w="9859">
            <a:solidFill>
              <a:srgbClr val="000000"/>
            </a:solidFill>
          </a:ln>
        </p:spPr>
        <p:txBody>
          <a:bodyPr wrap="square" lIns="0" tIns="41910" rIns="0" bIns="0" rtlCol="0" vert="horz">
            <a:spAutoFit/>
          </a:bodyPr>
          <a:lstStyle/>
          <a:p>
            <a:pPr marL="195580" marR="85725" indent="-97155">
              <a:lnSpc>
                <a:spcPct val="101099"/>
              </a:lnSpc>
              <a:spcBef>
                <a:spcPts val="330"/>
              </a:spcBef>
            </a:pPr>
            <a:r>
              <a:rPr dirty="0" sz="2900" b="1">
                <a:latin typeface="Times New Roman"/>
                <a:cs typeface="Times New Roman"/>
              </a:rPr>
              <a:t>next</a:t>
            </a:r>
            <a:r>
              <a:rPr dirty="0" sz="2900" spc="-40" b="1">
                <a:latin typeface="Times New Roman"/>
                <a:cs typeface="Times New Roman"/>
              </a:rPr>
              <a:t> </a:t>
            </a:r>
            <a:r>
              <a:rPr dirty="0" sz="2900" spc="-10" b="1">
                <a:latin typeface="Times New Roman"/>
                <a:cs typeface="Times New Roman"/>
              </a:rPr>
              <a:t>state function</a:t>
            </a:r>
            <a:endParaRPr sz="2900">
              <a:latin typeface="Times New Roman"/>
              <a:cs typeface="Times New Roman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1570581" y="1562139"/>
            <a:ext cx="629920" cy="210820"/>
            <a:chOff x="1570581" y="1562139"/>
            <a:chExt cx="629920" cy="210820"/>
          </a:xfrm>
        </p:grpSpPr>
        <p:sp>
          <p:nvSpPr>
            <p:cNvPr id="30" name="object 30"/>
            <p:cNvSpPr/>
            <p:nvPr/>
          </p:nvSpPr>
          <p:spPr>
            <a:xfrm>
              <a:off x="1577154" y="1568714"/>
              <a:ext cx="616585" cy="197485"/>
            </a:xfrm>
            <a:custGeom>
              <a:avLst/>
              <a:gdLst/>
              <a:ahLst/>
              <a:cxnLst/>
              <a:rect l="l" t="t" r="r" b="b"/>
              <a:pathLst>
                <a:path w="616585" h="197485">
                  <a:moveTo>
                    <a:pt x="462112" y="0"/>
                  </a:moveTo>
                  <a:lnTo>
                    <a:pt x="462112" y="49298"/>
                  </a:lnTo>
                  <a:lnTo>
                    <a:pt x="0" y="49298"/>
                  </a:lnTo>
                  <a:lnTo>
                    <a:pt x="0" y="147896"/>
                  </a:lnTo>
                  <a:lnTo>
                    <a:pt x="462112" y="147896"/>
                  </a:lnTo>
                  <a:lnTo>
                    <a:pt x="462112" y="197195"/>
                  </a:lnTo>
                  <a:lnTo>
                    <a:pt x="616149" y="98597"/>
                  </a:lnTo>
                  <a:lnTo>
                    <a:pt x="462112" y="0"/>
                  </a:lnTo>
                  <a:close/>
                </a:path>
              </a:pathLst>
            </a:custGeom>
            <a:solidFill>
              <a:srgbClr val="FF26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1577155" y="1568713"/>
              <a:ext cx="616585" cy="197485"/>
            </a:xfrm>
            <a:custGeom>
              <a:avLst/>
              <a:gdLst/>
              <a:ahLst/>
              <a:cxnLst/>
              <a:rect l="l" t="t" r="r" b="b"/>
              <a:pathLst>
                <a:path w="616585" h="197485">
                  <a:moveTo>
                    <a:pt x="462111" y="197196"/>
                  </a:moveTo>
                  <a:lnTo>
                    <a:pt x="616149" y="98598"/>
                  </a:lnTo>
                  <a:lnTo>
                    <a:pt x="462111" y="0"/>
                  </a:lnTo>
                  <a:lnTo>
                    <a:pt x="462111" y="49300"/>
                  </a:lnTo>
                  <a:lnTo>
                    <a:pt x="0" y="49300"/>
                  </a:lnTo>
                  <a:lnTo>
                    <a:pt x="0" y="147898"/>
                  </a:lnTo>
                  <a:lnTo>
                    <a:pt x="462111" y="147898"/>
                  </a:lnTo>
                  <a:lnTo>
                    <a:pt x="462111" y="197196"/>
                  </a:lnTo>
                  <a:close/>
                </a:path>
              </a:pathLst>
            </a:custGeom>
            <a:ln w="13146">
              <a:solidFill>
                <a:srgbClr val="FF26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2" name="object 32"/>
          <p:cNvGrpSpPr/>
          <p:nvPr/>
        </p:nvGrpSpPr>
        <p:grpSpPr>
          <a:xfrm>
            <a:off x="5956968" y="3303315"/>
            <a:ext cx="414655" cy="865505"/>
            <a:chOff x="5956968" y="3303315"/>
            <a:chExt cx="414655" cy="865505"/>
          </a:xfrm>
        </p:grpSpPr>
        <p:sp>
          <p:nvSpPr>
            <p:cNvPr id="33" name="object 33"/>
            <p:cNvSpPr/>
            <p:nvPr/>
          </p:nvSpPr>
          <p:spPr>
            <a:xfrm>
              <a:off x="5956968" y="3303315"/>
              <a:ext cx="404495" cy="860425"/>
            </a:xfrm>
            <a:custGeom>
              <a:avLst/>
              <a:gdLst/>
              <a:ahLst/>
              <a:cxnLst/>
              <a:rect l="l" t="t" r="r" b="b"/>
              <a:pathLst>
                <a:path w="404495" h="860425">
                  <a:moveTo>
                    <a:pt x="220450" y="860248"/>
                  </a:moveTo>
                  <a:lnTo>
                    <a:pt x="151677" y="796774"/>
                  </a:lnTo>
                  <a:lnTo>
                    <a:pt x="176172" y="778713"/>
                  </a:lnTo>
                  <a:lnTo>
                    <a:pt x="176172" y="757555"/>
                  </a:lnTo>
                  <a:lnTo>
                    <a:pt x="151677" y="738461"/>
                  </a:lnTo>
                  <a:lnTo>
                    <a:pt x="176172" y="721948"/>
                  </a:lnTo>
                  <a:lnTo>
                    <a:pt x="172403" y="715239"/>
                  </a:lnTo>
                  <a:lnTo>
                    <a:pt x="151206" y="700274"/>
                  </a:lnTo>
                  <a:lnTo>
                    <a:pt x="147438" y="652798"/>
                  </a:lnTo>
                  <a:lnTo>
                    <a:pt x="144612" y="648153"/>
                  </a:lnTo>
                  <a:lnTo>
                    <a:pt x="176643" y="620803"/>
                  </a:lnTo>
                  <a:lnTo>
                    <a:pt x="176643" y="597065"/>
                  </a:lnTo>
                  <a:lnTo>
                    <a:pt x="151206" y="569198"/>
                  </a:lnTo>
                  <a:lnTo>
                    <a:pt x="176172" y="544428"/>
                  </a:lnTo>
                  <a:lnTo>
                    <a:pt x="176172" y="519658"/>
                  </a:lnTo>
                  <a:lnTo>
                    <a:pt x="151677" y="487663"/>
                  </a:lnTo>
                  <a:lnTo>
                    <a:pt x="146966" y="435542"/>
                  </a:lnTo>
                  <a:lnTo>
                    <a:pt x="117291" y="435542"/>
                  </a:lnTo>
                  <a:lnTo>
                    <a:pt x="117291" y="365360"/>
                  </a:lnTo>
                  <a:lnTo>
                    <a:pt x="99391" y="365360"/>
                  </a:lnTo>
                  <a:lnTo>
                    <a:pt x="99391" y="303951"/>
                  </a:lnTo>
                  <a:lnTo>
                    <a:pt x="79607" y="303951"/>
                  </a:lnTo>
                  <a:lnTo>
                    <a:pt x="70657" y="274536"/>
                  </a:lnTo>
                  <a:lnTo>
                    <a:pt x="30618" y="274536"/>
                  </a:lnTo>
                  <a:lnTo>
                    <a:pt x="30618" y="248734"/>
                  </a:lnTo>
                  <a:lnTo>
                    <a:pt x="0" y="248734"/>
                  </a:lnTo>
                  <a:lnTo>
                    <a:pt x="0" y="127463"/>
                  </a:lnTo>
                  <a:lnTo>
                    <a:pt x="30146" y="127463"/>
                  </a:lnTo>
                  <a:lnTo>
                    <a:pt x="30146" y="109917"/>
                  </a:lnTo>
                  <a:lnTo>
                    <a:pt x="64062" y="109917"/>
                  </a:lnTo>
                  <a:lnTo>
                    <a:pt x="72070" y="102177"/>
                  </a:lnTo>
                  <a:lnTo>
                    <a:pt x="80078" y="82567"/>
                  </a:lnTo>
                  <a:lnTo>
                    <a:pt x="99391" y="82567"/>
                  </a:lnTo>
                  <a:lnTo>
                    <a:pt x="145083" y="0"/>
                  </a:lnTo>
                  <a:lnTo>
                    <a:pt x="267084" y="0"/>
                  </a:lnTo>
                  <a:lnTo>
                    <a:pt x="249068" y="25779"/>
                  </a:lnTo>
                  <a:lnTo>
                    <a:pt x="243899" y="33027"/>
                  </a:lnTo>
                  <a:lnTo>
                    <a:pt x="172874" y="33027"/>
                  </a:lnTo>
                  <a:lnTo>
                    <a:pt x="146025" y="85663"/>
                  </a:lnTo>
                  <a:lnTo>
                    <a:pt x="333920" y="85663"/>
                  </a:lnTo>
                  <a:lnTo>
                    <a:pt x="341039" y="110433"/>
                  </a:lnTo>
                  <a:lnTo>
                    <a:pt x="377309" y="110433"/>
                  </a:lnTo>
                  <a:lnTo>
                    <a:pt x="377718" y="127463"/>
                  </a:lnTo>
                  <a:lnTo>
                    <a:pt x="377780" y="130043"/>
                  </a:lnTo>
                  <a:lnTo>
                    <a:pt x="391441" y="130559"/>
                  </a:lnTo>
                  <a:lnTo>
                    <a:pt x="404159" y="130559"/>
                  </a:lnTo>
                  <a:lnTo>
                    <a:pt x="404159" y="250798"/>
                  </a:lnTo>
                  <a:lnTo>
                    <a:pt x="377309" y="251314"/>
                  </a:lnTo>
                  <a:lnTo>
                    <a:pt x="376877" y="274536"/>
                  </a:lnTo>
                  <a:lnTo>
                    <a:pt x="376839" y="276600"/>
                  </a:lnTo>
                  <a:lnTo>
                    <a:pt x="342452" y="276600"/>
                  </a:lnTo>
                  <a:lnTo>
                    <a:pt x="332560" y="306531"/>
                  </a:lnTo>
                  <a:lnTo>
                    <a:pt x="313718" y="307047"/>
                  </a:lnTo>
                  <a:lnTo>
                    <a:pt x="312365" y="365360"/>
                  </a:lnTo>
                  <a:lnTo>
                    <a:pt x="312305" y="367940"/>
                  </a:lnTo>
                  <a:lnTo>
                    <a:pt x="299586" y="367940"/>
                  </a:lnTo>
                  <a:lnTo>
                    <a:pt x="295347" y="377229"/>
                  </a:lnTo>
                  <a:lnTo>
                    <a:pt x="295347" y="438122"/>
                  </a:lnTo>
                  <a:lnTo>
                    <a:pt x="272737" y="438639"/>
                  </a:lnTo>
                  <a:lnTo>
                    <a:pt x="273746" y="700274"/>
                  </a:lnTo>
                  <a:lnTo>
                    <a:pt x="273829" y="721948"/>
                  </a:lnTo>
                  <a:lnTo>
                    <a:pt x="273893" y="738461"/>
                  </a:lnTo>
                  <a:lnTo>
                    <a:pt x="273967" y="757555"/>
                  </a:lnTo>
                  <a:lnTo>
                    <a:pt x="274048" y="778713"/>
                  </a:lnTo>
                  <a:lnTo>
                    <a:pt x="274150" y="805031"/>
                  </a:lnTo>
                  <a:lnTo>
                    <a:pt x="220450" y="860248"/>
                  </a:lnTo>
                  <a:close/>
                </a:path>
                <a:path w="404495" h="860425">
                  <a:moveTo>
                    <a:pt x="333920" y="85663"/>
                  </a:moveTo>
                  <a:lnTo>
                    <a:pt x="268497" y="85663"/>
                  </a:lnTo>
                  <a:lnTo>
                    <a:pt x="243532" y="33542"/>
                  </a:lnTo>
                  <a:lnTo>
                    <a:pt x="244003" y="33027"/>
                  </a:lnTo>
                  <a:lnTo>
                    <a:pt x="249068" y="25779"/>
                  </a:lnTo>
                  <a:lnTo>
                    <a:pt x="267084" y="515"/>
                  </a:lnTo>
                  <a:lnTo>
                    <a:pt x="309950" y="82051"/>
                  </a:lnTo>
                  <a:lnTo>
                    <a:pt x="333031" y="82567"/>
                  </a:lnTo>
                  <a:lnTo>
                    <a:pt x="333920" y="85663"/>
                  </a:lnTo>
                  <a:close/>
                </a:path>
              </a:pathLst>
            </a:custGeom>
            <a:solidFill>
              <a:srgbClr val="FF9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5966860" y="3307959"/>
              <a:ext cx="405130" cy="861060"/>
            </a:xfrm>
            <a:custGeom>
              <a:avLst/>
              <a:gdLst/>
              <a:ahLst/>
              <a:cxnLst/>
              <a:rect l="l" t="t" r="r" b="b"/>
              <a:pathLst>
                <a:path w="405129" h="861060">
                  <a:moveTo>
                    <a:pt x="220450" y="860764"/>
                  </a:moveTo>
                  <a:lnTo>
                    <a:pt x="151677" y="796774"/>
                  </a:lnTo>
                  <a:lnTo>
                    <a:pt x="176172" y="778713"/>
                  </a:lnTo>
                  <a:lnTo>
                    <a:pt x="176172" y="757555"/>
                  </a:lnTo>
                  <a:lnTo>
                    <a:pt x="151677" y="738461"/>
                  </a:lnTo>
                  <a:lnTo>
                    <a:pt x="176172" y="721948"/>
                  </a:lnTo>
                  <a:lnTo>
                    <a:pt x="172403" y="715239"/>
                  </a:lnTo>
                  <a:lnTo>
                    <a:pt x="151206" y="700274"/>
                  </a:lnTo>
                  <a:lnTo>
                    <a:pt x="147438" y="652798"/>
                  </a:lnTo>
                  <a:lnTo>
                    <a:pt x="144611" y="648670"/>
                  </a:lnTo>
                  <a:lnTo>
                    <a:pt x="176643" y="620803"/>
                  </a:lnTo>
                  <a:lnTo>
                    <a:pt x="176643" y="597065"/>
                  </a:lnTo>
                  <a:lnTo>
                    <a:pt x="151206" y="569198"/>
                  </a:lnTo>
                  <a:lnTo>
                    <a:pt x="176172" y="544428"/>
                  </a:lnTo>
                  <a:lnTo>
                    <a:pt x="176172" y="519658"/>
                  </a:lnTo>
                  <a:lnTo>
                    <a:pt x="151677" y="487663"/>
                  </a:lnTo>
                  <a:lnTo>
                    <a:pt x="146967" y="435542"/>
                  </a:lnTo>
                  <a:lnTo>
                    <a:pt x="117290" y="435542"/>
                  </a:lnTo>
                  <a:lnTo>
                    <a:pt x="117290" y="365360"/>
                  </a:lnTo>
                  <a:lnTo>
                    <a:pt x="99862" y="365360"/>
                  </a:lnTo>
                  <a:lnTo>
                    <a:pt x="99862" y="303951"/>
                  </a:lnTo>
                  <a:lnTo>
                    <a:pt x="79607" y="303951"/>
                  </a:lnTo>
                  <a:lnTo>
                    <a:pt x="70657" y="274536"/>
                  </a:lnTo>
                  <a:lnTo>
                    <a:pt x="30618" y="274536"/>
                  </a:lnTo>
                  <a:lnTo>
                    <a:pt x="30618" y="248734"/>
                  </a:lnTo>
                  <a:lnTo>
                    <a:pt x="0" y="248734"/>
                  </a:lnTo>
                  <a:lnTo>
                    <a:pt x="0" y="127463"/>
                  </a:lnTo>
                  <a:lnTo>
                    <a:pt x="30147" y="127463"/>
                  </a:lnTo>
                  <a:lnTo>
                    <a:pt x="30147" y="109917"/>
                  </a:lnTo>
                  <a:lnTo>
                    <a:pt x="64062" y="109917"/>
                  </a:lnTo>
                  <a:lnTo>
                    <a:pt x="72070" y="102177"/>
                  </a:lnTo>
                  <a:lnTo>
                    <a:pt x="80078" y="82567"/>
                  </a:lnTo>
                  <a:lnTo>
                    <a:pt x="99862" y="82567"/>
                  </a:lnTo>
                  <a:lnTo>
                    <a:pt x="145083" y="0"/>
                  </a:lnTo>
                  <a:lnTo>
                    <a:pt x="267084" y="0"/>
                  </a:lnTo>
                  <a:lnTo>
                    <a:pt x="244003" y="33027"/>
                  </a:lnTo>
                  <a:lnTo>
                    <a:pt x="172874" y="33027"/>
                  </a:lnTo>
                  <a:lnTo>
                    <a:pt x="146025" y="85663"/>
                  </a:lnTo>
                  <a:lnTo>
                    <a:pt x="333921" y="85663"/>
                  </a:lnTo>
                  <a:lnTo>
                    <a:pt x="341039" y="110433"/>
                  </a:lnTo>
                  <a:lnTo>
                    <a:pt x="377309" y="110433"/>
                  </a:lnTo>
                  <a:lnTo>
                    <a:pt x="377718" y="127463"/>
                  </a:lnTo>
                  <a:lnTo>
                    <a:pt x="377780" y="130043"/>
                  </a:lnTo>
                  <a:lnTo>
                    <a:pt x="391441" y="130559"/>
                  </a:lnTo>
                  <a:lnTo>
                    <a:pt x="404630" y="130559"/>
                  </a:lnTo>
                  <a:lnTo>
                    <a:pt x="404630" y="250798"/>
                  </a:lnTo>
                  <a:lnTo>
                    <a:pt x="377309" y="251314"/>
                  </a:lnTo>
                  <a:lnTo>
                    <a:pt x="376877" y="274536"/>
                  </a:lnTo>
                  <a:lnTo>
                    <a:pt x="376839" y="276600"/>
                  </a:lnTo>
                  <a:lnTo>
                    <a:pt x="342452" y="276600"/>
                  </a:lnTo>
                  <a:lnTo>
                    <a:pt x="332560" y="306531"/>
                  </a:lnTo>
                  <a:lnTo>
                    <a:pt x="313718" y="307047"/>
                  </a:lnTo>
                  <a:lnTo>
                    <a:pt x="312365" y="365360"/>
                  </a:lnTo>
                  <a:lnTo>
                    <a:pt x="312305" y="367940"/>
                  </a:lnTo>
                  <a:lnTo>
                    <a:pt x="299586" y="367940"/>
                  </a:lnTo>
                  <a:lnTo>
                    <a:pt x="296289" y="373101"/>
                  </a:lnTo>
                  <a:lnTo>
                    <a:pt x="296289" y="438639"/>
                  </a:lnTo>
                  <a:lnTo>
                    <a:pt x="272737" y="438639"/>
                  </a:lnTo>
                  <a:lnTo>
                    <a:pt x="273746" y="700274"/>
                  </a:lnTo>
                  <a:lnTo>
                    <a:pt x="273829" y="721948"/>
                  </a:lnTo>
                  <a:lnTo>
                    <a:pt x="273893" y="738461"/>
                  </a:lnTo>
                  <a:lnTo>
                    <a:pt x="273967" y="757555"/>
                  </a:lnTo>
                  <a:lnTo>
                    <a:pt x="274048" y="778713"/>
                  </a:lnTo>
                  <a:lnTo>
                    <a:pt x="274150" y="805031"/>
                  </a:lnTo>
                  <a:lnTo>
                    <a:pt x="220450" y="860764"/>
                  </a:lnTo>
                  <a:close/>
                </a:path>
                <a:path w="405129" h="861060">
                  <a:moveTo>
                    <a:pt x="333921" y="85663"/>
                  </a:moveTo>
                  <a:lnTo>
                    <a:pt x="268497" y="85663"/>
                  </a:lnTo>
                  <a:lnTo>
                    <a:pt x="243532" y="33543"/>
                  </a:lnTo>
                  <a:lnTo>
                    <a:pt x="267084" y="516"/>
                  </a:lnTo>
                  <a:lnTo>
                    <a:pt x="310420" y="82051"/>
                  </a:lnTo>
                  <a:lnTo>
                    <a:pt x="333031" y="82567"/>
                  </a:lnTo>
                  <a:lnTo>
                    <a:pt x="333921" y="85663"/>
                  </a:lnTo>
                  <a:close/>
                </a:path>
              </a:pathLst>
            </a:custGeom>
            <a:solidFill>
              <a:srgbClr val="BF7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6023386" y="3446259"/>
              <a:ext cx="286385" cy="99060"/>
            </a:xfrm>
            <a:custGeom>
              <a:avLst/>
              <a:gdLst/>
              <a:ahLst/>
              <a:cxnLst/>
              <a:rect l="l" t="t" r="r" b="b"/>
              <a:pathLst>
                <a:path w="286385" h="99060">
                  <a:moveTo>
                    <a:pt x="23081" y="98564"/>
                  </a:moveTo>
                  <a:lnTo>
                    <a:pt x="0" y="51088"/>
                  </a:lnTo>
                  <a:lnTo>
                    <a:pt x="24965" y="0"/>
                  </a:lnTo>
                  <a:lnTo>
                    <a:pt x="285926" y="0"/>
                  </a:lnTo>
                  <a:lnTo>
                    <a:pt x="283571" y="3612"/>
                  </a:lnTo>
                  <a:lnTo>
                    <a:pt x="27791" y="3612"/>
                  </a:lnTo>
                  <a:lnTo>
                    <a:pt x="4710" y="51088"/>
                  </a:lnTo>
                  <a:lnTo>
                    <a:pt x="27320" y="95468"/>
                  </a:lnTo>
                  <a:lnTo>
                    <a:pt x="23081" y="98564"/>
                  </a:lnTo>
                  <a:close/>
                </a:path>
              </a:pathLst>
            </a:custGeom>
            <a:solidFill>
              <a:srgbClr val="BF7F3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5998883" y="3411689"/>
              <a:ext cx="343535" cy="736600"/>
            </a:xfrm>
            <a:custGeom>
              <a:avLst/>
              <a:gdLst/>
              <a:ahLst/>
              <a:cxnLst/>
              <a:rect l="l" t="t" r="r" b="b"/>
              <a:pathLst>
                <a:path w="343535" h="736600">
                  <a:moveTo>
                    <a:pt x="165811" y="265252"/>
                  </a:moveTo>
                  <a:lnTo>
                    <a:pt x="156857" y="279692"/>
                  </a:lnTo>
                  <a:lnTo>
                    <a:pt x="157797" y="728141"/>
                  </a:lnTo>
                  <a:lnTo>
                    <a:pt x="165341" y="735368"/>
                  </a:lnTo>
                  <a:lnTo>
                    <a:pt x="165811" y="265252"/>
                  </a:lnTo>
                  <a:close/>
                </a:path>
                <a:path w="343535" h="736600">
                  <a:moveTo>
                    <a:pt x="214325" y="728662"/>
                  </a:moveTo>
                  <a:lnTo>
                    <a:pt x="212915" y="277634"/>
                  </a:lnTo>
                  <a:lnTo>
                    <a:pt x="206324" y="314794"/>
                  </a:lnTo>
                  <a:lnTo>
                    <a:pt x="207264" y="736396"/>
                  </a:lnTo>
                  <a:lnTo>
                    <a:pt x="214325" y="728662"/>
                  </a:lnTo>
                  <a:close/>
                </a:path>
                <a:path w="343535" h="736600">
                  <a:moveTo>
                    <a:pt x="301942" y="0"/>
                  </a:moveTo>
                  <a:lnTo>
                    <a:pt x="33921" y="0"/>
                  </a:lnTo>
                  <a:lnTo>
                    <a:pt x="33921" y="5156"/>
                  </a:lnTo>
                  <a:lnTo>
                    <a:pt x="301942" y="5156"/>
                  </a:lnTo>
                  <a:lnTo>
                    <a:pt x="301942" y="0"/>
                  </a:lnTo>
                  <a:close/>
                </a:path>
                <a:path w="343535" h="736600">
                  <a:moveTo>
                    <a:pt x="333032" y="81026"/>
                  </a:moveTo>
                  <a:lnTo>
                    <a:pt x="309956" y="34061"/>
                  </a:lnTo>
                  <a:lnTo>
                    <a:pt x="305714" y="37160"/>
                  </a:lnTo>
                  <a:lnTo>
                    <a:pt x="328320" y="81026"/>
                  </a:lnTo>
                  <a:lnTo>
                    <a:pt x="305244" y="129006"/>
                  </a:lnTo>
                  <a:lnTo>
                    <a:pt x="49466" y="129006"/>
                  </a:lnTo>
                  <a:lnTo>
                    <a:pt x="47104" y="132626"/>
                  </a:lnTo>
                  <a:lnTo>
                    <a:pt x="308063" y="132626"/>
                  </a:lnTo>
                  <a:lnTo>
                    <a:pt x="333032" y="81026"/>
                  </a:lnTo>
                  <a:close/>
                </a:path>
                <a:path w="343535" h="736600">
                  <a:moveTo>
                    <a:pt x="343395" y="19608"/>
                  </a:moveTo>
                  <a:lnTo>
                    <a:pt x="0" y="19608"/>
                  </a:lnTo>
                  <a:lnTo>
                    <a:pt x="0" y="24257"/>
                  </a:lnTo>
                  <a:lnTo>
                    <a:pt x="343395" y="24257"/>
                  </a:lnTo>
                  <a:lnTo>
                    <a:pt x="343395" y="19608"/>
                  </a:lnTo>
                  <a:close/>
                </a:path>
              </a:pathLst>
            </a:custGeom>
            <a:solidFill>
              <a:srgbClr val="FF9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5998413" y="3557727"/>
              <a:ext cx="345440" cy="610235"/>
            </a:xfrm>
            <a:custGeom>
              <a:avLst/>
              <a:gdLst/>
              <a:ahLst/>
              <a:cxnLst/>
              <a:rect l="l" t="t" r="r" b="b"/>
              <a:pathLst>
                <a:path w="345439" h="610235">
                  <a:moveTo>
                    <a:pt x="213385" y="132626"/>
                  </a:moveTo>
                  <a:lnTo>
                    <a:pt x="187007" y="182689"/>
                  </a:lnTo>
                  <a:lnTo>
                    <a:pt x="188887" y="609968"/>
                  </a:lnTo>
                  <a:lnTo>
                    <a:pt x="196900" y="601192"/>
                  </a:lnTo>
                  <a:lnTo>
                    <a:pt x="196900" y="190423"/>
                  </a:lnTo>
                  <a:lnTo>
                    <a:pt x="207264" y="163588"/>
                  </a:lnTo>
                  <a:lnTo>
                    <a:pt x="213385" y="132626"/>
                  </a:lnTo>
                  <a:close/>
                </a:path>
                <a:path w="345439" h="610235">
                  <a:moveTo>
                    <a:pt x="281686" y="56769"/>
                  </a:moveTo>
                  <a:lnTo>
                    <a:pt x="70662" y="56769"/>
                  </a:lnTo>
                  <a:lnTo>
                    <a:pt x="70662" y="67094"/>
                  </a:lnTo>
                  <a:lnTo>
                    <a:pt x="281686" y="67094"/>
                  </a:lnTo>
                  <a:lnTo>
                    <a:pt x="281686" y="56769"/>
                  </a:lnTo>
                  <a:close/>
                </a:path>
                <a:path w="345439" h="610235">
                  <a:moveTo>
                    <a:pt x="345274" y="0"/>
                  </a:moveTo>
                  <a:lnTo>
                    <a:pt x="0" y="0"/>
                  </a:lnTo>
                  <a:lnTo>
                    <a:pt x="0" y="11353"/>
                  </a:lnTo>
                  <a:lnTo>
                    <a:pt x="345274" y="11353"/>
                  </a:lnTo>
                  <a:lnTo>
                    <a:pt x="345274" y="0"/>
                  </a:lnTo>
                  <a:close/>
                </a:path>
              </a:pathLst>
            </a:custGeom>
            <a:solidFill>
              <a:srgbClr val="BF7F3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8" name="object 3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84151" y="3672804"/>
              <a:ext cx="184180" cy="71730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6037988" y="3581463"/>
              <a:ext cx="272415" cy="10160"/>
            </a:xfrm>
            <a:custGeom>
              <a:avLst/>
              <a:gdLst/>
              <a:ahLst/>
              <a:cxnLst/>
              <a:rect l="l" t="t" r="r" b="b"/>
              <a:pathLst>
                <a:path w="272414" h="10160">
                  <a:moveTo>
                    <a:pt x="2355" y="9804"/>
                  </a:moveTo>
                  <a:lnTo>
                    <a:pt x="0" y="515"/>
                  </a:lnTo>
                  <a:lnTo>
                    <a:pt x="272266" y="0"/>
                  </a:lnTo>
                  <a:lnTo>
                    <a:pt x="269439" y="9288"/>
                  </a:lnTo>
                  <a:lnTo>
                    <a:pt x="2355" y="9804"/>
                  </a:lnTo>
                  <a:close/>
                </a:path>
              </a:pathLst>
            </a:custGeom>
            <a:solidFill>
              <a:srgbClr val="BF7F3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0" name="object 40"/>
          <p:cNvGrpSpPr/>
          <p:nvPr/>
        </p:nvGrpSpPr>
        <p:grpSpPr>
          <a:xfrm>
            <a:off x="1491620" y="1934082"/>
            <a:ext cx="7468870" cy="4532630"/>
            <a:chOff x="1491620" y="1934082"/>
            <a:chExt cx="7468870" cy="4532630"/>
          </a:xfrm>
        </p:grpSpPr>
        <p:sp>
          <p:nvSpPr>
            <p:cNvPr id="41" name="object 41"/>
            <p:cNvSpPr/>
            <p:nvPr/>
          </p:nvSpPr>
          <p:spPr>
            <a:xfrm>
              <a:off x="3217752" y="1963927"/>
              <a:ext cx="1025525" cy="2445385"/>
            </a:xfrm>
            <a:custGeom>
              <a:avLst/>
              <a:gdLst/>
              <a:ahLst/>
              <a:cxnLst/>
              <a:rect l="l" t="t" r="r" b="b"/>
              <a:pathLst>
                <a:path w="1025525" h="2445385">
                  <a:moveTo>
                    <a:pt x="0" y="0"/>
                  </a:moveTo>
                  <a:lnTo>
                    <a:pt x="1025270" y="0"/>
                  </a:lnTo>
                </a:path>
                <a:path w="1025525" h="2445385">
                  <a:moveTo>
                    <a:pt x="995695" y="0"/>
                  </a:moveTo>
                  <a:lnTo>
                    <a:pt x="995695" y="2445234"/>
                  </a:lnTo>
                </a:path>
              </a:pathLst>
            </a:custGeom>
            <a:ln w="591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2902285" y="5843766"/>
              <a:ext cx="197485" cy="616585"/>
            </a:xfrm>
            <a:custGeom>
              <a:avLst/>
              <a:gdLst/>
              <a:ahLst/>
              <a:cxnLst/>
              <a:rect l="l" t="t" r="r" b="b"/>
              <a:pathLst>
                <a:path w="197485" h="616585">
                  <a:moveTo>
                    <a:pt x="147874" y="0"/>
                  </a:moveTo>
                  <a:lnTo>
                    <a:pt x="49291" y="0"/>
                  </a:lnTo>
                  <a:lnTo>
                    <a:pt x="49291" y="462178"/>
                  </a:lnTo>
                  <a:lnTo>
                    <a:pt x="0" y="462178"/>
                  </a:lnTo>
                  <a:lnTo>
                    <a:pt x="98582" y="616237"/>
                  </a:lnTo>
                  <a:lnTo>
                    <a:pt x="197166" y="462178"/>
                  </a:lnTo>
                  <a:lnTo>
                    <a:pt x="147874" y="462178"/>
                  </a:lnTo>
                  <a:lnTo>
                    <a:pt x="14787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2902284" y="5843765"/>
              <a:ext cx="197485" cy="616585"/>
            </a:xfrm>
            <a:custGeom>
              <a:avLst/>
              <a:gdLst/>
              <a:ahLst/>
              <a:cxnLst/>
              <a:rect l="l" t="t" r="r" b="b"/>
              <a:pathLst>
                <a:path w="197485" h="616585">
                  <a:moveTo>
                    <a:pt x="0" y="462178"/>
                  </a:moveTo>
                  <a:lnTo>
                    <a:pt x="98583" y="616237"/>
                  </a:lnTo>
                  <a:lnTo>
                    <a:pt x="197167" y="462178"/>
                  </a:lnTo>
                  <a:lnTo>
                    <a:pt x="147875" y="462178"/>
                  </a:lnTo>
                  <a:lnTo>
                    <a:pt x="147875" y="0"/>
                  </a:lnTo>
                  <a:lnTo>
                    <a:pt x="49291" y="0"/>
                  </a:lnTo>
                  <a:lnTo>
                    <a:pt x="49291" y="462178"/>
                  </a:lnTo>
                  <a:lnTo>
                    <a:pt x="0" y="462178"/>
                  </a:lnTo>
                  <a:close/>
                </a:path>
              </a:pathLst>
            </a:custGeom>
            <a:ln w="13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/>
            <p:cNvSpPr/>
            <p:nvPr/>
          </p:nvSpPr>
          <p:spPr>
            <a:xfrm>
              <a:off x="3000868" y="4409162"/>
              <a:ext cx="1232535" cy="0"/>
            </a:xfrm>
            <a:custGeom>
              <a:avLst/>
              <a:gdLst/>
              <a:ahLst/>
              <a:cxnLst/>
              <a:rect l="l" t="t" r="r" b="b"/>
              <a:pathLst>
                <a:path w="1232535" h="0">
                  <a:moveTo>
                    <a:pt x="0" y="0"/>
                  </a:moveTo>
                  <a:lnTo>
                    <a:pt x="1232296" y="0"/>
                  </a:lnTo>
                </a:path>
              </a:pathLst>
            </a:custGeom>
            <a:ln w="591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/>
            <p:cNvSpPr/>
            <p:nvPr/>
          </p:nvSpPr>
          <p:spPr>
            <a:xfrm>
              <a:off x="2507949" y="1963928"/>
              <a:ext cx="197485" cy="616585"/>
            </a:xfrm>
            <a:custGeom>
              <a:avLst/>
              <a:gdLst/>
              <a:ahLst/>
              <a:cxnLst/>
              <a:rect l="l" t="t" r="r" b="b"/>
              <a:pathLst>
                <a:path w="197485" h="616585">
                  <a:moveTo>
                    <a:pt x="147876" y="0"/>
                  </a:moveTo>
                  <a:lnTo>
                    <a:pt x="49292" y="0"/>
                  </a:lnTo>
                  <a:lnTo>
                    <a:pt x="49292" y="462178"/>
                  </a:lnTo>
                  <a:lnTo>
                    <a:pt x="0" y="462178"/>
                  </a:lnTo>
                  <a:lnTo>
                    <a:pt x="98585" y="616238"/>
                  </a:lnTo>
                  <a:lnTo>
                    <a:pt x="197168" y="462178"/>
                  </a:lnTo>
                  <a:lnTo>
                    <a:pt x="147876" y="462178"/>
                  </a:lnTo>
                  <a:lnTo>
                    <a:pt x="14787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/>
            <p:cNvSpPr/>
            <p:nvPr/>
          </p:nvSpPr>
          <p:spPr>
            <a:xfrm>
              <a:off x="2507949" y="1963927"/>
              <a:ext cx="197485" cy="616585"/>
            </a:xfrm>
            <a:custGeom>
              <a:avLst/>
              <a:gdLst/>
              <a:ahLst/>
              <a:cxnLst/>
              <a:rect l="l" t="t" r="r" b="b"/>
              <a:pathLst>
                <a:path w="197485" h="616585">
                  <a:moveTo>
                    <a:pt x="0" y="462178"/>
                  </a:moveTo>
                  <a:lnTo>
                    <a:pt x="98583" y="616237"/>
                  </a:lnTo>
                  <a:lnTo>
                    <a:pt x="197167" y="462178"/>
                  </a:lnTo>
                  <a:lnTo>
                    <a:pt x="147875" y="462178"/>
                  </a:lnTo>
                  <a:lnTo>
                    <a:pt x="147875" y="0"/>
                  </a:lnTo>
                  <a:lnTo>
                    <a:pt x="49291" y="0"/>
                  </a:lnTo>
                  <a:lnTo>
                    <a:pt x="49291" y="462178"/>
                  </a:lnTo>
                  <a:lnTo>
                    <a:pt x="0" y="462178"/>
                  </a:lnTo>
                  <a:close/>
                </a:path>
              </a:pathLst>
            </a:custGeom>
            <a:ln w="13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/>
            <p:cNvSpPr/>
            <p:nvPr/>
          </p:nvSpPr>
          <p:spPr>
            <a:xfrm>
              <a:off x="1498287" y="3225162"/>
              <a:ext cx="616585" cy="197485"/>
            </a:xfrm>
            <a:custGeom>
              <a:avLst/>
              <a:gdLst/>
              <a:ahLst/>
              <a:cxnLst/>
              <a:rect l="l" t="t" r="r" b="b"/>
              <a:pathLst>
                <a:path w="616585" h="197485">
                  <a:moveTo>
                    <a:pt x="462112" y="0"/>
                  </a:moveTo>
                  <a:lnTo>
                    <a:pt x="462112" y="49300"/>
                  </a:lnTo>
                  <a:lnTo>
                    <a:pt x="0" y="49300"/>
                  </a:lnTo>
                  <a:lnTo>
                    <a:pt x="0" y="147897"/>
                  </a:lnTo>
                  <a:lnTo>
                    <a:pt x="462112" y="147897"/>
                  </a:lnTo>
                  <a:lnTo>
                    <a:pt x="462112" y="197196"/>
                  </a:lnTo>
                  <a:lnTo>
                    <a:pt x="616149" y="98598"/>
                  </a:lnTo>
                  <a:lnTo>
                    <a:pt x="462112" y="0"/>
                  </a:lnTo>
                  <a:close/>
                </a:path>
              </a:pathLst>
            </a:custGeom>
            <a:solidFill>
              <a:srgbClr val="FF26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/>
            <p:cNvSpPr/>
            <p:nvPr/>
          </p:nvSpPr>
          <p:spPr>
            <a:xfrm>
              <a:off x="1498288" y="3225162"/>
              <a:ext cx="616585" cy="197485"/>
            </a:xfrm>
            <a:custGeom>
              <a:avLst/>
              <a:gdLst/>
              <a:ahLst/>
              <a:cxnLst/>
              <a:rect l="l" t="t" r="r" b="b"/>
              <a:pathLst>
                <a:path w="616585" h="197485">
                  <a:moveTo>
                    <a:pt x="462112" y="197196"/>
                  </a:moveTo>
                  <a:lnTo>
                    <a:pt x="616148" y="98598"/>
                  </a:lnTo>
                  <a:lnTo>
                    <a:pt x="462112" y="0"/>
                  </a:lnTo>
                  <a:lnTo>
                    <a:pt x="462112" y="49300"/>
                  </a:lnTo>
                  <a:lnTo>
                    <a:pt x="0" y="49300"/>
                  </a:lnTo>
                  <a:lnTo>
                    <a:pt x="0" y="147898"/>
                  </a:lnTo>
                  <a:lnTo>
                    <a:pt x="462112" y="147898"/>
                  </a:lnTo>
                  <a:lnTo>
                    <a:pt x="462112" y="197196"/>
                  </a:lnTo>
                  <a:close/>
                </a:path>
              </a:pathLst>
            </a:custGeom>
            <a:ln w="13146">
              <a:solidFill>
                <a:srgbClr val="FF26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/>
            <p:cNvSpPr/>
            <p:nvPr/>
          </p:nvSpPr>
          <p:spPr>
            <a:xfrm>
              <a:off x="6604925" y="5276005"/>
              <a:ext cx="616585" cy="197485"/>
            </a:xfrm>
            <a:custGeom>
              <a:avLst/>
              <a:gdLst/>
              <a:ahLst/>
              <a:cxnLst/>
              <a:rect l="l" t="t" r="r" b="b"/>
              <a:pathLst>
                <a:path w="616584" h="197485">
                  <a:moveTo>
                    <a:pt x="462112" y="0"/>
                  </a:moveTo>
                  <a:lnTo>
                    <a:pt x="462112" y="49298"/>
                  </a:lnTo>
                  <a:lnTo>
                    <a:pt x="0" y="49298"/>
                  </a:lnTo>
                  <a:lnTo>
                    <a:pt x="0" y="147896"/>
                  </a:lnTo>
                  <a:lnTo>
                    <a:pt x="462112" y="147896"/>
                  </a:lnTo>
                  <a:lnTo>
                    <a:pt x="462112" y="197195"/>
                  </a:lnTo>
                  <a:lnTo>
                    <a:pt x="616149" y="98597"/>
                  </a:lnTo>
                  <a:lnTo>
                    <a:pt x="462112" y="0"/>
                  </a:lnTo>
                  <a:close/>
                </a:path>
              </a:pathLst>
            </a:custGeom>
            <a:solidFill>
              <a:srgbClr val="FF26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/>
            <p:cNvSpPr/>
            <p:nvPr/>
          </p:nvSpPr>
          <p:spPr>
            <a:xfrm>
              <a:off x="6604926" y="5276003"/>
              <a:ext cx="616585" cy="197485"/>
            </a:xfrm>
            <a:custGeom>
              <a:avLst/>
              <a:gdLst/>
              <a:ahLst/>
              <a:cxnLst/>
              <a:rect l="l" t="t" r="r" b="b"/>
              <a:pathLst>
                <a:path w="616584" h="197485">
                  <a:moveTo>
                    <a:pt x="462111" y="197196"/>
                  </a:moveTo>
                  <a:lnTo>
                    <a:pt x="616147" y="98598"/>
                  </a:lnTo>
                  <a:lnTo>
                    <a:pt x="462111" y="0"/>
                  </a:lnTo>
                  <a:lnTo>
                    <a:pt x="462111" y="49300"/>
                  </a:lnTo>
                  <a:lnTo>
                    <a:pt x="0" y="49300"/>
                  </a:lnTo>
                  <a:lnTo>
                    <a:pt x="0" y="147898"/>
                  </a:lnTo>
                  <a:lnTo>
                    <a:pt x="462111" y="147898"/>
                  </a:lnTo>
                  <a:lnTo>
                    <a:pt x="462111" y="197196"/>
                  </a:lnTo>
                  <a:close/>
                </a:path>
              </a:pathLst>
            </a:custGeom>
            <a:ln w="13146">
              <a:solidFill>
                <a:srgbClr val="FF26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/>
            <p:cNvSpPr/>
            <p:nvPr/>
          </p:nvSpPr>
          <p:spPr>
            <a:xfrm>
              <a:off x="7259686" y="4803554"/>
              <a:ext cx="1696085" cy="989330"/>
            </a:xfrm>
            <a:custGeom>
              <a:avLst/>
              <a:gdLst/>
              <a:ahLst/>
              <a:cxnLst/>
              <a:rect l="l" t="t" r="r" b="b"/>
              <a:pathLst>
                <a:path w="1696084" h="989329">
                  <a:moveTo>
                    <a:pt x="0" y="0"/>
                  </a:moveTo>
                  <a:lnTo>
                    <a:pt x="1695640" y="0"/>
                  </a:lnTo>
                  <a:lnTo>
                    <a:pt x="1695640" y="989268"/>
                  </a:lnTo>
                  <a:lnTo>
                    <a:pt x="0" y="989268"/>
                  </a:lnTo>
                  <a:lnTo>
                    <a:pt x="0" y="0"/>
                  </a:lnTo>
                  <a:close/>
                </a:path>
              </a:pathLst>
            </a:custGeom>
            <a:ln w="98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2" name="object 52"/>
          <p:cNvSpPr txBox="1"/>
          <p:nvPr/>
        </p:nvSpPr>
        <p:spPr>
          <a:xfrm>
            <a:off x="7443020" y="4838182"/>
            <a:ext cx="1334135" cy="914400"/>
          </a:xfrm>
          <a:prstGeom prst="rect">
            <a:avLst/>
          </a:prstGeom>
        </p:spPr>
        <p:txBody>
          <a:bodyPr wrap="square" lIns="0" tIns="7620" rIns="0" bIns="0" rtlCol="0" vert="horz">
            <a:spAutoFit/>
          </a:bodyPr>
          <a:lstStyle/>
          <a:p>
            <a:pPr marL="12700" marR="5080" indent="132715">
              <a:lnSpc>
                <a:spcPct val="101099"/>
              </a:lnSpc>
              <a:spcBef>
                <a:spcPts val="60"/>
              </a:spcBef>
            </a:pPr>
            <a:r>
              <a:rPr dirty="0" sz="2900" spc="-10" b="1">
                <a:latin typeface="Times New Roman"/>
                <a:cs typeface="Times New Roman"/>
              </a:rPr>
              <a:t>output function</a:t>
            </a:r>
            <a:endParaRPr sz="2900">
              <a:latin typeface="Times New Roman"/>
              <a:cs typeface="Times New Roman"/>
            </a:endParaRPr>
          </a:p>
        </p:txBody>
      </p:sp>
      <p:grpSp>
        <p:nvGrpSpPr>
          <p:cNvPr id="53" name="object 53"/>
          <p:cNvGrpSpPr/>
          <p:nvPr/>
        </p:nvGrpSpPr>
        <p:grpSpPr>
          <a:xfrm>
            <a:off x="7836265" y="1945757"/>
            <a:ext cx="639445" cy="5002530"/>
            <a:chOff x="7836265" y="1945757"/>
            <a:chExt cx="639445" cy="5002530"/>
          </a:xfrm>
        </p:grpSpPr>
        <p:sp>
          <p:nvSpPr>
            <p:cNvPr id="54" name="object 54"/>
            <p:cNvSpPr/>
            <p:nvPr/>
          </p:nvSpPr>
          <p:spPr>
            <a:xfrm>
              <a:off x="7851188" y="6460003"/>
              <a:ext cx="473709" cy="473709"/>
            </a:xfrm>
            <a:custGeom>
              <a:avLst/>
              <a:gdLst/>
              <a:ahLst/>
              <a:cxnLst/>
              <a:rect l="l" t="t" r="r" b="b"/>
              <a:pathLst>
                <a:path w="473709" h="473709">
                  <a:moveTo>
                    <a:pt x="0" y="236635"/>
                  </a:moveTo>
                  <a:lnTo>
                    <a:pt x="4806" y="188945"/>
                  </a:lnTo>
                  <a:lnTo>
                    <a:pt x="18593" y="144526"/>
                  </a:lnTo>
                  <a:lnTo>
                    <a:pt x="40407" y="104330"/>
                  </a:lnTo>
                  <a:lnTo>
                    <a:pt x="69298" y="69309"/>
                  </a:lnTo>
                  <a:lnTo>
                    <a:pt x="104315" y="40413"/>
                  </a:lnTo>
                  <a:lnTo>
                    <a:pt x="144505" y="18596"/>
                  </a:lnTo>
                  <a:lnTo>
                    <a:pt x="188917" y="4807"/>
                  </a:lnTo>
                  <a:lnTo>
                    <a:pt x="236600" y="0"/>
                  </a:lnTo>
                  <a:lnTo>
                    <a:pt x="284284" y="4807"/>
                  </a:lnTo>
                  <a:lnTo>
                    <a:pt x="328696" y="18596"/>
                  </a:lnTo>
                  <a:lnTo>
                    <a:pt x="368886" y="40413"/>
                  </a:lnTo>
                  <a:lnTo>
                    <a:pt x="403903" y="69309"/>
                  </a:lnTo>
                  <a:lnTo>
                    <a:pt x="432794" y="104330"/>
                  </a:lnTo>
                  <a:lnTo>
                    <a:pt x="454608" y="144526"/>
                  </a:lnTo>
                  <a:lnTo>
                    <a:pt x="468395" y="188945"/>
                  </a:lnTo>
                  <a:lnTo>
                    <a:pt x="473201" y="236635"/>
                  </a:lnTo>
                  <a:lnTo>
                    <a:pt x="468395" y="284325"/>
                  </a:lnTo>
                  <a:lnTo>
                    <a:pt x="454608" y="328744"/>
                  </a:lnTo>
                  <a:lnTo>
                    <a:pt x="432794" y="368940"/>
                  </a:lnTo>
                  <a:lnTo>
                    <a:pt x="403903" y="403962"/>
                  </a:lnTo>
                  <a:lnTo>
                    <a:pt x="368887" y="432857"/>
                  </a:lnTo>
                  <a:lnTo>
                    <a:pt x="328697" y="454675"/>
                  </a:lnTo>
                  <a:lnTo>
                    <a:pt x="284284" y="468463"/>
                  </a:lnTo>
                  <a:lnTo>
                    <a:pt x="236600" y="473271"/>
                  </a:lnTo>
                  <a:lnTo>
                    <a:pt x="188917" y="468463"/>
                  </a:lnTo>
                  <a:lnTo>
                    <a:pt x="144505" y="454675"/>
                  </a:lnTo>
                  <a:lnTo>
                    <a:pt x="104315" y="432857"/>
                  </a:lnTo>
                  <a:lnTo>
                    <a:pt x="69298" y="403962"/>
                  </a:lnTo>
                  <a:lnTo>
                    <a:pt x="40407" y="368940"/>
                  </a:lnTo>
                  <a:lnTo>
                    <a:pt x="18593" y="328744"/>
                  </a:lnTo>
                  <a:lnTo>
                    <a:pt x="4806" y="284325"/>
                  </a:lnTo>
                  <a:lnTo>
                    <a:pt x="0" y="236635"/>
                  </a:lnTo>
                  <a:close/>
                </a:path>
              </a:pathLst>
            </a:custGeom>
            <a:ln w="2957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/>
            <p:cNvSpPr/>
            <p:nvPr/>
          </p:nvSpPr>
          <p:spPr>
            <a:xfrm>
              <a:off x="7851188" y="6460003"/>
              <a:ext cx="473709" cy="473709"/>
            </a:xfrm>
            <a:custGeom>
              <a:avLst/>
              <a:gdLst/>
              <a:ahLst/>
              <a:cxnLst/>
              <a:rect l="l" t="t" r="r" b="b"/>
              <a:pathLst>
                <a:path w="473709" h="473709">
                  <a:moveTo>
                    <a:pt x="0" y="236635"/>
                  </a:moveTo>
                  <a:lnTo>
                    <a:pt x="473201" y="236635"/>
                  </a:lnTo>
                </a:path>
                <a:path w="473709" h="473709">
                  <a:moveTo>
                    <a:pt x="236600" y="473271"/>
                  </a:moveTo>
                  <a:lnTo>
                    <a:pt x="236600" y="0"/>
                  </a:lnTo>
                </a:path>
              </a:pathLst>
            </a:custGeom>
            <a:ln w="98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/>
            <p:cNvSpPr/>
            <p:nvPr/>
          </p:nvSpPr>
          <p:spPr>
            <a:xfrm>
              <a:off x="7989206" y="4187317"/>
              <a:ext cx="197485" cy="616585"/>
            </a:xfrm>
            <a:custGeom>
              <a:avLst/>
              <a:gdLst/>
              <a:ahLst/>
              <a:cxnLst/>
              <a:rect l="l" t="t" r="r" b="b"/>
              <a:pathLst>
                <a:path w="197484" h="616585">
                  <a:moveTo>
                    <a:pt x="147874" y="0"/>
                  </a:moveTo>
                  <a:lnTo>
                    <a:pt x="49291" y="0"/>
                  </a:lnTo>
                  <a:lnTo>
                    <a:pt x="49291" y="462178"/>
                  </a:lnTo>
                  <a:lnTo>
                    <a:pt x="0" y="462178"/>
                  </a:lnTo>
                  <a:lnTo>
                    <a:pt x="98582" y="616238"/>
                  </a:lnTo>
                  <a:lnTo>
                    <a:pt x="197166" y="462178"/>
                  </a:lnTo>
                  <a:lnTo>
                    <a:pt x="147874" y="462178"/>
                  </a:lnTo>
                  <a:lnTo>
                    <a:pt x="14787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/>
            <p:cNvSpPr/>
            <p:nvPr/>
          </p:nvSpPr>
          <p:spPr>
            <a:xfrm>
              <a:off x="7989205" y="4187316"/>
              <a:ext cx="197485" cy="616585"/>
            </a:xfrm>
            <a:custGeom>
              <a:avLst/>
              <a:gdLst/>
              <a:ahLst/>
              <a:cxnLst/>
              <a:rect l="l" t="t" r="r" b="b"/>
              <a:pathLst>
                <a:path w="197484" h="616585">
                  <a:moveTo>
                    <a:pt x="0" y="462178"/>
                  </a:moveTo>
                  <a:lnTo>
                    <a:pt x="98583" y="616237"/>
                  </a:lnTo>
                  <a:lnTo>
                    <a:pt x="197167" y="462178"/>
                  </a:lnTo>
                  <a:lnTo>
                    <a:pt x="147875" y="462178"/>
                  </a:lnTo>
                  <a:lnTo>
                    <a:pt x="147875" y="0"/>
                  </a:lnTo>
                  <a:lnTo>
                    <a:pt x="49291" y="0"/>
                  </a:lnTo>
                  <a:lnTo>
                    <a:pt x="49291" y="462178"/>
                  </a:lnTo>
                  <a:lnTo>
                    <a:pt x="0" y="462178"/>
                  </a:lnTo>
                  <a:close/>
                </a:path>
              </a:pathLst>
            </a:custGeom>
            <a:ln w="13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/>
            <p:cNvSpPr/>
            <p:nvPr/>
          </p:nvSpPr>
          <p:spPr>
            <a:xfrm>
              <a:off x="8271813" y="1952425"/>
              <a:ext cx="197485" cy="616585"/>
            </a:xfrm>
            <a:custGeom>
              <a:avLst/>
              <a:gdLst/>
              <a:ahLst/>
              <a:cxnLst/>
              <a:rect l="l" t="t" r="r" b="b"/>
              <a:pathLst>
                <a:path w="197484" h="616585">
                  <a:moveTo>
                    <a:pt x="147874" y="0"/>
                  </a:moveTo>
                  <a:lnTo>
                    <a:pt x="49291" y="0"/>
                  </a:lnTo>
                  <a:lnTo>
                    <a:pt x="49291" y="462178"/>
                  </a:lnTo>
                  <a:lnTo>
                    <a:pt x="0" y="462178"/>
                  </a:lnTo>
                  <a:lnTo>
                    <a:pt x="98582" y="616238"/>
                  </a:lnTo>
                  <a:lnTo>
                    <a:pt x="197166" y="462178"/>
                  </a:lnTo>
                  <a:lnTo>
                    <a:pt x="147874" y="462178"/>
                  </a:lnTo>
                  <a:lnTo>
                    <a:pt x="14787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/>
            <p:cNvSpPr/>
            <p:nvPr/>
          </p:nvSpPr>
          <p:spPr>
            <a:xfrm>
              <a:off x="8271812" y="1952425"/>
              <a:ext cx="197485" cy="616585"/>
            </a:xfrm>
            <a:custGeom>
              <a:avLst/>
              <a:gdLst/>
              <a:ahLst/>
              <a:cxnLst/>
              <a:rect l="l" t="t" r="r" b="b"/>
              <a:pathLst>
                <a:path w="197484" h="616585">
                  <a:moveTo>
                    <a:pt x="0" y="462178"/>
                  </a:moveTo>
                  <a:lnTo>
                    <a:pt x="98583" y="616237"/>
                  </a:lnTo>
                  <a:lnTo>
                    <a:pt x="197167" y="462178"/>
                  </a:lnTo>
                  <a:lnTo>
                    <a:pt x="147875" y="462178"/>
                  </a:lnTo>
                  <a:lnTo>
                    <a:pt x="147875" y="0"/>
                  </a:lnTo>
                  <a:lnTo>
                    <a:pt x="49291" y="0"/>
                  </a:lnTo>
                  <a:lnTo>
                    <a:pt x="49291" y="462178"/>
                  </a:lnTo>
                  <a:lnTo>
                    <a:pt x="0" y="462178"/>
                  </a:lnTo>
                  <a:close/>
                </a:path>
              </a:pathLst>
            </a:custGeom>
            <a:ln w="13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0" name="object 60"/>
          <p:cNvSpPr txBox="1"/>
          <p:nvPr/>
        </p:nvSpPr>
        <p:spPr>
          <a:xfrm>
            <a:off x="9037266" y="5973705"/>
            <a:ext cx="259715" cy="5302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3300" spc="-50">
                <a:latin typeface="Times New Roman"/>
                <a:cs typeface="Times New Roman"/>
              </a:rPr>
              <a:t>P</a:t>
            </a:r>
            <a:endParaRPr sz="3300">
              <a:latin typeface="Times New Roman"/>
              <a:cs typeface="Times New Roman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7259686" y="2662331"/>
            <a:ext cx="1696085" cy="1431925"/>
          </a:xfrm>
          <a:prstGeom prst="rect">
            <a:avLst/>
          </a:prstGeom>
          <a:ln w="9859">
            <a:solidFill>
              <a:srgbClr val="000000"/>
            </a:solidFill>
          </a:ln>
        </p:spPr>
        <p:txBody>
          <a:bodyPr wrap="square" lIns="0" tIns="41910" rIns="0" bIns="0" rtlCol="0" vert="horz">
            <a:spAutoFit/>
          </a:bodyPr>
          <a:lstStyle/>
          <a:p>
            <a:pPr marL="195580" marR="85725" indent="-97155">
              <a:lnSpc>
                <a:spcPct val="101099"/>
              </a:lnSpc>
              <a:spcBef>
                <a:spcPts val="330"/>
              </a:spcBef>
            </a:pPr>
            <a:r>
              <a:rPr dirty="0" sz="2900" b="1">
                <a:latin typeface="Times New Roman"/>
                <a:cs typeface="Times New Roman"/>
              </a:rPr>
              <a:t>next</a:t>
            </a:r>
            <a:r>
              <a:rPr dirty="0" sz="2900" spc="-40" b="1">
                <a:latin typeface="Times New Roman"/>
                <a:cs typeface="Times New Roman"/>
              </a:rPr>
              <a:t> </a:t>
            </a:r>
            <a:r>
              <a:rPr dirty="0" sz="2900" spc="-10" b="1">
                <a:latin typeface="Times New Roman"/>
                <a:cs typeface="Times New Roman"/>
              </a:rPr>
              <a:t>state function</a:t>
            </a:r>
            <a:endParaRPr sz="2900">
              <a:latin typeface="Times New Roman"/>
              <a:cs typeface="Times New Roman"/>
            </a:endParaRPr>
          </a:p>
        </p:txBody>
      </p:sp>
      <p:grpSp>
        <p:nvGrpSpPr>
          <p:cNvPr id="62" name="object 62"/>
          <p:cNvGrpSpPr/>
          <p:nvPr/>
        </p:nvGrpSpPr>
        <p:grpSpPr>
          <a:xfrm>
            <a:off x="3274998" y="1934348"/>
            <a:ext cx="6400165" cy="4867910"/>
            <a:chOff x="3274998" y="1934348"/>
            <a:chExt cx="6400165" cy="4867910"/>
          </a:xfrm>
        </p:grpSpPr>
        <p:sp>
          <p:nvSpPr>
            <p:cNvPr id="63" name="object 63"/>
            <p:cNvSpPr/>
            <p:nvPr/>
          </p:nvSpPr>
          <p:spPr>
            <a:xfrm>
              <a:off x="8324390" y="1963927"/>
              <a:ext cx="1025525" cy="2445385"/>
            </a:xfrm>
            <a:custGeom>
              <a:avLst/>
              <a:gdLst/>
              <a:ahLst/>
              <a:cxnLst/>
              <a:rect l="l" t="t" r="r" b="b"/>
              <a:pathLst>
                <a:path w="1025525" h="2445385">
                  <a:moveTo>
                    <a:pt x="0" y="0"/>
                  </a:moveTo>
                  <a:lnTo>
                    <a:pt x="1025270" y="0"/>
                  </a:lnTo>
                </a:path>
                <a:path w="1025525" h="2445385">
                  <a:moveTo>
                    <a:pt x="995695" y="0"/>
                  </a:moveTo>
                  <a:lnTo>
                    <a:pt x="995695" y="2445234"/>
                  </a:lnTo>
                </a:path>
              </a:pathLst>
            </a:custGeom>
            <a:ln w="591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/>
            <p:cNvSpPr/>
            <p:nvPr/>
          </p:nvSpPr>
          <p:spPr>
            <a:xfrm>
              <a:off x="8008922" y="5843766"/>
              <a:ext cx="197485" cy="616585"/>
            </a:xfrm>
            <a:custGeom>
              <a:avLst/>
              <a:gdLst/>
              <a:ahLst/>
              <a:cxnLst/>
              <a:rect l="l" t="t" r="r" b="b"/>
              <a:pathLst>
                <a:path w="197484" h="616585">
                  <a:moveTo>
                    <a:pt x="147876" y="0"/>
                  </a:moveTo>
                  <a:lnTo>
                    <a:pt x="49292" y="0"/>
                  </a:lnTo>
                  <a:lnTo>
                    <a:pt x="49292" y="462178"/>
                  </a:lnTo>
                  <a:lnTo>
                    <a:pt x="0" y="462178"/>
                  </a:lnTo>
                  <a:lnTo>
                    <a:pt x="98585" y="616237"/>
                  </a:lnTo>
                  <a:lnTo>
                    <a:pt x="197167" y="462178"/>
                  </a:lnTo>
                  <a:lnTo>
                    <a:pt x="147876" y="462178"/>
                  </a:lnTo>
                  <a:lnTo>
                    <a:pt x="14787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/>
            <p:cNvSpPr/>
            <p:nvPr/>
          </p:nvSpPr>
          <p:spPr>
            <a:xfrm>
              <a:off x="8008922" y="5843765"/>
              <a:ext cx="197485" cy="616585"/>
            </a:xfrm>
            <a:custGeom>
              <a:avLst/>
              <a:gdLst/>
              <a:ahLst/>
              <a:cxnLst/>
              <a:rect l="l" t="t" r="r" b="b"/>
              <a:pathLst>
                <a:path w="197484" h="616585">
                  <a:moveTo>
                    <a:pt x="0" y="462178"/>
                  </a:moveTo>
                  <a:lnTo>
                    <a:pt x="98583" y="616237"/>
                  </a:lnTo>
                  <a:lnTo>
                    <a:pt x="197167" y="462178"/>
                  </a:lnTo>
                  <a:lnTo>
                    <a:pt x="147875" y="462178"/>
                  </a:lnTo>
                  <a:lnTo>
                    <a:pt x="147875" y="0"/>
                  </a:lnTo>
                  <a:lnTo>
                    <a:pt x="49291" y="0"/>
                  </a:lnTo>
                  <a:lnTo>
                    <a:pt x="49291" y="462178"/>
                  </a:lnTo>
                  <a:lnTo>
                    <a:pt x="0" y="462178"/>
                  </a:lnTo>
                  <a:close/>
                </a:path>
              </a:pathLst>
            </a:custGeom>
            <a:ln w="13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/>
            <p:cNvSpPr/>
            <p:nvPr/>
          </p:nvSpPr>
          <p:spPr>
            <a:xfrm>
              <a:off x="8107506" y="4409162"/>
              <a:ext cx="1232535" cy="0"/>
            </a:xfrm>
            <a:custGeom>
              <a:avLst/>
              <a:gdLst/>
              <a:ahLst/>
              <a:cxnLst/>
              <a:rect l="l" t="t" r="r" b="b"/>
              <a:pathLst>
                <a:path w="1232534" h="0">
                  <a:moveTo>
                    <a:pt x="0" y="0"/>
                  </a:moveTo>
                  <a:lnTo>
                    <a:pt x="1232296" y="0"/>
                  </a:lnTo>
                </a:path>
              </a:pathLst>
            </a:custGeom>
            <a:ln w="591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/>
            <p:cNvSpPr/>
            <p:nvPr/>
          </p:nvSpPr>
          <p:spPr>
            <a:xfrm>
              <a:off x="7614588" y="1963928"/>
              <a:ext cx="197485" cy="616585"/>
            </a:xfrm>
            <a:custGeom>
              <a:avLst/>
              <a:gdLst/>
              <a:ahLst/>
              <a:cxnLst/>
              <a:rect l="l" t="t" r="r" b="b"/>
              <a:pathLst>
                <a:path w="197484" h="616585">
                  <a:moveTo>
                    <a:pt x="147874" y="0"/>
                  </a:moveTo>
                  <a:lnTo>
                    <a:pt x="49291" y="0"/>
                  </a:lnTo>
                  <a:lnTo>
                    <a:pt x="49291" y="462178"/>
                  </a:lnTo>
                  <a:lnTo>
                    <a:pt x="0" y="462178"/>
                  </a:lnTo>
                  <a:lnTo>
                    <a:pt x="98582" y="616238"/>
                  </a:lnTo>
                  <a:lnTo>
                    <a:pt x="197166" y="462178"/>
                  </a:lnTo>
                  <a:lnTo>
                    <a:pt x="147874" y="462178"/>
                  </a:lnTo>
                  <a:lnTo>
                    <a:pt x="14787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/>
            <p:cNvSpPr/>
            <p:nvPr/>
          </p:nvSpPr>
          <p:spPr>
            <a:xfrm>
              <a:off x="7614587" y="1963927"/>
              <a:ext cx="197485" cy="616585"/>
            </a:xfrm>
            <a:custGeom>
              <a:avLst/>
              <a:gdLst/>
              <a:ahLst/>
              <a:cxnLst/>
              <a:rect l="l" t="t" r="r" b="b"/>
              <a:pathLst>
                <a:path w="197484" h="616585">
                  <a:moveTo>
                    <a:pt x="0" y="462178"/>
                  </a:moveTo>
                  <a:lnTo>
                    <a:pt x="98583" y="616237"/>
                  </a:lnTo>
                  <a:lnTo>
                    <a:pt x="197167" y="462178"/>
                  </a:lnTo>
                  <a:lnTo>
                    <a:pt x="147875" y="462178"/>
                  </a:lnTo>
                  <a:lnTo>
                    <a:pt x="147875" y="0"/>
                  </a:lnTo>
                  <a:lnTo>
                    <a:pt x="49291" y="0"/>
                  </a:lnTo>
                  <a:lnTo>
                    <a:pt x="49291" y="462178"/>
                  </a:lnTo>
                  <a:lnTo>
                    <a:pt x="0" y="462178"/>
                  </a:lnTo>
                  <a:close/>
                </a:path>
              </a:pathLst>
            </a:custGeom>
            <a:ln w="13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/>
            <p:cNvSpPr/>
            <p:nvPr/>
          </p:nvSpPr>
          <p:spPr>
            <a:xfrm>
              <a:off x="6604925" y="3225162"/>
              <a:ext cx="616585" cy="197485"/>
            </a:xfrm>
            <a:custGeom>
              <a:avLst/>
              <a:gdLst/>
              <a:ahLst/>
              <a:cxnLst/>
              <a:rect l="l" t="t" r="r" b="b"/>
              <a:pathLst>
                <a:path w="616584" h="197485">
                  <a:moveTo>
                    <a:pt x="462112" y="0"/>
                  </a:moveTo>
                  <a:lnTo>
                    <a:pt x="462112" y="49300"/>
                  </a:lnTo>
                  <a:lnTo>
                    <a:pt x="0" y="49300"/>
                  </a:lnTo>
                  <a:lnTo>
                    <a:pt x="0" y="147897"/>
                  </a:lnTo>
                  <a:lnTo>
                    <a:pt x="462112" y="147897"/>
                  </a:lnTo>
                  <a:lnTo>
                    <a:pt x="462112" y="197196"/>
                  </a:lnTo>
                  <a:lnTo>
                    <a:pt x="616149" y="98598"/>
                  </a:lnTo>
                  <a:lnTo>
                    <a:pt x="462112" y="0"/>
                  </a:lnTo>
                  <a:close/>
                </a:path>
              </a:pathLst>
            </a:custGeom>
            <a:solidFill>
              <a:srgbClr val="FF26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/>
            <p:cNvSpPr/>
            <p:nvPr/>
          </p:nvSpPr>
          <p:spPr>
            <a:xfrm>
              <a:off x="6604926" y="3225162"/>
              <a:ext cx="616585" cy="197485"/>
            </a:xfrm>
            <a:custGeom>
              <a:avLst/>
              <a:gdLst/>
              <a:ahLst/>
              <a:cxnLst/>
              <a:rect l="l" t="t" r="r" b="b"/>
              <a:pathLst>
                <a:path w="616584" h="197485">
                  <a:moveTo>
                    <a:pt x="462111" y="197196"/>
                  </a:moveTo>
                  <a:lnTo>
                    <a:pt x="616147" y="98598"/>
                  </a:lnTo>
                  <a:lnTo>
                    <a:pt x="462111" y="0"/>
                  </a:lnTo>
                  <a:lnTo>
                    <a:pt x="462111" y="49300"/>
                  </a:lnTo>
                  <a:lnTo>
                    <a:pt x="0" y="49300"/>
                  </a:lnTo>
                  <a:lnTo>
                    <a:pt x="0" y="147898"/>
                  </a:lnTo>
                  <a:lnTo>
                    <a:pt x="462111" y="147898"/>
                  </a:lnTo>
                  <a:lnTo>
                    <a:pt x="462111" y="197196"/>
                  </a:lnTo>
                  <a:close/>
                </a:path>
              </a:pathLst>
            </a:custGeom>
            <a:ln w="13146">
              <a:solidFill>
                <a:srgbClr val="FF26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/>
            <p:cNvSpPr/>
            <p:nvPr/>
          </p:nvSpPr>
          <p:spPr>
            <a:xfrm>
              <a:off x="8501842" y="6598041"/>
              <a:ext cx="1167130" cy="197485"/>
            </a:xfrm>
            <a:custGeom>
              <a:avLst/>
              <a:gdLst/>
              <a:ahLst/>
              <a:cxnLst/>
              <a:rect l="l" t="t" r="r" b="b"/>
              <a:pathLst>
                <a:path w="1167129" h="197484">
                  <a:moveTo>
                    <a:pt x="874930" y="0"/>
                  </a:moveTo>
                  <a:lnTo>
                    <a:pt x="874930" y="49299"/>
                  </a:lnTo>
                  <a:lnTo>
                    <a:pt x="0" y="49299"/>
                  </a:lnTo>
                  <a:lnTo>
                    <a:pt x="0" y="147897"/>
                  </a:lnTo>
                  <a:lnTo>
                    <a:pt x="874930" y="147897"/>
                  </a:lnTo>
                  <a:lnTo>
                    <a:pt x="874930" y="197196"/>
                  </a:lnTo>
                  <a:lnTo>
                    <a:pt x="1166575" y="98598"/>
                  </a:lnTo>
                  <a:lnTo>
                    <a:pt x="87493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/>
            <p:cNvSpPr/>
            <p:nvPr/>
          </p:nvSpPr>
          <p:spPr>
            <a:xfrm>
              <a:off x="8501842" y="6598041"/>
              <a:ext cx="1167130" cy="197485"/>
            </a:xfrm>
            <a:custGeom>
              <a:avLst/>
              <a:gdLst/>
              <a:ahLst/>
              <a:cxnLst/>
              <a:rect l="l" t="t" r="r" b="b"/>
              <a:pathLst>
                <a:path w="1167129" h="197484">
                  <a:moveTo>
                    <a:pt x="874929" y="197196"/>
                  </a:moveTo>
                  <a:lnTo>
                    <a:pt x="1166574" y="98598"/>
                  </a:lnTo>
                  <a:lnTo>
                    <a:pt x="874929" y="0"/>
                  </a:lnTo>
                  <a:lnTo>
                    <a:pt x="874929" y="49298"/>
                  </a:lnTo>
                  <a:lnTo>
                    <a:pt x="0" y="49298"/>
                  </a:lnTo>
                  <a:lnTo>
                    <a:pt x="0" y="147896"/>
                  </a:lnTo>
                  <a:lnTo>
                    <a:pt x="874929" y="147896"/>
                  </a:lnTo>
                  <a:lnTo>
                    <a:pt x="874929" y="197196"/>
                  </a:lnTo>
                  <a:close/>
                </a:path>
              </a:pathLst>
            </a:custGeom>
            <a:ln w="131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/>
            <p:cNvSpPr/>
            <p:nvPr/>
          </p:nvSpPr>
          <p:spPr>
            <a:xfrm>
              <a:off x="3342467" y="6697020"/>
              <a:ext cx="4391025" cy="0"/>
            </a:xfrm>
            <a:custGeom>
              <a:avLst/>
              <a:gdLst/>
              <a:ahLst/>
              <a:cxnLst/>
              <a:rect l="l" t="t" r="r" b="b"/>
              <a:pathLst>
                <a:path w="4391025" h="0">
                  <a:moveTo>
                    <a:pt x="0" y="0"/>
                  </a:moveTo>
                  <a:lnTo>
                    <a:pt x="4390611" y="0"/>
                  </a:lnTo>
                </a:path>
              </a:pathLst>
            </a:custGeom>
            <a:ln w="591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/>
            <p:cNvSpPr/>
            <p:nvPr/>
          </p:nvSpPr>
          <p:spPr>
            <a:xfrm>
              <a:off x="7614779" y="6608283"/>
              <a:ext cx="177800" cy="177800"/>
            </a:xfrm>
            <a:custGeom>
              <a:avLst/>
              <a:gdLst/>
              <a:ahLst/>
              <a:cxnLst/>
              <a:rect l="l" t="t" r="r" b="b"/>
              <a:pathLst>
                <a:path w="177800" h="177800">
                  <a:moveTo>
                    <a:pt x="0" y="0"/>
                  </a:moveTo>
                  <a:lnTo>
                    <a:pt x="0" y="177476"/>
                  </a:lnTo>
                  <a:lnTo>
                    <a:pt x="177449" y="887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/>
            <p:cNvSpPr/>
            <p:nvPr/>
          </p:nvSpPr>
          <p:spPr>
            <a:xfrm>
              <a:off x="3303713" y="5728503"/>
              <a:ext cx="1427480" cy="351790"/>
            </a:xfrm>
            <a:custGeom>
              <a:avLst/>
              <a:gdLst/>
              <a:ahLst/>
              <a:cxnLst/>
              <a:rect l="l" t="t" r="r" b="b"/>
              <a:pathLst>
                <a:path w="1427479" h="351789">
                  <a:moveTo>
                    <a:pt x="1427022" y="0"/>
                  </a:moveTo>
                  <a:lnTo>
                    <a:pt x="0" y="351749"/>
                  </a:lnTo>
                </a:path>
              </a:pathLst>
            </a:custGeom>
            <a:ln w="29579">
              <a:solidFill>
                <a:srgbClr val="FF26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/>
            <p:cNvSpPr/>
            <p:nvPr/>
          </p:nvSpPr>
          <p:spPr>
            <a:xfrm>
              <a:off x="3274998" y="6023016"/>
              <a:ext cx="97155" cy="86360"/>
            </a:xfrm>
            <a:custGeom>
              <a:avLst/>
              <a:gdLst/>
              <a:ahLst/>
              <a:cxnLst/>
              <a:rect l="l" t="t" r="r" b="b"/>
              <a:pathLst>
                <a:path w="97154" h="86360">
                  <a:moveTo>
                    <a:pt x="75531" y="0"/>
                  </a:moveTo>
                  <a:lnTo>
                    <a:pt x="0" y="64315"/>
                  </a:lnTo>
                  <a:lnTo>
                    <a:pt x="96762" y="86160"/>
                  </a:lnTo>
                  <a:lnTo>
                    <a:pt x="75531" y="0"/>
                  </a:lnTo>
                  <a:close/>
                </a:path>
              </a:pathLst>
            </a:custGeom>
            <a:solidFill>
              <a:srgbClr val="FF26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7" name="object 77"/>
            <p:cNvSpPr/>
            <p:nvPr/>
          </p:nvSpPr>
          <p:spPr>
            <a:xfrm>
              <a:off x="5895959" y="5745176"/>
              <a:ext cx="1775460" cy="338455"/>
            </a:xfrm>
            <a:custGeom>
              <a:avLst/>
              <a:gdLst/>
              <a:ahLst/>
              <a:cxnLst/>
              <a:rect l="l" t="t" r="r" b="b"/>
              <a:pathLst>
                <a:path w="1775459" h="338454">
                  <a:moveTo>
                    <a:pt x="0" y="0"/>
                  </a:moveTo>
                  <a:lnTo>
                    <a:pt x="1775141" y="338208"/>
                  </a:lnTo>
                </a:path>
              </a:pathLst>
            </a:custGeom>
            <a:ln w="29579">
              <a:solidFill>
                <a:srgbClr val="FF26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8" name="object 78"/>
            <p:cNvSpPr/>
            <p:nvPr/>
          </p:nvSpPr>
          <p:spPr>
            <a:xfrm>
              <a:off x="7604695" y="6028729"/>
              <a:ext cx="95885" cy="87630"/>
            </a:xfrm>
            <a:custGeom>
              <a:avLst/>
              <a:gdLst/>
              <a:ahLst/>
              <a:cxnLst/>
              <a:rect l="l" t="t" r="r" b="b"/>
              <a:pathLst>
                <a:path w="95884" h="87629">
                  <a:moveTo>
                    <a:pt x="16602" y="0"/>
                  </a:moveTo>
                  <a:lnTo>
                    <a:pt x="0" y="87170"/>
                  </a:lnTo>
                  <a:lnTo>
                    <a:pt x="95458" y="60190"/>
                  </a:lnTo>
                  <a:lnTo>
                    <a:pt x="16602" y="0"/>
                  </a:lnTo>
                  <a:close/>
                </a:path>
              </a:pathLst>
            </a:custGeom>
            <a:solidFill>
              <a:srgbClr val="FF26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79" name="object 79"/>
          <p:cNvGrpSpPr/>
          <p:nvPr/>
        </p:nvGrpSpPr>
        <p:grpSpPr>
          <a:xfrm>
            <a:off x="6677220" y="1562139"/>
            <a:ext cx="629920" cy="210820"/>
            <a:chOff x="6677220" y="1562139"/>
            <a:chExt cx="629920" cy="210820"/>
          </a:xfrm>
        </p:grpSpPr>
        <p:sp>
          <p:nvSpPr>
            <p:cNvPr id="80" name="object 80"/>
            <p:cNvSpPr/>
            <p:nvPr/>
          </p:nvSpPr>
          <p:spPr>
            <a:xfrm>
              <a:off x="6683792" y="1568714"/>
              <a:ext cx="616585" cy="197485"/>
            </a:xfrm>
            <a:custGeom>
              <a:avLst/>
              <a:gdLst/>
              <a:ahLst/>
              <a:cxnLst/>
              <a:rect l="l" t="t" r="r" b="b"/>
              <a:pathLst>
                <a:path w="616584" h="197485">
                  <a:moveTo>
                    <a:pt x="462112" y="0"/>
                  </a:moveTo>
                  <a:lnTo>
                    <a:pt x="462112" y="49298"/>
                  </a:lnTo>
                  <a:lnTo>
                    <a:pt x="0" y="49298"/>
                  </a:lnTo>
                  <a:lnTo>
                    <a:pt x="0" y="147896"/>
                  </a:lnTo>
                  <a:lnTo>
                    <a:pt x="462112" y="147896"/>
                  </a:lnTo>
                  <a:lnTo>
                    <a:pt x="462112" y="197195"/>
                  </a:lnTo>
                  <a:lnTo>
                    <a:pt x="616149" y="98597"/>
                  </a:lnTo>
                  <a:lnTo>
                    <a:pt x="462112" y="0"/>
                  </a:lnTo>
                  <a:close/>
                </a:path>
              </a:pathLst>
            </a:custGeom>
            <a:solidFill>
              <a:srgbClr val="FF26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1" name="object 81"/>
            <p:cNvSpPr/>
            <p:nvPr/>
          </p:nvSpPr>
          <p:spPr>
            <a:xfrm>
              <a:off x="6683793" y="1568713"/>
              <a:ext cx="616585" cy="197485"/>
            </a:xfrm>
            <a:custGeom>
              <a:avLst/>
              <a:gdLst/>
              <a:ahLst/>
              <a:cxnLst/>
              <a:rect l="l" t="t" r="r" b="b"/>
              <a:pathLst>
                <a:path w="616584" h="197485">
                  <a:moveTo>
                    <a:pt x="462110" y="197196"/>
                  </a:moveTo>
                  <a:lnTo>
                    <a:pt x="616147" y="98598"/>
                  </a:lnTo>
                  <a:lnTo>
                    <a:pt x="462110" y="0"/>
                  </a:lnTo>
                  <a:lnTo>
                    <a:pt x="462110" y="49300"/>
                  </a:lnTo>
                  <a:lnTo>
                    <a:pt x="0" y="49300"/>
                  </a:lnTo>
                  <a:lnTo>
                    <a:pt x="0" y="147898"/>
                  </a:lnTo>
                  <a:lnTo>
                    <a:pt x="462110" y="147898"/>
                  </a:lnTo>
                  <a:lnTo>
                    <a:pt x="462110" y="197196"/>
                  </a:lnTo>
                  <a:close/>
                </a:path>
              </a:pathLst>
            </a:custGeom>
            <a:ln w="13146">
              <a:solidFill>
                <a:srgbClr val="FF26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2" name="object 82"/>
          <p:cNvSpPr txBox="1"/>
          <p:nvPr/>
        </p:nvSpPr>
        <p:spPr>
          <a:xfrm>
            <a:off x="4794469" y="5089608"/>
            <a:ext cx="989330" cy="1445895"/>
          </a:xfrm>
          <a:prstGeom prst="rect">
            <a:avLst/>
          </a:prstGeom>
        </p:spPr>
        <p:txBody>
          <a:bodyPr wrap="square" lIns="0" tIns="8890" rIns="0" bIns="0" rtlCol="0" vert="horz">
            <a:spAutoFit/>
          </a:bodyPr>
          <a:lstStyle/>
          <a:p>
            <a:pPr marL="12700" marR="5080">
              <a:lnSpc>
                <a:spcPct val="102099"/>
              </a:lnSpc>
              <a:spcBef>
                <a:spcPts val="70"/>
              </a:spcBef>
            </a:pPr>
            <a:r>
              <a:rPr dirty="0" sz="2450" spc="-10">
                <a:solidFill>
                  <a:srgbClr val="FF0000"/>
                </a:solidFill>
                <a:latin typeface="Times New Roman"/>
                <a:cs typeface="Times New Roman"/>
              </a:rPr>
              <a:t>“looks” random</a:t>
            </a:r>
            <a:endParaRPr sz="2450">
              <a:latin typeface="Times New Roman"/>
              <a:cs typeface="Times New Roman"/>
            </a:endParaRPr>
          </a:p>
          <a:p>
            <a:pPr marL="233045">
              <a:lnSpc>
                <a:spcPct val="100000"/>
              </a:lnSpc>
              <a:spcBef>
                <a:spcPts val="1245"/>
              </a:spcBef>
            </a:pPr>
            <a:r>
              <a:rPr dirty="0" sz="3300" spc="-50">
                <a:latin typeface="Times New Roman"/>
                <a:cs typeface="Times New Roman"/>
              </a:rPr>
              <a:t>C</a:t>
            </a:r>
            <a:endParaRPr sz="3300">
              <a:latin typeface="Times New Roman"/>
              <a:cs typeface="Times New Roman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9719138" y="7012593"/>
            <a:ext cx="209550" cy="229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80"/>
              </a:lnSpc>
            </a:pPr>
            <a:r>
              <a:rPr dirty="0" sz="1450" spc="-25">
                <a:latin typeface="Times New Roman"/>
                <a:cs typeface="Times New Roman"/>
              </a:rPr>
              <a:t>28</a:t>
            </a:r>
            <a:endParaRPr sz="14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229122" y="578741"/>
            <a:ext cx="6242050" cy="72009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A5/1</a:t>
            </a:r>
            <a:r>
              <a:rPr dirty="0" spc="-35"/>
              <a:t> </a:t>
            </a:r>
            <a:r>
              <a:rPr dirty="0"/>
              <a:t>stream</a:t>
            </a:r>
            <a:r>
              <a:rPr dirty="0" spc="-30"/>
              <a:t> </a:t>
            </a:r>
            <a:r>
              <a:rPr dirty="0"/>
              <a:t>cipher</a:t>
            </a:r>
            <a:r>
              <a:rPr dirty="0" spc="-30"/>
              <a:t> </a:t>
            </a:r>
            <a:r>
              <a:rPr dirty="0" spc="-10"/>
              <a:t>(GSM)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3528291" y="1880119"/>
          <a:ext cx="4581525" cy="3149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6854"/>
                <a:gridCol w="236854"/>
                <a:gridCol w="236854"/>
                <a:gridCol w="236854"/>
                <a:gridCol w="236855"/>
                <a:gridCol w="236855"/>
                <a:gridCol w="236855"/>
                <a:gridCol w="236855"/>
                <a:gridCol w="236855"/>
                <a:gridCol w="236855"/>
                <a:gridCol w="236855"/>
                <a:gridCol w="236855"/>
                <a:gridCol w="236855"/>
                <a:gridCol w="236854"/>
                <a:gridCol w="236854"/>
                <a:gridCol w="236854"/>
                <a:gridCol w="236854"/>
                <a:gridCol w="236854"/>
                <a:gridCol w="236854"/>
              </a:tblGrid>
              <a:tr h="3149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434DD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434DD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434DD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D2A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D2A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434DD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D2A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D2A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D2A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D2A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B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D2A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D2A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D2A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D2A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D2A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D2A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D2A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D2A9"/>
                    </a:solidFill>
                  </a:tcPr>
                </a:tc>
              </a:tr>
            </a:tbl>
          </a:graphicData>
        </a:graphic>
      </p:graphicFrame>
      <p:grpSp>
        <p:nvGrpSpPr>
          <p:cNvPr id="4" name="object 4"/>
          <p:cNvGrpSpPr/>
          <p:nvPr/>
        </p:nvGrpSpPr>
        <p:grpSpPr>
          <a:xfrm>
            <a:off x="1259222" y="2025579"/>
            <a:ext cx="7247890" cy="4144010"/>
            <a:chOff x="1259222" y="2025579"/>
            <a:chExt cx="7247890" cy="4144010"/>
          </a:xfrm>
        </p:grpSpPr>
        <p:sp>
          <p:nvSpPr>
            <p:cNvPr id="5" name="object 5"/>
            <p:cNvSpPr/>
            <p:nvPr/>
          </p:nvSpPr>
          <p:spPr>
            <a:xfrm>
              <a:off x="3296620" y="3304863"/>
              <a:ext cx="236854" cy="315595"/>
            </a:xfrm>
            <a:custGeom>
              <a:avLst/>
              <a:gdLst/>
              <a:ahLst/>
              <a:cxnLst/>
              <a:rect l="l" t="t" r="r" b="b"/>
              <a:pathLst>
                <a:path w="236854" h="315595">
                  <a:moveTo>
                    <a:pt x="236600" y="0"/>
                  </a:moveTo>
                  <a:lnTo>
                    <a:pt x="0" y="0"/>
                  </a:lnTo>
                  <a:lnTo>
                    <a:pt x="0" y="315514"/>
                  </a:lnTo>
                  <a:lnTo>
                    <a:pt x="236600" y="315514"/>
                  </a:lnTo>
                  <a:lnTo>
                    <a:pt x="236600" y="0"/>
                  </a:lnTo>
                  <a:close/>
                </a:path>
              </a:pathLst>
            </a:custGeom>
            <a:solidFill>
              <a:srgbClr val="434DD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3296619" y="3304862"/>
              <a:ext cx="236854" cy="315595"/>
            </a:xfrm>
            <a:custGeom>
              <a:avLst/>
              <a:gdLst/>
              <a:ahLst/>
              <a:cxnLst/>
              <a:rect l="l" t="t" r="r" b="b"/>
              <a:pathLst>
                <a:path w="236854" h="315595">
                  <a:moveTo>
                    <a:pt x="0" y="0"/>
                  </a:moveTo>
                  <a:lnTo>
                    <a:pt x="236601" y="0"/>
                  </a:lnTo>
                  <a:lnTo>
                    <a:pt x="236601" y="315514"/>
                  </a:lnTo>
                  <a:lnTo>
                    <a:pt x="0" y="315514"/>
                  </a:lnTo>
                  <a:lnTo>
                    <a:pt x="0" y="0"/>
                  </a:lnTo>
                  <a:close/>
                </a:path>
              </a:pathLst>
            </a:custGeom>
            <a:ln w="98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3533221" y="3304863"/>
              <a:ext cx="236854" cy="315595"/>
            </a:xfrm>
            <a:custGeom>
              <a:avLst/>
              <a:gdLst/>
              <a:ahLst/>
              <a:cxnLst/>
              <a:rect l="l" t="t" r="r" b="b"/>
              <a:pathLst>
                <a:path w="236854" h="315595">
                  <a:moveTo>
                    <a:pt x="236600" y="0"/>
                  </a:moveTo>
                  <a:lnTo>
                    <a:pt x="0" y="0"/>
                  </a:lnTo>
                  <a:lnTo>
                    <a:pt x="0" y="315514"/>
                  </a:lnTo>
                  <a:lnTo>
                    <a:pt x="236600" y="315514"/>
                  </a:lnTo>
                  <a:lnTo>
                    <a:pt x="236600" y="0"/>
                  </a:lnTo>
                  <a:close/>
                </a:path>
              </a:pathLst>
            </a:custGeom>
            <a:solidFill>
              <a:srgbClr val="434DD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3533220" y="3304862"/>
              <a:ext cx="236854" cy="315595"/>
            </a:xfrm>
            <a:custGeom>
              <a:avLst/>
              <a:gdLst/>
              <a:ahLst/>
              <a:cxnLst/>
              <a:rect l="l" t="t" r="r" b="b"/>
              <a:pathLst>
                <a:path w="236854" h="315595">
                  <a:moveTo>
                    <a:pt x="0" y="0"/>
                  </a:moveTo>
                  <a:lnTo>
                    <a:pt x="236601" y="0"/>
                  </a:lnTo>
                  <a:lnTo>
                    <a:pt x="236601" y="315514"/>
                  </a:lnTo>
                  <a:lnTo>
                    <a:pt x="0" y="315514"/>
                  </a:lnTo>
                  <a:lnTo>
                    <a:pt x="0" y="0"/>
                  </a:lnTo>
                  <a:close/>
                </a:path>
              </a:pathLst>
            </a:custGeom>
            <a:ln w="98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3769822" y="3304863"/>
              <a:ext cx="236854" cy="315595"/>
            </a:xfrm>
            <a:custGeom>
              <a:avLst/>
              <a:gdLst/>
              <a:ahLst/>
              <a:cxnLst/>
              <a:rect l="l" t="t" r="r" b="b"/>
              <a:pathLst>
                <a:path w="236854" h="315595">
                  <a:moveTo>
                    <a:pt x="236600" y="0"/>
                  </a:moveTo>
                  <a:lnTo>
                    <a:pt x="0" y="0"/>
                  </a:lnTo>
                  <a:lnTo>
                    <a:pt x="0" y="315514"/>
                  </a:lnTo>
                  <a:lnTo>
                    <a:pt x="236600" y="315514"/>
                  </a:lnTo>
                  <a:lnTo>
                    <a:pt x="236600" y="0"/>
                  </a:lnTo>
                  <a:close/>
                </a:path>
              </a:pathLst>
            </a:custGeom>
            <a:solidFill>
              <a:srgbClr val="00D2A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3769821" y="3304862"/>
              <a:ext cx="236854" cy="315595"/>
            </a:xfrm>
            <a:custGeom>
              <a:avLst/>
              <a:gdLst/>
              <a:ahLst/>
              <a:cxnLst/>
              <a:rect l="l" t="t" r="r" b="b"/>
              <a:pathLst>
                <a:path w="236854" h="315595">
                  <a:moveTo>
                    <a:pt x="0" y="0"/>
                  </a:moveTo>
                  <a:lnTo>
                    <a:pt x="236600" y="0"/>
                  </a:lnTo>
                  <a:lnTo>
                    <a:pt x="236600" y="315514"/>
                  </a:lnTo>
                  <a:lnTo>
                    <a:pt x="0" y="315514"/>
                  </a:lnTo>
                  <a:lnTo>
                    <a:pt x="0" y="0"/>
                  </a:lnTo>
                  <a:close/>
                </a:path>
              </a:pathLst>
            </a:custGeom>
            <a:ln w="98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4006422" y="3304863"/>
              <a:ext cx="236854" cy="315595"/>
            </a:xfrm>
            <a:custGeom>
              <a:avLst/>
              <a:gdLst/>
              <a:ahLst/>
              <a:cxnLst/>
              <a:rect l="l" t="t" r="r" b="b"/>
              <a:pathLst>
                <a:path w="236854" h="315595">
                  <a:moveTo>
                    <a:pt x="236600" y="0"/>
                  </a:moveTo>
                  <a:lnTo>
                    <a:pt x="0" y="0"/>
                  </a:lnTo>
                  <a:lnTo>
                    <a:pt x="0" y="315514"/>
                  </a:lnTo>
                  <a:lnTo>
                    <a:pt x="236600" y="315514"/>
                  </a:lnTo>
                  <a:lnTo>
                    <a:pt x="236600" y="0"/>
                  </a:lnTo>
                  <a:close/>
                </a:path>
              </a:pathLst>
            </a:custGeom>
            <a:solidFill>
              <a:srgbClr val="00D2A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4006422" y="3304862"/>
              <a:ext cx="236854" cy="315595"/>
            </a:xfrm>
            <a:custGeom>
              <a:avLst/>
              <a:gdLst/>
              <a:ahLst/>
              <a:cxnLst/>
              <a:rect l="l" t="t" r="r" b="b"/>
              <a:pathLst>
                <a:path w="236854" h="315595">
                  <a:moveTo>
                    <a:pt x="0" y="0"/>
                  </a:moveTo>
                  <a:lnTo>
                    <a:pt x="236601" y="0"/>
                  </a:lnTo>
                  <a:lnTo>
                    <a:pt x="236601" y="315514"/>
                  </a:lnTo>
                  <a:lnTo>
                    <a:pt x="0" y="315514"/>
                  </a:lnTo>
                  <a:lnTo>
                    <a:pt x="0" y="0"/>
                  </a:lnTo>
                  <a:close/>
                </a:path>
              </a:pathLst>
            </a:custGeom>
            <a:ln w="98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4243022" y="3304863"/>
              <a:ext cx="236854" cy="315595"/>
            </a:xfrm>
            <a:custGeom>
              <a:avLst/>
              <a:gdLst/>
              <a:ahLst/>
              <a:cxnLst/>
              <a:rect l="l" t="t" r="r" b="b"/>
              <a:pathLst>
                <a:path w="236854" h="315595">
                  <a:moveTo>
                    <a:pt x="236600" y="0"/>
                  </a:moveTo>
                  <a:lnTo>
                    <a:pt x="0" y="0"/>
                  </a:lnTo>
                  <a:lnTo>
                    <a:pt x="0" y="315514"/>
                  </a:lnTo>
                  <a:lnTo>
                    <a:pt x="236600" y="315514"/>
                  </a:lnTo>
                  <a:lnTo>
                    <a:pt x="236600" y="0"/>
                  </a:lnTo>
                  <a:close/>
                </a:path>
              </a:pathLst>
            </a:custGeom>
            <a:solidFill>
              <a:srgbClr val="00D2A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4243023" y="3304862"/>
              <a:ext cx="236854" cy="315595"/>
            </a:xfrm>
            <a:custGeom>
              <a:avLst/>
              <a:gdLst/>
              <a:ahLst/>
              <a:cxnLst/>
              <a:rect l="l" t="t" r="r" b="b"/>
              <a:pathLst>
                <a:path w="236854" h="315595">
                  <a:moveTo>
                    <a:pt x="0" y="0"/>
                  </a:moveTo>
                  <a:lnTo>
                    <a:pt x="236601" y="0"/>
                  </a:lnTo>
                  <a:lnTo>
                    <a:pt x="236601" y="315514"/>
                  </a:lnTo>
                  <a:lnTo>
                    <a:pt x="0" y="315514"/>
                  </a:lnTo>
                  <a:lnTo>
                    <a:pt x="0" y="0"/>
                  </a:lnTo>
                  <a:close/>
                </a:path>
              </a:pathLst>
            </a:custGeom>
            <a:ln w="98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4479624" y="3304863"/>
              <a:ext cx="236854" cy="315595"/>
            </a:xfrm>
            <a:custGeom>
              <a:avLst/>
              <a:gdLst/>
              <a:ahLst/>
              <a:cxnLst/>
              <a:rect l="l" t="t" r="r" b="b"/>
              <a:pathLst>
                <a:path w="236854" h="315595">
                  <a:moveTo>
                    <a:pt x="236600" y="0"/>
                  </a:moveTo>
                  <a:lnTo>
                    <a:pt x="0" y="0"/>
                  </a:lnTo>
                  <a:lnTo>
                    <a:pt x="0" y="315514"/>
                  </a:lnTo>
                  <a:lnTo>
                    <a:pt x="236600" y="315514"/>
                  </a:lnTo>
                  <a:lnTo>
                    <a:pt x="236600" y="0"/>
                  </a:lnTo>
                  <a:close/>
                </a:path>
              </a:pathLst>
            </a:custGeom>
            <a:solidFill>
              <a:srgbClr val="00D2A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4479624" y="3304862"/>
              <a:ext cx="236854" cy="315595"/>
            </a:xfrm>
            <a:custGeom>
              <a:avLst/>
              <a:gdLst/>
              <a:ahLst/>
              <a:cxnLst/>
              <a:rect l="l" t="t" r="r" b="b"/>
              <a:pathLst>
                <a:path w="236854" h="315595">
                  <a:moveTo>
                    <a:pt x="0" y="0"/>
                  </a:moveTo>
                  <a:lnTo>
                    <a:pt x="236601" y="0"/>
                  </a:lnTo>
                  <a:lnTo>
                    <a:pt x="236601" y="315514"/>
                  </a:lnTo>
                  <a:lnTo>
                    <a:pt x="0" y="315514"/>
                  </a:lnTo>
                  <a:lnTo>
                    <a:pt x="0" y="0"/>
                  </a:lnTo>
                  <a:close/>
                </a:path>
              </a:pathLst>
            </a:custGeom>
            <a:ln w="98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4716226" y="3304863"/>
              <a:ext cx="236854" cy="315595"/>
            </a:xfrm>
            <a:custGeom>
              <a:avLst/>
              <a:gdLst/>
              <a:ahLst/>
              <a:cxnLst/>
              <a:rect l="l" t="t" r="r" b="b"/>
              <a:pathLst>
                <a:path w="236854" h="315595">
                  <a:moveTo>
                    <a:pt x="236600" y="0"/>
                  </a:moveTo>
                  <a:lnTo>
                    <a:pt x="0" y="0"/>
                  </a:lnTo>
                  <a:lnTo>
                    <a:pt x="0" y="315514"/>
                  </a:lnTo>
                  <a:lnTo>
                    <a:pt x="236600" y="315514"/>
                  </a:lnTo>
                  <a:lnTo>
                    <a:pt x="236600" y="0"/>
                  </a:lnTo>
                  <a:close/>
                </a:path>
              </a:pathLst>
            </a:custGeom>
            <a:solidFill>
              <a:srgbClr val="00D2A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4716225" y="3304862"/>
              <a:ext cx="236854" cy="315595"/>
            </a:xfrm>
            <a:custGeom>
              <a:avLst/>
              <a:gdLst/>
              <a:ahLst/>
              <a:cxnLst/>
              <a:rect l="l" t="t" r="r" b="b"/>
              <a:pathLst>
                <a:path w="236854" h="315595">
                  <a:moveTo>
                    <a:pt x="0" y="0"/>
                  </a:moveTo>
                  <a:lnTo>
                    <a:pt x="236601" y="0"/>
                  </a:lnTo>
                  <a:lnTo>
                    <a:pt x="236601" y="315514"/>
                  </a:lnTo>
                  <a:lnTo>
                    <a:pt x="0" y="315514"/>
                  </a:lnTo>
                  <a:lnTo>
                    <a:pt x="0" y="0"/>
                  </a:lnTo>
                  <a:close/>
                </a:path>
              </a:pathLst>
            </a:custGeom>
            <a:ln w="98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4952827" y="3304863"/>
              <a:ext cx="236854" cy="315595"/>
            </a:xfrm>
            <a:custGeom>
              <a:avLst/>
              <a:gdLst/>
              <a:ahLst/>
              <a:cxnLst/>
              <a:rect l="l" t="t" r="r" b="b"/>
              <a:pathLst>
                <a:path w="236854" h="315595">
                  <a:moveTo>
                    <a:pt x="236600" y="0"/>
                  </a:moveTo>
                  <a:lnTo>
                    <a:pt x="0" y="0"/>
                  </a:lnTo>
                  <a:lnTo>
                    <a:pt x="0" y="315514"/>
                  </a:lnTo>
                  <a:lnTo>
                    <a:pt x="236600" y="315514"/>
                  </a:lnTo>
                  <a:lnTo>
                    <a:pt x="236600" y="0"/>
                  </a:lnTo>
                  <a:close/>
                </a:path>
              </a:pathLst>
            </a:custGeom>
            <a:solidFill>
              <a:srgbClr val="00D2A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4952826" y="3304862"/>
              <a:ext cx="236854" cy="315595"/>
            </a:xfrm>
            <a:custGeom>
              <a:avLst/>
              <a:gdLst/>
              <a:ahLst/>
              <a:cxnLst/>
              <a:rect l="l" t="t" r="r" b="b"/>
              <a:pathLst>
                <a:path w="236854" h="315595">
                  <a:moveTo>
                    <a:pt x="0" y="0"/>
                  </a:moveTo>
                  <a:lnTo>
                    <a:pt x="236600" y="0"/>
                  </a:lnTo>
                  <a:lnTo>
                    <a:pt x="236600" y="315514"/>
                  </a:lnTo>
                  <a:lnTo>
                    <a:pt x="0" y="315514"/>
                  </a:lnTo>
                  <a:lnTo>
                    <a:pt x="0" y="0"/>
                  </a:lnTo>
                  <a:close/>
                </a:path>
              </a:pathLst>
            </a:custGeom>
            <a:ln w="98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5189427" y="3304863"/>
              <a:ext cx="236854" cy="315595"/>
            </a:xfrm>
            <a:custGeom>
              <a:avLst/>
              <a:gdLst/>
              <a:ahLst/>
              <a:cxnLst/>
              <a:rect l="l" t="t" r="r" b="b"/>
              <a:pathLst>
                <a:path w="236854" h="315595">
                  <a:moveTo>
                    <a:pt x="236600" y="0"/>
                  </a:moveTo>
                  <a:lnTo>
                    <a:pt x="0" y="0"/>
                  </a:lnTo>
                  <a:lnTo>
                    <a:pt x="0" y="315514"/>
                  </a:lnTo>
                  <a:lnTo>
                    <a:pt x="236600" y="315514"/>
                  </a:lnTo>
                  <a:lnTo>
                    <a:pt x="236600" y="0"/>
                  </a:lnTo>
                  <a:close/>
                </a:path>
              </a:pathLst>
            </a:custGeom>
            <a:solidFill>
              <a:srgbClr val="00D2A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5189427" y="3304862"/>
              <a:ext cx="236854" cy="315595"/>
            </a:xfrm>
            <a:custGeom>
              <a:avLst/>
              <a:gdLst/>
              <a:ahLst/>
              <a:cxnLst/>
              <a:rect l="l" t="t" r="r" b="b"/>
              <a:pathLst>
                <a:path w="236854" h="315595">
                  <a:moveTo>
                    <a:pt x="0" y="0"/>
                  </a:moveTo>
                  <a:lnTo>
                    <a:pt x="236601" y="0"/>
                  </a:lnTo>
                  <a:lnTo>
                    <a:pt x="236601" y="315514"/>
                  </a:lnTo>
                  <a:lnTo>
                    <a:pt x="0" y="315514"/>
                  </a:lnTo>
                  <a:lnTo>
                    <a:pt x="0" y="0"/>
                  </a:lnTo>
                  <a:close/>
                </a:path>
              </a:pathLst>
            </a:custGeom>
            <a:ln w="98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5426027" y="3304863"/>
              <a:ext cx="236854" cy="315595"/>
            </a:xfrm>
            <a:custGeom>
              <a:avLst/>
              <a:gdLst/>
              <a:ahLst/>
              <a:cxnLst/>
              <a:rect l="l" t="t" r="r" b="b"/>
              <a:pathLst>
                <a:path w="236854" h="315595">
                  <a:moveTo>
                    <a:pt x="236600" y="0"/>
                  </a:moveTo>
                  <a:lnTo>
                    <a:pt x="0" y="0"/>
                  </a:lnTo>
                  <a:lnTo>
                    <a:pt x="0" y="315514"/>
                  </a:lnTo>
                  <a:lnTo>
                    <a:pt x="236600" y="315514"/>
                  </a:lnTo>
                  <a:lnTo>
                    <a:pt x="236600" y="0"/>
                  </a:lnTo>
                  <a:close/>
                </a:path>
              </a:pathLst>
            </a:custGeom>
            <a:solidFill>
              <a:srgbClr val="00D2A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5426028" y="3304862"/>
              <a:ext cx="236854" cy="315595"/>
            </a:xfrm>
            <a:custGeom>
              <a:avLst/>
              <a:gdLst/>
              <a:ahLst/>
              <a:cxnLst/>
              <a:rect l="l" t="t" r="r" b="b"/>
              <a:pathLst>
                <a:path w="236854" h="315595">
                  <a:moveTo>
                    <a:pt x="0" y="0"/>
                  </a:moveTo>
                  <a:lnTo>
                    <a:pt x="236601" y="0"/>
                  </a:lnTo>
                  <a:lnTo>
                    <a:pt x="236601" y="315514"/>
                  </a:lnTo>
                  <a:lnTo>
                    <a:pt x="0" y="315514"/>
                  </a:lnTo>
                  <a:lnTo>
                    <a:pt x="0" y="0"/>
                  </a:lnTo>
                  <a:close/>
                </a:path>
              </a:pathLst>
            </a:custGeom>
            <a:ln w="98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5662628" y="3304863"/>
              <a:ext cx="236854" cy="315595"/>
            </a:xfrm>
            <a:custGeom>
              <a:avLst/>
              <a:gdLst/>
              <a:ahLst/>
              <a:cxnLst/>
              <a:rect l="l" t="t" r="r" b="b"/>
              <a:pathLst>
                <a:path w="236854" h="315595">
                  <a:moveTo>
                    <a:pt x="236600" y="0"/>
                  </a:moveTo>
                  <a:lnTo>
                    <a:pt x="0" y="0"/>
                  </a:lnTo>
                  <a:lnTo>
                    <a:pt x="0" y="315514"/>
                  </a:lnTo>
                  <a:lnTo>
                    <a:pt x="236600" y="315514"/>
                  </a:lnTo>
                  <a:lnTo>
                    <a:pt x="236600" y="0"/>
                  </a:lnTo>
                  <a:close/>
                </a:path>
              </a:pathLst>
            </a:custGeom>
            <a:solidFill>
              <a:srgbClr val="00D2A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5662629" y="3304862"/>
              <a:ext cx="236854" cy="315595"/>
            </a:xfrm>
            <a:custGeom>
              <a:avLst/>
              <a:gdLst/>
              <a:ahLst/>
              <a:cxnLst/>
              <a:rect l="l" t="t" r="r" b="b"/>
              <a:pathLst>
                <a:path w="236854" h="315595">
                  <a:moveTo>
                    <a:pt x="0" y="0"/>
                  </a:moveTo>
                  <a:lnTo>
                    <a:pt x="236601" y="0"/>
                  </a:lnTo>
                  <a:lnTo>
                    <a:pt x="236601" y="315514"/>
                  </a:lnTo>
                  <a:lnTo>
                    <a:pt x="0" y="315514"/>
                  </a:lnTo>
                  <a:lnTo>
                    <a:pt x="0" y="0"/>
                  </a:lnTo>
                  <a:close/>
                </a:path>
              </a:pathLst>
            </a:custGeom>
            <a:ln w="98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5899230" y="3304863"/>
              <a:ext cx="236854" cy="315595"/>
            </a:xfrm>
            <a:custGeom>
              <a:avLst/>
              <a:gdLst/>
              <a:ahLst/>
              <a:cxnLst/>
              <a:rect l="l" t="t" r="r" b="b"/>
              <a:pathLst>
                <a:path w="236854" h="315595">
                  <a:moveTo>
                    <a:pt x="236600" y="0"/>
                  </a:moveTo>
                  <a:lnTo>
                    <a:pt x="0" y="0"/>
                  </a:lnTo>
                  <a:lnTo>
                    <a:pt x="0" y="315514"/>
                  </a:lnTo>
                  <a:lnTo>
                    <a:pt x="236600" y="315514"/>
                  </a:lnTo>
                  <a:lnTo>
                    <a:pt x="236600" y="0"/>
                  </a:lnTo>
                  <a:close/>
                </a:path>
              </a:pathLst>
            </a:custGeom>
            <a:solidFill>
              <a:srgbClr val="FFFB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5899230" y="3304862"/>
              <a:ext cx="236854" cy="315595"/>
            </a:xfrm>
            <a:custGeom>
              <a:avLst/>
              <a:gdLst/>
              <a:ahLst/>
              <a:cxnLst/>
              <a:rect l="l" t="t" r="r" b="b"/>
              <a:pathLst>
                <a:path w="236854" h="315595">
                  <a:moveTo>
                    <a:pt x="0" y="0"/>
                  </a:moveTo>
                  <a:lnTo>
                    <a:pt x="236601" y="0"/>
                  </a:lnTo>
                  <a:lnTo>
                    <a:pt x="236601" y="315514"/>
                  </a:lnTo>
                  <a:lnTo>
                    <a:pt x="0" y="315514"/>
                  </a:lnTo>
                  <a:lnTo>
                    <a:pt x="0" y="0"/>
                  </a:lnTo>
                  <a:close/>
                </a:path>
              </a:pathLst>
            </a:custGeom>
            <a:ln w="98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6135832" y="3304863"/>
              <a:ext cx="236854" cy="315595"/>
            </a:xfrm>
            <a:custGeom>
              <a:avLst/>
              <a:gdLst/>
              <a:ahLst/>
              <a:cxnLst/>
              <a:rect l="l" t="t" r="r" b="b"/>
              <a:pathLst>
                <a:path w="236854" h="315595">
                  <a:moveTo>
                    <a:pt x="236600" y="0"/>
                  </a:moveTo>
                  <a:lnTo>
                    <a:pt x="0" y="0"/>
                  </a:lnTo>
                  <a:lnTo>
                    <a:pt x="0" y="315514"/>
                  </a:lnTo>
                  <a:lnTo>
                    <a:pt x="236600" y="315514"/>
                  </a:lnTo>
                  <a:lnTo>
                    <a:pt x="236600" y="0"/>
                  </a:lnTo>
                  <a:close/>
                </a:path>
              </a:pathLst>
            </a:custGeom>
            <a:solidFill>
              <a:srgbClr val="00D2A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6135831" y="3304862"/>
              <a:ext cx="236854" cy="315595"/>
            </a:xfrm>
            <a:custGeom>
              <a:avLst/>
              <a:gdLst/>
              <a:ahLst/>
              <a:cxnLst/>
              <a:rect l="l" t="t" r="r" b="b"/>
              <a:pathLst>
                <a:path w="236854" h="315595">
                  <a:moveTo>
                    <a:pt x="0" y="0"/>
                  </a:moveTo>
                  <a:lnTo>
                    <a:pt x="236600" y="0"/>
                  </a:lnTo>
                  <a:lnTo>
                    <a:pt x="236600" y="315514"/>
                  </a:lnTo>
                  <a:lnTo>
                    <a:pt x="0" y="315514"/>
                  </a:lnTo>
                  <a:lnTo>
                    <a:pt x="0" y="0"/>
                  </a:lnTo>
                  <a:close/>
                </a:path>
              </a:pathLst>
            </a:custGeom>
            <a:ln w="98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6372432" y="3304863"/>
              <a:ext cx="236854" cy="315595"/>
            </a:xfrm>
            <a:custGeom>
              <a:avLst/>
              <a:gdLst/>
              <a:ahLst/>
              <a:cxnLst/>
              <a:rect l="l" t="t" r="r" b="b"/>
              <a:pathLst>
                <a:path w="236854" h="315595">
                  <a:moveTo>
                    <a:pt x="236601" y="0"/>
                  </a:moveTo>
                  <a:lnTo>
                    <a:pt x="0" y="0"/>
                  </a:lnTo>
                  <a:lnTo>
                    <a:pt x="0" y="315514"/>
                  </a:lnTo>
                  <a:lnTo>
                    <a:pt x="236601" y="315514"/>
                  </a:lnTo>
                  <a:lnTo>
                    <a:pt x="236601" y="0"/>
                  </a:lnTo>
                  <a:close/>
                </a:path>
              </a:pathLst>
            </a:custGeom>
            <a:solidFill>
              <a:srgbClr val="00D2A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6372432" y="3304862"/>
              <a:ext cx="236854" cy="315595"/>
            </a:xfrm>
            <a:custGeom>
              <a:avLst/>
              <a:gdLst/>
              <a:ahLst/>
              <a:cxnLst/>
              <a:rect l="l" t="t" r="r" b="b"/>
              <a:pathLst>
                <a:path w="236854" h="315595">
                  <a:moveTo>
                    <a:pt x="0" y="0"/>
                  </a:moveTo>
                  <a:lnTo>
                    <a:pt x="236601" y="0"/>
                  </a:lnTo>
                  <a:lnTo>
                    <a:pt x="236601" y="315514"/>
                  </a:lnTo>
                  <a:lnTo>
                    <a:pt x="0" y="315514"/>
                  </a:lnTo>
                  <a:lnTo>
                    <a:pt x="0" y="0"/>
                  </a:lnTo>
                  <a:close/>
                </a:path>
              </a:pathLst>
            </a:custGeom>
            <a:ln w="98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6609034" y="3304863"/>
              <a:ext cx="236854" cy="315595"/>
            </a:xfrm>
            <a:custGeom>
              <a:avLst/>
              <a:gdLst/>
              <a:ahLst/>
              <a:cxnLst/>
              <a:rect l="l" t="t" r="r" b="b"/>
              <a:pathLst>
                <a:path w="236854" h="315595">
                  <a:moveTo>
                    <a:pt x="236600" y="0"/>
                  </a:moveTo>
                  <a:lnTo>
                    <a:pt x="0" y="0"/>
                  </a:lnTo>
                  <a:lnTo>
                    <a:pt x="0" y="315514"/>
                  </a:lnTo>
                  <a:lnTo>
                    <a:pt x="236600" y="315514"/>
                  </a:lnTo>
                  <a:lnTo>
                    <a:pt x="236600" y="0"/>
                  </a:lnTo>
                  <a:close/>
                </a:path>
              </a:pathLst>
            </a:custGeom>
            <a:solidFill>
              <a:srgbClr val="00D2A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6609033" y="3304862"/>
              <a:ext cx="236854" cy="315595"/>
            </a:xfrm>
            <a:custGeom>
              <a:avLst/>
              <a:gdLst/>
              <a:ahLst/>
              <a:cxnLst/>
              <a:rect l="l" t="t" r="r" b="b"/>
              <a:pathLst>
                <a:path w="236854" h="315595">
                  <a:moveTo>
                    <a:pt x="0" y="0"/>
                  </a:moveTo>
                  <a:lnTo>
                    <a:pt x="236600" y="0"/>
                  </a:lnTo>
                  <a:lnTo>
                    <a:pt x="236600" y="315514"/>
                  </a:lnTo>
                  <a:lnTo>
                    <a:pt x="0" y="315514"/>
                  </a:lnTo>
                  <a:lnTo>
                    <a:pt x="0" y="0"/>
                  </a:lnTo>
                  <a:close/>
                </a:path>
              </a:pathLst>
            </a:custGeom>
            <a:ln w="98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6845633" y="3304863"/>
              <a:ext cx="236854" cy="315595"/>
            </a:xfrm>
            <a:custGeom>
              <a:avLst/>
              <a:gdLst/>
              <a:ahLst/>
              <a:cxnLst/>
              <a:rect l="l" t="t" r="r" b="b"/>
              <a:pathLst>
                <a:path w="236854" h="315595">
                  <a:moveTo>
                    <a:pt x="236600" y="0"/>
                  </a:moveTo>
                  <a:lnTo>
                    <a:pt x="0" y="0"/>
                  </a:lnTo>
                  <a:lnTo>
                    <a:pt x="0" y="315514"/>
                  </a:lnTo>
                  <a:lnTo>
                    <a:pt x="236600" y="315514"/>
                  </a:lnTo>
                  <a:lnTo>
                    <a:pt x="236600" y="0"/>
                  </a:lnTo>
                  <a:close/>
                </a:path>
              </a:pathLst>
            </a:custGeom>
            <a:solidFill>
              <a:srgbClr val="00D2A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6845634" y="3304862"/>
              <a:ext cx="236854" cy="315595"/>
            </a:xfrm>
            <a:custGeom>
              <a:avLst/>
              <a:gdLst/>
              <a:ahLst/>
              <a:cxnLst/>
              <a:rect l="l" t="t" r="r" b="b"/>
              <a:pathLst>
                <a:path w="236854" h="315595">
                  <a:moveTo>
                    <a:pt x="0" y="0"/>
                  </a:moveTo>
                  <a:lnTo>
                    <a:pt x="236601" y="0"/>
                  </a:lnTo>
                  <a:lnTo>
                    <a:pt x="236601" y="315514"/>
                  </a:lnTo>
                  <a:lnTo>
                    <a:pt x="0" y="315514"/>
                  </a:lnTo>
                  <a:lnTo>
                    <a:pt x="0" y="0"/>
                  </a:lnTo>
                  <a:close/>
                </a:path>
              </a:pathLst>
            </a:custGeom>
            <a:ln w="98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7082234" y="3304863"/>
              <a:ext cx="236854" cy="315595"/>
            </a:xfrm>
            <a:custGeom>
              <a:avLst/>
              <a:gdLst/>
              <a:ahLst/>
              <a:cxnLst/>
              <a:rect l="l" t="t" r="r" b="b"/>
              <a:pathLst>
                <a:path w="236854" h="315595">
                  <a:moveTo>
                    <a:pt x="236600" y="0"/>
                  </a:moveTo>
                  <a:lnTo>
                    <a:pt x="0" y="0"/>
                  </a:lnTo>
                  <a:lnTo>
                    <a:pt x="0" y="315514"/>
                  </a:lnTo>
                  <a:lnTo>
                    <a:pt x="236600" y="315514"/>
                  </a:lnTo>
                  <a:lnTo>
                    <a:pt x="236600" y="0"/>
                  </a:lnTo>
                  <a:close/>
                </a:path>
              </a:pathLst>
            </a:custGeom>
            <a:solidFill>
              <a:srgbClr val="00D2A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7082235" y="3304862"/>
              <a:ext cx="236854" cy="315595"/>
            </a:xfrm>
            <a:custGeom>
              <a:avLst/>
              <a:gdLst/>
              <a:ahLst/>
              <a:cxnLst/>
              <a:rect l="l" t="t" r="r" b="b"/>
              <a:pathLst>
                <a:path w="236854" h="315595">
                  <a:moveTo>
                    <a:pt x="0" y="0"/>
                  </a:moveTo>
                  <a:lnTo>
                    <a:pt x="236601" y="0"/>
                  </a:lnTo>
                  <a:lnTo>
                    <a:pt x="236601" y="315514"/>
                  </a:lnTo>
                  <a:lnTo>
                    <a:pt x="0" y="315514"/>
                  </a:lnTo>
                  <a:lnTo>
                    <a:pt x="0" y="0"/>
                  </a:lnTo>
                  <a:close/>
                </a:path>
              </a:pathLst>
            </a:custGeom>
            <a:ln w="98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7318836" y="3304863"/>
              <a:ext cx="236854" cy="315595"/>
            </a:xfrm>
            <a:custGeom>
              <a:avLst/>
              <a:gdLst/>
              <a:ahLst/>
              <a:cxnLst/>
              <a:rect l="l" t="t" r="r" b="b"/>
              <a:pathLst>
                <a:path w="236854" h="315595">
                  <a:moveTo>
                    <a:pt x="236600" y="0"/>
                  </a:moveTo>
                  <a:lnTo>
                    <a:pt x="0" y="0"/>
                  </a:lnTo>
                  <a:lnTo>
                    <a:pt x="0" y="315514"/>
                  </a:lnTo>
                  <a:lnTo>
                    <a:pt x="236600" y="315514"/>
                  </a:lnTo>
                  <a:lnTo>
                    <a:pt x="236600" y="0"/>
                  </a:lnTo>
                  <a:close/>
                </a:path>
              </a:pathLst>
            </a:custGeom>
            <a:solidFill>
              <a:srgbClr val="00D2A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7318836" y="3304862"/>
              <a:ext cx="236854" cy="315595"/>
            </a:xfrm>
            <a:custGeom>
              <a:avLst/>
              <a:gdLst/>
              <a:ahLst/>
              <a:cxnLst/>
              <a:rect l="l" t="t" r="r" b="b"/>
              <a:pathLst>
                <a:path w="236854" h="315595">
                  <a:moveTo>
                    <a:pt x="0" y="0"/>
                  </a:moveTo>
                  <a:lnTo>
                    <a:pt x="236601" y="0"/>
                  </a:lnTo>
                  <a:lnTo>
                    <a:pt x="236601" y="315514"/>
                  </a:lnTo>
                  <a:lnTo>
                    <a:pt x="0" y="315514"/>
                  </a:lnTo>
                  <a:lnTo>
                    <a:pt x="0" y="0"/>
                  </a:lnTo>
                  <a:close/>
                </a:path>
              </a:pathLst>
            </a:custGeom>
            <a:ln w="98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7555437" y="3304863"/>
              <a:ext cx="236854" cy="315595"/>
            </a:xfrm>
            <a:custGeom>
              <a:avLst/>
              <a:gdLst/>
              <a:ahLst/>
              <a:cxnLst/>
              <a:rect l="l" t="t" r="r" b="b"/>
              <a:pathLst>
                <a:path w="236854" h="315595">
                  <a:moveTo>
                    <a:pt x="236600" y="0"/>
                  </a:moveTo>
                  <a:lnTo>
                    <a:pt x="0" y="0"/>
                  </a:lnTo>
                  <a:lnTo>
                    <a:pt x="0" y="315514"/>
                  </a:lnTo>
                  <a:lnTo>
                    <a:pt x="236600" y="315514"/>
                  </a:lnTo>
                  <a:lnTo>
                    <a:pt x="236600" y="0"/>
                  </a:lnTo>
                  <a:close/>
                </a:path>
              </a:pathLst>
            </a:custGeom>
            <a:solidFill>
              <a:srgbClr val="00D2A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7555437" y="3304862"/>
              <a:ext cx="236854" cy="315595"/>
            </a:xfrm>
            <a:custGeom>
              <a:avLst/>
              <a:gdLst/>
              <a:ahLst/>
              <a:cxnLst/>
              <a:rect l="l" t="t" r="r" b="b"/>
              <a:pathLst>
                <a:path w="236854" h="315595">
                  <a:moveTo>
                    <a:pt x="0" y="0"/>
                  </a:moveTo>
                  <a:lnTo>
                    <a:pt x="236601" y="0"/>
                  </a:lnTo>
                  <a:lnTo>
                    <a:pt x="236601" y="315514"/>
                  </a:lnTo>
                  <a:lnTo>
                    <a:pt x="0" y="315514"/>
                  </a:lnTo>
                  <a:lnTo>
                    <a:pt x="0" y="0"/>
                  </a:lnTo>
                  <a:close/>
                </a:path>
              </a:pathLst>
            </a:custGeom>
            <a:ln w="98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7792037" y="3304863"/>
              <a:ext cx="236854" cy="315595"/>
            </a:xfrm>
            <a:custGeom>
              <a:avLst/>
              <a:gdLst/>
              <a:ahLst/>
              <a:cxnLst/>
              <a:rect l="l" t="t" r="r" b="b"/>
              <a:pathLst>
                <a:path w="236854" h="315595">
                  <a:moveTo>
                    <a:pt x="236600" y="0"/>
                  </a:moveTo>
                  <a:lnTo>
                    <a:pt x="0" y="0"/>
                  </a:lnTo>
                  <a:lnTo>
                    <a:pt x="0" y="315514"/>
                  </a:lnTo>
                  <a:lnTo>
                    <a:pt x="236600" y="315514"/>
                  </a:lnTo>
                  <a:lnTo>
                    <a:pt x="236600" y="0"/>
                  </a:lnTo>
                  <a:close/>
                </a:path>
              </a:pathLst>
            </a:custGeom>
            <a:solidFill>
              <a:srgbClr val="00D2A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/>
            <p:cNvSpPr/>
            <p:nvPr/>
          </p:nvSpPr>
          <p:spPr>
            <a:xfrm>
              <a:off x="7792038" y="3304862"/>
              <a:ext cx="236854" cy="315595"/>
            </a:xfrm>
            <a:custGeom>
              <a:avLst/>
              <a:gdLst/>
              <a:ahLst/>
              <a:cxnLst/>
              <a:rect l="l" t="t" r="r" b="b"/>
              <a:pathLst>
                <a:path w="236854" h="315595">
                  <a:moveTo>
                    <a:pt x="0" y="0"/>
                  </a:moveTo>
                  <a:lnTo>
                    <a:pt x="236601" y="0"/>
                  </a:lnTo>
                  <a:lnTo>
                    <a:pt x="236601" y="315514"/>
                  </a:lnTo>
                  <a:lnTo>
                    <a:pt x="0" y="315514"/>
                  </a:lnTo>
                  <a:lnTo>
                    <a:pt x="0" y="0"/>
                  </a:lnTo>
                  <a:close/>
                </a:path>
              </a:pathLst>
            </a:custGeom>
            <a:ln w="98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/>
            <p:cNvSpPr/>
            <p:nvPr/>
          </p:nvSpPr>
          <p:spPr>
            <a:xfrm>
              <a:off x="8028638" y="3304863"/>
              <a:ext cx="236854" cy="315595"/>
            </a:xfrm>
            <a:custGeom>
              <a:avLst/>
              <a:gdLst/>
              <a:ahLst/>
              <a:cxnLst/>
              <a:rect l="l" t="t" r="r" b="b"/>
              <a:pathLst>
                <a:path w="236854" h="315595">
                  <a:moveTo>
                    <a:pt x="236600" y="0"/>
                  </a:moveTo>
                  <a:lnTo>
                    <a:pt x="0" y="0"/>
                  </a:lnTo>
                  <a:lnTo>
                    <a:pt x="0" y="315514"/>
                  </a:lnTo>
                  <a:lnTo>
                    <a:pt x="236600" y="315514"/>
                  </a:lnTo>
                  <a:lnTo>
                    <a:pt x="236600" y="0"/>
                  </a:lnTo>
                  <a:close/>
                </a:path>
              </a:pathLst>
            </a:custGeom>
            <a:solidFill>
              <a:srgbClr val="00D2A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/>
            <p:cNvSpPr/>
            <p:nvPr/>
          </p:nvSpPr>
          <p:spPr>
            <a:xfrm>
              <a:off x="8028639" y="3304862"/>
              <a:ext cx="236854" cy="315595"/>
            </a:xfrm>
            <a:custGeom>
              <a:avLst/>
              <a:gdLst/>
              <a:ahLst/>
              <a:cxnLst/>
              <a:rect l="l" t="t" r="r" b="b"/>
              <a:pathLst>
                <a:path w="236854" h="315595">
                  <a:moveTo>
                    <a:pt x="0" y="0"/>
                  </a:moveTo>
                  <a:lnTo>
                    <a:pt x="236601" y="0"/>
                  </a:lnTo>
                  <a:lnTo>
                    <a:pt x="236601" y="315514"/>
                  </a:lnTo>
                  <a:lnTo>
                    <a:pt x="0" y="315514"/>
                  </a:lnTo>
                  <a:lnTo>
                    <a:pt x="0" y="0"/>
                  </a:lnTo>
                  <a:close/>
                </a:path>
              </a:pathLst>
            </a:custGeom>
            <a:ln w="98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/>
            <p:cNvSpPr/>
            <p:nvPr/>
          </p:nvSpPr>
          <p:spPr>
            <a:xfrm>
              <a:off x="1745536" y="3450902"/>
              <a:ext cx="1551305" cy="0"/>
            </a:xfrm>
            <a:custGeom>
              <a:avLst/>
              <a:gdLst/>
              <a:ahLst/>
              <a:cxnLst/>
              <a:rect l="l" t="t" r="r" b="b"/>
              <a:pathLst>
                <a:path w="1551304" h="0">
                  <a:moveTo>
                    <a:pt x="1550892" y="0"/>
                  </a:moveTo>
                  <a:lnTo>
                    <a:pt x="0" y="0"/>
                  </a:lnTo>
                </a:path>
              </a:pathLst>
            </a:custGeom>
            <a:ln w="1971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/>
            <p:cNvSpPr/>
            <p:nvPr/>
          </p:nvSpPr>
          <p:spPr>
            <a:xfrm>
              <a:off x="1719248" y="3411463"/>
              <a:ext cx="79375" cy="79375"/>
            </a:xfrm>
            <a:custGeom>
              <a:avLst/>
              <a:gdLst/>
              <a:ahLst/>
              <a:cxnLst/>
              <a:rect l="l" t="t" r="r" b="b"/>
              <a:pathLst>
                <a:path w="79375" h="79375">
                  <a:moveTo>
                    <a:pt x="78867" y="0"/>
                  </a:moveTo>
                  <a:lnTo>
                    <a:pt x="0" y="39438"/>
                  </a:lnTo>
                  <a:lnTo>
                    <a:pt x="78867" y="78878"/>
                  </a:lnTo>
                  <a:lnTo>
                    <a:pt x="7886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/>
            <p:cNvSpPr/>
            <p:nvPr/>
          </p:nvSpPr>
          <p:spPr>
            <a:xfrm>
              <a:off x="1610754" y="3604505"/>
              <a:ext cx="1470660" cy="1360805"/>
            </a:xfrm>
            <a:custGeom>
              <a:avLst/>
              <a:gdLst/>
              <a:ahLst/>
              <a:cxnLst/>
              <a:rect l="l" t="t" r="r" b="b"/>
              <a:pathLst>
                <a:path w="1470660" h="1360804">
                  <a:moveTo>
                    <a:pt x="1470568" y="1360298"/>
                  </a:moveTo>
                  <a:lnTo>
                    <a:pt x="0" y="0"/>
                  </a:lnTo>
                </a:path>
              </a:pathLst>
            </a:custGeom>
            <a:ln w="1971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/>
            <p:cNvSpPr/>
            <p:nvPr/>
          </p:nvSpPr>
          <p:spPr>
            <a:xfrm>
              <a:off x="1591454" y="3586654"/>
              <a:ext cx="85090" cy="82550"/>
            </a:xfrm>
            <a:custGeom>
              <a:avLst/>
              <a:gdLst/>
              <a:ahLst/>
              <a:cxnLst/>
              <a:rect l="l" t="t" r="r" b="b"/>
              <a:pathLst>
                <a:path w="85089" h="82550">
                  <a:moveTo>
                    <a:pt x="0" y="0"/>
                  </a:moveTo>
                  <a:lnTo>
                    <a:pt x="31123" y="82511"/>
                  </a:lnTo>
                  <a:lnTo>
                    <a:pt x="84674" y="246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/>
            <p:cNvSpPr/>
            <p:nvPr/>
          </p:nvSpPr>
          <p:spPr>
            <a:xfrm>
              <a:off x="1642500" y="2035439"/>
              <a:ext cx="1885314" cy="1144905"/>
            </a:xfrm>
            <a:custGeom>
              <a:avLst/>
              <a:gdLst/>
              <a:ahLst/>
              <a:cxnLst/>
              <a:rect l="l" t="t" r="r" b="b"/>
              <a:pathLst>
                <a:path w="1885314" h="1144905">
                  <a:moveTo>
                    <a:pt x="1884909" y="0"/>
                  </a:moveTo>
                  <a:lnTo>
                    <a:pt x="0" y="1144605"/>
                  </a:lnTo>
                </a:path>
              </a:pathLst>
            </a:custGeom>
            <a:ln w="1971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/>
            <p:cNvSpPr/>
            <p:nvPr/>
          </p:nvSpPr>
          <p:spPr>
            <a:xfrm>
              <a:off x="1620029" y="3119041"/>
              <a:ext cx="88265" cy="74930"/>
            </a:xfrm>
            <a:custGeom>
              <a:avLst/>
              <a:gdLst/>
              <a:ahLst/>
              <a:cxnLst/>
              <a:rect l="l" t="t" r="r" b="b"/>
              <a:pathLst>
                <a:path w="88264" h="74930">
                  <a:moveTo>
                    <a:pt x="46948" y="0"/>
                  </a:moveTo>
                  <a:lnTo>
                    <a:pt x="0" y="74648"/>
                  </a:lnTo>
                  <a:lnTo>
                    <a:pt x="87878" y="67423"/>
                  </a:lnTo>
                  <a:lnTo>
                    <a:pt x="469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/>
            <p:cNvSpPr/>
            <p:nvPr/>
          </p:nvSpPr>
          <p:spPr>
            <a:xfrm>
              <a:off x="1482710" y="3645399"/>
              <a:ext cx="0" cy="2315210"/>
            </a:xfrm>
            <a:custGeom>
              <a:avLst/>
              <a:gdLst/>
              <a:ahLst/>
              <a:cxnLst/>
              <a:rect l="l" t="t" r="r" b="b"/>
              <a:pathLst>
                <a:path w="0" h="2315210">
                  <a:moveTo>
                    <a:pt x="0" y="0"/>
                  </a:moveTo>
                  <a:lnTo>
                    <a:pt x="0" y="2314818"/>
                  </a:lnTo>
                </a:path>
              </a:pathLst>
            </a:custGeom>
            <a:ln w="1971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/>
            <p:cNvSpPr/>
            <p:nvPr/>
          </p:nvSpPr>
          <p:spPr>
            <a:xfrm>
              <a:off x="1443277" y="5907632"/>
              <a:ext cx="79375" cy="79375"/>
            </a:xfrm>
            <a:custGeom>
              <a:avLst/>
              <a:gdLst/>
              <a:ahLst/>
              <a:cxnLst/>
              <a:rect l="l" t="t" r="r" b="b"/>
              <a:pathLst>
                <a:path w="79375" h="79375">
                  <a:moveTo>
                    <a:pt x="78866" y="0"/>
                  </a:moveTo>
                  <a:lnTo>
                    <a:pt x="0" y="0"/>
                  </a:lnTo>
                  <a:lnTo>
                    <a:pt x="39433" y="78878"/>
                  </a:lnTo>
                  <a:lnTo>
                    <a:pt x="7886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/>
            <p:cNvSpPr/>
            <p:nvPr/>
          </p:nvSpPr>
          <p:spPr>
            <a:xfrm>
              <a:off x="1264152" y="2250269"/>
              <a:ext cx="6626225" cy="1370330"/>
            </a:xfrm>
            <a:custGeom>
              <a:avLst/>
              <a:gdLst/>
              <a:ahLst/>
              <a:cxnLst/>
              <a:rect l="l" t="t" r="r" b="b"/>
              <a:pathLst>
                <a:path w="6626225" h="1370329">
                  <a:moveTo>
                    <a:pt x="0" y="1163051"/>
                  </a:moveTo>
                  <a:lnTo>
                    <a:pt x="5207" y="1115575"/>
                  </a:lnTo>
                  <a:lnTo>
                    <a:pt x="20040" y="1071993"/>
                  </a:lnTo>
                  <a:lnTo>
                    <a:pt x="43315" y="1033548"/>
                  </a:lnTo>
                  <a:lnTo>
                    <a:pt x="73849" y="1001483"/>
                  </a:lnTo>
                  <a:lnTo>
                    <a:pt x="110458" y="977040"/>
                  </a:lnTo>
                  <a:lnTo>
                    <a:pt x="151958" y="961463"/>
                  </a:lnTo>
                  <a:lnTo>
                    <a:pt x="197167" y="955995"/>
                  </a:lnTo>
                  <a:lnTo>
                    <a:pt x="242376" y="961463"/>
                  </a:lnTo>
                  <a:lnTo>
                    <a:pt x="283876" y="977040"/>
                  </a:lnTo>
                  <a:lnTo>
                    <a:pt x="320485" y="1001483"/>
                  </a:lnTo>
                  <a:lnTo>
                    <a:pt x="351019" y="1033548"/>
                  </a:lnTo>
                  <a:lnTo>
                    <a:pt x="374294" y="1071993"/>
                  </a:lnTo>
                  <a:lnTo>
                    <a:pt x="389127" y="1115575"/>
                  </a:lnTo>
                  <a:lnTo>
                    <a:pt x="394334" y="1163051"/>
                  </a:lnTo>
                  <a:lnTo>
                    <a:pt x="389127" y="1210527"/>
                  </a:lnTo>
                  <a:lnTo>
                    <a:pt x="374294" y="1254109"/>
                  </a:lnTo>
                  <a:lnTo>
                    <a:pt x="351019" y="1292554"/>
                  </a:lnTo>
                  <a:lnTo>
                    <a:pt x="320485" y="1324619"/>
                  </a:lnTo>
                  <a:lnTo>
                    <a:pt x="283876" y="1349062"/>
                  </a:lnTo>
                  <a:lnTo>
                    <a:pt x="242376" y="1364639"/>
                  </a:lnTo>
                  <a:lnTo>
                    <a:pt x="197167" y="1370107"/>
                  </a:lnTo>
                  <a:lnTo>
                    <a:pt x="151958" y="1364639"/>
                  </a:lnTo>
                  <a:lnTo>
                    <a:pt x="110458" y="1349062"/>
                  </a:lnTo>
                  <a:lnTo>
                    <a:pt x="73849" y="1324619"/>
                  </a:lnTo>
                  <a:lnTo>
                    <a:pt x="43315" y="1292554"/>
                  </a:lnTo>
                  <a:lnTo>
                    <a:pt x="20040" y="1254109"/>
                  </a:lnTo>
                  <a:lnTo>
                    <a:pt x="5207" y="1210527"/>
                  </a:lnTo>
                  <a:lnTo>
                    <a:pt x="0" y="1163051"/>
                  </a:lnTo>
                  <a:close/>
                </a:path>
                <a:path w="6626225" h="1370329">
                  <a:moveTo>
                    <a:pt x="192238" y="955995"/>
                  </a:moveTo>
                  <a:lnTo>
                    <a:pt x="192238" y="1370107"/>
                  </a:lnTo>
                </a:path>
                <a:path w="6626225" h="1370329">
                  <a:moveTo>
                    <a:pt x="0" y="1167981"/>
                  </a:moveTo>
                  <a:lnTo>
                    <a:pt x="394334" y="1167981"/>
                  </a:lnTo>
                </a:path>
                <a:path w="6626225" h="1370329">
                  <a:moveTo>
                    <a:pt x="6291285" y="514769"/>
                  </a:moveTo>
                  <a:lnTo>
                    <a:pt x="6301744" y="473511"/>
                  </a:lnTo>
                  <a:lnTo>
                    <a:pt x="6330266" y="439820"/>
                  </a:lnTo>
                  <a:lnTo>
                    <a:pt x="6372569" y="417105"/>
                  </a:lnTo>
                  <a:lnTo>
                    <a:pt x="6424373" y="408776"/>
                  </a:lnTo>
                  <a:lnTo>
                    <a:pt x="6476177" y="417105"/>
                  </a:lnTo>
                  <a:lnTo>
                    <a:pt x="6518481" y="439820"/>
                  </a:lnTo>
                  <a:lnTo>
                    <a:pt x="6547003" y="473511"/>
                  </a:lnTo>
                  <a:lnTo>
                    <a:pt x="6557462" y="514769"/>
                  </a:lnTo>
                  <a:lnTo>
                    <a:pt x="6547003" y="556026"/>
                  </a:lnTo>
                  <a:lnTo>
                    <a:pt x="6518481" y="589718"/>
                  </a:lnTo>
                  <a:lnTo>
                    <a:pt x="6476177" y="612433"/>
                  </a:lnTo>
                  <a:lnTo>
                    <a:pt x="6424373" y="620762"/>
                  </a:lnTo>
                  <a:lnTo>
                    <a:pt x="6372569" y="612433"/>
                  </a:lnTo>
                  <a:lnTo>
                    <a:pt x="6330266" y="589718"/>
                  </a:lnTo>
                  <a:lnTo>
                    <a:pt x="6301744" y="556026"/>
                  </a:lnTo>
                  <a:lnTo>
                    <a:pt x="6291285" y="514769"/>
                  </a:lnTo>
                  <a:close/>
                </a:path>
                <a:path w="6626225" h="1370329">
                  <a:moveTo>
                    <a:pt x="6421046" y="408776"/>
                  </a:moveTo>
                  <a:lnTo>
                    <a:pt x="6421046" y="620761"/>
                  </a:lnTo>
                </a:path>
                <a:path w="6626225" h="1370329">
                  <a:moveTo>
                    <a:pt x="6291285" y="517292"/>
                  </a:moveTo>
                  <a:lnTo>
                    <a:pt x="6557461" y="517292"/>
                  </a:lnTo>
                </a:path>
                <a:path w="6626225" h="1370329">
                  <a:moveTo>
                    <a:pt x="6502677" y="394065"/>
                  </a:moveTo>
                  <a:lnTo>
                    <a:pt x="6625805" y="0"/>
                  </a:lnTo>
                </a:path>
              </a:pathLst>
            </a:custGeom>
            <a:ln w="98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/>
            <p:cNvSpPr/>
            <p:nvPr/>
          </p:nvSpPr>
          <p:spPr>
            <a:xfrm>
              <a:off x="7836635" y="2225173"/>
              <a:ext cx="75565" cy="87630"/>
            </a:xfrm>
            <a:custGeom>
              <a:avLst/>
              <a:gdLst/>
              <a:ahLst/>
              <a:cxnLst/>
              <a:rect l="l" t="t" r="r" b="b"/>
              <a:pathLst>
                <a:path w="75565" h="87630">
                  <a:moveTo>
                    <a:pt x="61163" y="0"/>
                  </a:moveTo>
                  <a:lnTo>
                    <a:pt x="0" y="63524"/>
                  </a:lnTo>
                  <a:lnTo>
                    <a:pt x="75277" y="87052"/>
                  </a:lnTo>
                  <a:lnTo>
                    <a:pt x="6116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/>
            <p:cNvSpPr/>
            <p:nvPr/>
          </p:nvSpPr>
          <p:spPr>
            <a:xfrm>
              <a:off x="4854560" y="2220410"/>
              <a:ext cx="2665095" cy="434975"/>
            </a:xfrm>
            <a:custGeom>
              <a:avLst/>
              <a:gdLst/>
              <a:ahLst/>
              <a:cxnLst/>
              <a:rect l="l" t="t" r="r" b="b"/>
              <a:pathLst>
                <a:path w="2665095" h="434975">
                  <a:moveTo>
                    <a:pt x="0" y="0"/>
                  </a:moveTo>
                  <a:lnTo>
                    <a:pt x="2664867" y="434774"/>
                  </a:lnTo>
                </a:path>
              </a:pathLst>
            </a:custGeom>
            <a:ln w="98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/>
            <p:cNvSpPr/>
            <p:nvPr/>
          </p:nvSpPr>
          <p:spPr>
            <a:xfrm>
              <a:off x="7461186" y="2607793"/>
              <a:ext cx="84455" cy="78105"/>
            </a:xfrm>
            <a:custGeom>
              <a:avLst/>
              <a:gdLst/>
              <a:ahLst/>
              <a:cxnLst/>
              <a:rect l="l" t="t" r="r" b="b"/>
              <a:pathLst>
                <a:path w="84454" h="78105">
                  <a:moveTo>
                    <a:pt x="12697" y="0"/>
                  </a:moveTo>
                  <a:lnTo>
                    <a:pt x="0" y="77849"/>
                  </a:lnTo>
                  <a:lnTo>
                    <a:pt x="84185" y="51624"/>
                  </a:lnTo>
                  <a:lnTo>
                    <a:pt x="1269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/>
            <p:cNvSpPr/>
            <p:nvPr/>
          </p:nvSpPr>
          <p:spPr>
            <a:xfrm>
              <a:off x="4125104" y="2200563"/>
              <a:ext cx="3394710" cy="562610"/>
            </a:xfrm>
            <a:custGeom>
              <a:avLst/>
              <a:gdLst/>
              <a:ahLst/>
              <a:cxnLst/>
              <a:rect l="l" t="t" r="r" b="b"/>
              <a:pathLst>
                <a:path w="3394709" h="562610">
                  <a:moveTo>
                    <a:pt x="0" y="0"/>
                  </a:moveTo>
                  <a:lnTo>
                    <a:pt x="3394334" y="562522"/>
                  </a:lnTo>
                </a:path>
              </a:pathLst>
            </a:custGeom>
            <a:ln w="98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/>
            <p:cNvSpPr/>
            <p:nvPr/>
          </p:nvSpPr>
          <p:spPr>
            <a:xfrm>
              <a:off x="7461121" y="2715581"/>
              <a:ext cx="84455" cy="78105"/>
            </a:xfrm>
            <a:custGeom>
              <a:avLst/>
              <a:gdLst/>
              <a:ahLst/>
              <a:cxnLst/>
              <a:rect l="l" t="t" r="r" b="b"/>
              <a:pathLst>
                <a:path w="84454" h="78105">
                  <a:moveTo>
                    <a:pt x="12891" y="0"/>
                  </a:moveTo>
                  <a:lnTo>
                    <a:pt x="0" y="77816"/>
                  </a:lnTo>
                  <a:lnTo>
                    <a:pt x="84251" y="51803"/>
                  </a:lnTo>
                  <a:lnTo>
                    <a:pt x="1289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/>
            <p:cNvSpPr/>
            <p:nvPr/>
          </p:nvSpPr>
          <p:spPr>
            <a:xfrm>
              <a:off x="3887773" y="2200563"/>
              <a:ext cx="3632200" cy="666115"/>
            </a:xfrm>
            <a:custGeom>
              <a:avLst/>
              <a:gdLst/>
              <a:ahLst/>
              <a:cxnLst/>
              <a:rect l="l" t="t" r="r" b="b"/>
              <a:pathLst>
                <a:path w="3632200" h="666114">
                  <a:moveTo>
                    <a:pt x="0" y="0"/>
                  </a:moveTo>
                  <a:lnTo>
                    <a:pt x="3631742" y="666074"/>
                  </a:lnTo>
                </a:path>
              </a:pathLst>
            </a:custGeom>
            <a:ln w="98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/>
            <p:cNvSpPr/>
            <p:nvPr/>
          </p:nvSpPr>
          <p:spPr>
            <a:xfrm>
              <a:off x="7460687" y="2818361"/>
              <a:ext cx="85090" cy="78105"/>
            </a:xfrm>
            <a:custGeom>
              <a:avLst/>
              <a:gdLst/>
              <a:ahLst/>
              <a:cxnLst/>
              <a:rect l="l" t="t" r="r" b="b"/>
              <a:pathLst>
                <a:path w="85090" h="78105">
                  <a:moveTo>
                    <a:pt x="14225" y="0"/>
                  </a:moveTo>
                  <a:lnTo>
                    <a:pt x="0" y="77584"/>
                  </a:lnTo>
                  <a:lnTo>
                    <a:pt x="84686" y="53018"/>
                  </a:lnTo>
                  <a:lnTo>
                    <a:pt x="1422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/>
            <p:cNvSpPr/>
            <p:nvPr/>
          </p:nvSpPr>
          <p:spPr>
            <a:xfrm>
              <a:off x="3689335" y="3619995"/>
              <a:ext cx="4303395" cy="471170"/>
            </a:xfrm>
            <a:custGeom>
              <a:avLst/>
              <a:gdLst/>
              <a:ahLst/>
              <a:cxnLst/>
              <a:rect l="l" t="t" r="r" b="b"/>
              <a:pathLst>
                <a:path w="4303395" h="471170">
                  <a:moveTo>
                    <a:pt x="0" y="0"/>
                  </a:moveTo>
                  <a:lnTo>
                    <a:pt x="4302979" y="471076"/>
                  </a:lnTo>
                </a:path>
              </a:pathLst>
            </a:custGeom>
            <a:ln w="98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/>
            <p:cNvSpPr/>
            <p:nvPr/>
          </p:nvSpPr>
          <p:spPr>
            <a:xfrm>
              <a:off x="7935759" y="4046146"/>
              <a:ext cx="83185" cy="78740"/>
            </a:xfrm>
            <a:custGeom>
              <a:avLst/>
              <a:gdLst/>
              <a:ahLst/>
              <a:cxnLst/>
              <a:rect l="l" t="t" r="r" b="b"/>
              <a:pathLst>
                <a:path w="83184" h="78739">
                  <a:moveTo>
                    <a:pt x="8581" y="0"/>
                  </a:moveTo>
                  <a:lnTo>
                    <a:pt x="0" y="78409"/>
                  </a:lnTo>
                  <a:lnTo>
                    <a:pt x="82689" y="47787"/>
                  </a:lnTo>
                  <a:lnTo>
                    <a:pt x="858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/>
            <p:cNvSpPr/>
            <p:nvPr/>
          </p:nvSpPr>
          <p:spPr>
            <a:xfrm>
              <a:off x="3351198" y="3619995"/>
              <a:ext cx="4641215" cy="579120"/>
            </a:xfrm>
            <a:custGeom>
              <a:avLst/>
              <a:gdLst/>
              <a:ahLst/>
              <a:cxnLst/>
              <a:rect l="l" t="t" r="r" b="b"/>
              <a:pathLst>
                <a:path w="4641215" h="579120">
                  <a:moveTo>
                    <a:pt x="0" y="0"/>
                  </a:moveTo>
                  <a:lnTo>
                    <a:pt x="4641162" y="578651"/>
                  </a:lnTo>
                </a:path>
              </a:pathLst>
            </a:custGeom>
            <a:ln w="98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/>
            <p:cNvSpPr/>
            <p:nvPr/>
          </p:nvSpPr>
          <p:spPr>
            <a:xfrm>
              <a:off x="7935309" y="4153006"/>
              <a:ext cx="83185" cy="78740"/>
            </a:xfrm>
            <a:custGeom>
              <a:avLst/>
              <a:gdLst/>
              <a:ahLst/>
              <a:cxnLst/>
              <a:rect l="l" t="t" r="r" b="b"/>
              <a:pathLst>
                <a:path w="83184" h="78739">
                  <a:moveTo>
                    <a:pt x="9754" y="0"/>
                  </a:moveTo>
                  <a:lnTo>
                    <a:pt x="0" y="78272"/>
                  </a:lnTo>
                  <a:lnTo>
                    <a:pt x="83138" y="48893"/>
                  </a:lnTo>
                  <a:lnTo>
                    <a:pt x="975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/>
            <p:cNvSpPr/>
            <p:nvPr/>
          </p:nvSpPr>
          <p:spPr>
            <a:xfrm>
              <a:off x="3689312" y="2200563"/>
              <a:ext cx="3986529" cy="874394"/>
            </a:xfrm>
            <a:custGeom>
              <a:avLst/>
              <a:gdLst/>
              <a:ahLst/>
              <a:cxnLst/>
              <a:rect l="l" t="t" r="r" b="b"/>
              <a:pathLst>
                <a:path w="3986529" h="874394">
                  <a:moveTo>
                    <a:pt x="0" y="0"/>
                  </a:moveTo>
                  <a:lnTo>
                    <a:pt x="3986069" y="874237"/>
                  </a:lnTo>
                </a:path>
                <a:path w="3986529" h="874394">
                  <a:moveTo>
                    <a:pt x="3986235" y="874046"/>
                  </a:moveTo>
                  <a:lnTo>
                    <a:pt x="3986235" y="697110"/>
                  </a:lnTo>
                </a:path>
              </a:pathLst>
            </a:custGeom>
            <a:ln w="98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/>
            <p:cNvSpPr/>
            <p:nvPr/>
          </p:nvSpPr>
          <p:spPr>
            <a:xfrm>
              <a:off x="7636115" y="2871379"/>
              <a:ext cx="79375" cy="79375"/>
            </a:xfrm>
            <a:custGeom>
              <a:avLst/>
              <a:gdLst/>
              <a:ahLst/>
              <a:cxnLst/>
              <a:rect l="l" t="t" r="r" b="b"/>
              <a:pathLst>
                <a:path w="79375" h="79375">
                  <a:moveTo>
                    <a:pt x="39432" y="0"/>
                  </a:moveTo>
                  <a:lnTo>
                    <a:pt x="0" y="78878"/>
                  </a:lnTo>
                  <a:lnTo>
                    <a:pt x="78865" y="78878"/>
                  </a:lnTo>
                  <a:lnTo>
                    <a:pt x="3943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/>
            <p:cNvSpPr/>
            <p:nvPr/>
          </p:nvSpPr>
          <p:spPr>
            <a:xfrm>
              <a:off x="6766704" y="5118815"/>
              <a:ext cx="1267460" cy="508000"/>
            </a:xfrm>
            <a:custGeom>
              <a:avLst/>
              <a:gdLst/>
              <a:ahLst/>
              <a:cxnLst/>
              <a:rect l="l" t="t" r="r" b="b"/>
              <a:pathLst>
                <a:path w="1267459" h="508000">
                  <a:moveTo>
                    <a:pt x="0" y="0"/>
                  </a:moveTo>
                  <a:lnTo>
                    <a:pt x="1267029" y="507819"/>
                  </a:lnTo>
                </a:path>
              </a:pathLst>
            </a:custGeom>
            <a:ln w="98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/>
            <p:cNvSpPr/>
            <p:nvPr/>
          </p:nvSpPr>
          <p:spPr>
            <a:xfrm>
              <a:off x="7970259" y="5570465"/>
              <a:ext cx="88265" cy="73660"/>
            </a:xfrm>
            <a:custGeom>
              <a:avLst/>
              <a:gdLst/>
              <a:ahLst/>
              <a:cxnLst/>
              <a:rect l="l" t="t" r="r" b="b"/>
              <a:pathLst>
                <a:path w="88265" h="73660">
                  <a:moveTo>
                    <a:pt x="29336" y="0"/>
                  </a:moveTo>
                  <a:lnTo>
                    <a:pt x="0" y="73219"/>
                  </a:lnTo>
                  <a:lnTo>
                    <a:pt x="87875" y="65951"/>
                  </a:lnTo>
                  <a:lnTo>
                    <a:pt x="2933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/>
            <p:cNvSpPr/>
            <p:nvPr/>
          </p:nvSpPr>
          <p:spPr>
            <a:xfrm>
              <a:off x="3689335" y="5118815"/>
              <a:ext cx="4303395" cy="622935"/>
            </a:xfrm>
            <a:custGeom>
              <a:avLst/>
              <a:gdLst/>
              <a:ahLst/>
              <a:cxnLst/>
              <a:rect l="l" t="t" r="r" b="b"/>
              <a:pathLst>
                <a:path w="4303395" h="622935">
                  <a:moveTo>
                    <a:pt x="0" y="0"/>
                  </a:moveTo>
                  <a:lnTo>
                    <a:pt x="4303094" y="622595"/>
                  </a:lnTo>
                </a:path>
              </a:pathLst>
            </a:custGeom>
            <a:ln w="98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/>
            <p:cNvSpPr/>
            <p:nvPr/>
          </p:nvSpPr>
          <p:spPr>
            <a:xfrm>
              <a:off x="7934747" y="5694850"/>
              <a:ext cx="83820" cy="78105"/>
            </a:xfrm>
            <a:custGeom>
              <a:avLst/>
              <a:gdLst/>
              <a:ahLst/>
              <a:cxnLst/>
              <a:rect l="l" t="t" r="r" b="b"/>
              <a:pathLst>
                <a:path w="83820" h="78104">
                  <a:moveTo>
                    <a:pt x="11291" y="0"/>
                  </a:moveTo>
                  <a:lnTo>
                    <a:pt x="0" y="78065"/>
                  </a:lnTo>
                  <a:lnTo>
                    <a:pt x="83699" y="50326"/>
                  </a:lnTo>
                  <a:lnTo>
                    <a:pt x="1129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/>
            <p:cNvSpPr/>
            <p:nvPr/>
          </p:nvSpPr>
          <p:spPr>
            <a:xfrm>
              <a:off x="3440892" y="5118815"/>
              <a:ext cx="4551680" cy="725805"/>
            </a:xfrm>
            <a:custGeom>
              <a:avLst/>
              <a:gdLst/>
              <a:ahLst/>
              <a:cxnLst/>
              <a:rect l="l" t="t" r="r" b="b"/>
              <a:pathLst>
                <a:path w="4551680" h="725804">
                  <a:moveTo>
                    <a:pt x="0" y="0"/>
                  </a:moveTo>
                  <a:lnTo>
                    <a:pt x="4551594" y="725424"/>
                  </a:lnTo>
                </a:path>
              </a:pathLst>
            </a:custGeom>
            <a:ln w="98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/>
            <p:cNvSpPr/>
            <p:nvPr/>
          </p:nvSpPr>
          <p:spPr>
            <a:xfrm>
              <a:off x="7934357" y="5797018"/>
              <a:ext cx="84455" cy="78105"/>
            </a:xfrm>
            <a:custGeom>
              <a:avLst/>
              <a:gdLst/>
              <a:ahLst/>
              <a:cxnLst/>
              <a:rect l="l" t="t" r="r" b="b"/>
              <a:pathLst>
                <a:path w="84454" h="78104">
                  <a:moveTo>
                    <a:pt x="12411" y="0"/>
                  </a:moveTo>
                  <a:lnTo>
                    <a:pt x="0" y="77895"/>
                  </a:lnTo>
                  <a:lnTo>
                    <a:pt x="84089" y="51361"/>
                  </a:lnTo>
                  <a:lnTo>
                    <a:pt x="1241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/>
            <p:cNvSpPr/>
            <p:nvPr/>
          </p:nvSpPr>
          <p:spPr>
            <a:xfrm>
              <a:off x="3211180" y="5119068"/>
              <a:ext cx="4967605" cy="1045844"/>
            </a:xfrm>
            <a:custGeom>
              <a:avLst/>
              <a:gdLst/>
              <a:ahLst/>
              <a:cxnLst/>
              <a:rect l="l" t="t" r="r" b="b"/>
              <a:pathLst>
                <a:path w="4967605" h="1045845">
                  <a:moveTo>
                    <a:pt x="0" y="0"/>
                  </a:moveTo>
                  <a:lnTo>
                    <a:pt x="4966979" y="1045140"/>
                  </a:lnTo>
                </a:path>
                <a:path w="4967605" h="1045845">
                  <a:moveTo>
                    <a:pt x="4966811" y="1045267"/>
                  </a:moveTo>
                  <a:lnTo>
                    <a:pt x="4966811" y="755602"/>
                  </a:lnTo>
                </a:path>
              </a:pathLst>
            </a:custGeom>
            <a:ln w="98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/>
            <p:cNvSpPr/>
            <p:nvPr/>
          </p:nvSpPr>
          <p:spPr>
            <a:xfrm>
              <a:off x="8138558" y="5848378"/>
              <a:ext cx="79375" cy="79375"/>
            </a:xfrm>
            <a:custGeom>
              <a:avLst/>
              <a:gdLst/>
              <a:ahLst/>
              <a:cxnLst/>
              <a:rect l="l" t="t" r="r" b="b"/>
              <a:pathLst>
                <a:path w="79375" h="79375">
                  <a:moveTo>
                    <a:pt x="39433" y="0"/>
                  </a:moveTo>
                  <a:lnTo>
                    <a:pt x="0" y="78879"/>
                  </a:lnTo>
                  <a:lnTo>
                    <a:pt x="78866" y="78879"/>
                  </a:lnTo>
                  <a:lnTo>
                    <a:pt x="3943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7" name="object 77"/>
            <p:cNvSpPr/>
            <p:nvPr/>
          </p:nvSpPr>
          <p:spPr>
            <a:xfrm>
              <a:off x="8265239" y="3304863"/>
              <a:ext cx="236854" cy="315595"/>
            </a:xfrm>
            <a:custGeom>
              <a:avLst/>
              <a:gdLst/>
              <a:ahLst/>
              <a:cxnLst/>
              <a:rect l="l" t="t" r="r" b="b"/>
              <a:pathLst>
                <a:path w="236854" h="315595">
                  <a:moveTo>
                    <a:pt x="236600" y="0"/>
                  </a:moveTo>
                  <a:lnTo>
                    <a:pt x="0" y="0"/>
                  </a:lnTo>
                  <a:lnTo>
                    <a:pt x="0" y="315514"/>
                  </a:lnTo>
                  <a:lnTo>
                    <a:pt x="236600" y="315514"/>
                  </a:lnTo>
                  <a:lnTo>
                    <a:pt x="236600" y="0"/>
                  </a:lnTo>
                  <a:close/>
                </a:path>
              </a:pathLst>
            </a:custGeom>
            <a:solidFill>
              <a:srgbClr val="00D2A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8" name="object 78"/>
            <p:cNvSpPr/>
            <p:nvPr/>
          </p:nvSpPr>
          <p:spPr>
            <a:xfrm>
              <a:off x="8265240" y="3304862"/>
              <a:ext cx="236854" cy="315595"/>
            </a:xfrm>
            <a:custGeom>
              <a:avLst/>
              <a:gdLst/>
              <a:ahLst/>
              <a:cxnLst/>
              <a:rect l="l" t="t" r="r" b="b"/>
              <a:pathLst>
                <a:path w="236854" h="315595">
                  <a:moveTo>
                    <a:pt x="0" y="0"/>
                  </a:moveTo>
                  <a:lnTo>
                    <a:pt x="236601" y="0"/>
                  </a:lnTo>
                  <a:lnTo>
                    <a:pt x="236601" y="315514"/>
                  </a:lnTo>
                  <a:lnTo>
                    <a:pt x="0" y="315514"/>
                  </a:lnTo>
                  <a:lnTo>
                    <a:pt x="0" y="0"/>
                  </a:lnTo>
                  <a:close/>
                </a:path>
              </a:pathLst>
            </a:custGeom>
            <a:ln w="98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9" name="object 79"/>
            <p:cNvSpPr/>
            <p:nvPr/>
          </p:nvSpPr>
          <p:spPr>
            <a:xfrm>
              <a:off x="8038497" y="3649845"/>
              <a:ext cx="335280" cy="621665"/>
            </a:xfrm>
            <a:custGeom>
              <a:avLst/>
              <a:gdLst/>
              <a:ahLst/>
              <a:cxnLst/>
              <a:rect l="l" t="t" r="r" b="b"/>
              <a:pathLst>
                <a:path w="335279" h="621664">
                  <a:moveTo>
                    <a:pt x="0" y="515286"/>
                  </a:moveTo>
                  <a:lnTo>
                    <a:pt x="10458" y="474029"/>
                  </a:lnTo>
                  <a:lnTo>
                    <a:pt x="38980" y="440338"/>
                  </a:lnTo>
                  <a:lnTo>
                    <a:pt x="81284" y="417623"/>
                  </a:lnTo>
                  <a:lnTo>
                    <a:pt x="133088" y="409293"/>
                  </a:lnTo>
                  <a:lnTo>
                    <a:pt x="184892" y="417623"/>
                  </a:lnTo>
                  <a:lnTo>
                    <a:pt x="227196" y="440338"/>
                  </a:lnTo>
                  <a:lnTo>
                    <a:pt x="255719" y="474029"/>
                  </a:lnTo>
                  <a:lnTo>
                    <a:pt x="266178" y="515286"/>
                  </a:lnTo>
                  <a:lnTo>
                    <a:pt x="255719" y="556544"/>
                  </a:lnTo>
                  <a:lnTo>
                    <a:pt x="227196" y="590235"/>
                  </a:lnTo>
                  <a:lnTo>
                    <a:pt x="184892" y="612950"/>
                  </a:lnTo>
                  <a:lnTo>
                    <a:pt x="133088" y="621280"/>
                  </a:lnTo>
                  <a:lnTo>
                    <a:pt x="81284" y="612950"/>
                  </a:lnTo>
                  <a:lnTo>
                    <a:pt x="38980" y="590235"/>
                  </a:lnTo>
                  <a:lnTo>
                    <a:pt x="10458" y="556544"/>
                  </a:lnTo>
                  <a:lnTo>
                    <a:pt x="0" y="515286"/>
                  </a:lnTo>
                  <a:close/>
                </a:path>
                <a:path w="335279" h="621664">
                  <a:moveTo>
                    <a:pt x="129761" y="409293"/>
                  </a:moveTo>
                  <a:lnTo>
                    <a:pt x="129761" y="621279"/>
                  </a:lnTo>
                </a:path>
                <a:path w="335279" h="621664">
                  <a:moveTo>
                    <a:pt x="0" y="517809"/>
                  </a:moveTo>
                  <a:lnTo>
                    <a:pt x="266176" y="517809"/>
                  </a:lnTo>
                </a:path>
                <a:path w="335279" h="621664">
                  <a:moveTo>
                    <a:pt x="210931" y="394868"/>
                  </a:moveTo>
                  <a:lnTo>
                    <a:pt x="334823" y="0"/>
                  </a:lnTo>
                </a:path>
              </a:pathLst>
            </a:custGeom>
            <a:ln w="98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0" name="object 80"/>
            <p:cNvSpPr/>
            <p:nvPr/>
          </p:nvSpPr>
          <p:spPr>
            <a:xfrm>
              <a:off x="8319954" y="3624759"/>
              <a:ext cx="75565" cy="87630"/>
            </a:xfrm>
            <a:custGeom>
              <a:avLst/>
              <a:gdLst/>
              <a:ahLst/>
              <a:cxnLst/>
              <a:rect l="l" t="t" r="r" b="b"/>
              <a:pathLst>
                <a:path w="75565" h="87629">
                  <a:moveTo>
                    <a:pt x="61236" y="0"/>
                  </a:moveTo>
                  <a:lnTo>
                    <a:pt x="0" y="63451"/>
                  </a:lnTo>
                  <a:lnTo>
                    <a:pt x="75248" y="87068"/>
                  </a:lnTo>
                  <a:lnTo>
                    <a:pt x="6123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1" name="object 81"/>
            <p:cNvSpPr/>
            <p:nvPr/>
          </p:nvSpPr>
          <p:spPr>
            <a:xfrm>
              <a:off x="8048356" y="5197897"/>
              <a:ext cx="334645" cy="621665"/>
            </a:xfrm>
            <a:custGeom>
              <a:avLst/>
              <a:gdLst/>
              <a:ahLst/>
              <a:cxnLst/>
              <a:rect l="l" t="t" r="r" b="b"/>
              <a:pathLst>
                <a:path w="334645" h="621664">
                  <a:moveTo>
                    <a:pt x="0" y="515225"/>
                  </a:moveTo>
                  <a:lnTo>
                    <a:pt x="10458" y="473968"/>
                  </a:lnTo>
                  <a:lnTo>
                    <a:pt x="38981" y="440277"/>
                  </a:lnTo>
                  <a:lnTo>
                    <a:pt x="81285" y="417562"/>
                  </a:lnTo>
                  <a:lnTo>
                    <a:pt x="133088" y="409232"/>
                  </a:lnTo>
                  <a:lnTo>
                    <a:pt x="184892" y="417562"/>
                  </a:lnTo>
                  <a:lnTo>
                    <a:pt x="227196" y="440277"/>
                  </a:lnTo>
                  <a:lnTo>
                    <a:pt x="255718" y="473968"/>
                  </a:lnTo>
                  <a:lnTo>
                    <a:pt x="266177" y="515225"/>
                  </a:lnTo>
                  <a:lnTo>
                    <a:pt x="255718" y="556482"/>
                  </a:lnTo>
                  <a:lnTo>
                    <a:pt x="227196" y="590174"/>
                  </a:lnTo>
                  <a:lnTo>
                    <a:pt x="184892" y="612889"/>
                  </a:lnTo>
                  <a:lnTo>
                    <a:pt x="133088" y="621219"/>
                  </a:lnTo>
                  <a:lnTo>
                    <a:pt x="81285" y="612889"/>
                  </a:lnTo>
                  <a:lnTo>
                    <a:pt x="38981" y="590174"/>
                  </a:lnTo>
                  <a:lnTo>
                    <a:pt x="10458" y="556482"/>
                  </a:lnTo>
                  <a:lnTo>
                    <a:pt x="0" y="515225"/>
                  </a:lnTo>
                  <a:close/>
                </a:path>
                <a:path w="334645" h="621664">
                  <a:moveTo>
                    <a:pt x="129761" y="409232"/>
                  </a:moveTo>
                  <a:lnTo>
                    <a:pt x="129761" y="621218"/>
                  </a:lnTo>
                </a:path>
                <a:path w="334645" h="621664">
                  <a:moveTo>
                    <a:pt x="0" y="517748"/>
                  </a:moveTo>
                  <a:lnTo>
                    <a:pt x="266176" y="517748"/>
                  </a:lnTo>
                </a:path>
                <a:path w="334645" h="621664">
                  <a:moveTo>
                    <a:pt x="211392" y="394855"/>
                  </a:moveTo>
                  <a:lnTo>
                    <a:pt x="334532" y="0"/>
                  </a:lnTo>
                </a:path>
              </a:pathLst>
            </a:custGeom>
            <a:ln w="98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2" name="object 82"/>
            <p:cNvSpPr/>
            <p:nvPr/>
          </p:nvSpPr>
          <p:spPr>
            <a:xfrm>
              <a:off x="8329588" y="5172798"/>
              <a:ext cx="75565" cy="87630"/>
            </a:xfrm>
            <a:custGeom>
              <a:avLst/>
              <a:gdLst/>
              <a:ahLst/>
              <a:cxnLst/>
              <a:rect l="l" t="t" r="r" b="b"/>
              <a:pathLst>
                <a:path w="75565" h="87629">
                  <a:moveTo>
                    <a:pt x="61128" y="0"/>
                  </a:moveTo>
                  <a:lnTo>
                    <a:pt x="0" y="63557"/>
                  </a:lnTo>
                  <a:lnTo>
                    <a:pt x="75290" y="87043"/>
                  </a:lnTo>
                  <a:lnTo>
                    <a:pt x="6112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aphicFrame>
        <p:nvGraphicFramePr>
          <p:cNvPr id="83" name="object 83"/>
          <p:cNvGraphicFramePr>
            <a:graphicFrameLocks noGrp="1"/>
          </p:cNvGraphicFramePr>
          <p:nvPr/>
        </p:nvGraphicFramePr>
        <p:xfrm>
          <a:off x="3084664" y="4798625"/>
          <a:ext cx="5528310" cy="3149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6854"/>
                <a:gridCol w="236854"/>
                <a:gridCol w="236854"/>
                <a:gridCol w="236854"/>
                <a:gridCol w="236855"/>
                <a:gridCol w="236855"/>
                <a:gridCol w="236855"/>
                <a:gridCol w="236855"/>
                <a:gridCol w="236855"/>
                <a:gridCol w="236855"/>
                <a:gridCol w="236855"/>
                <a:gridCol w="236855"/>
                <a:gridCol w="236855"/>
                <a:gridCol w="236854"/>
                <a:gridCol w="236854"/>
                <a:gridCol w="236854"/>
                <a:gridCol w="236854"/>
                <a:gridCol w="236854"/>
                <a:gridCol w="236854"/>
                <a:gridCol w="236854"/>
                <a:gridCol w="236854"/>
                <a:gridCol w="236854"/>
                <a:gridCol w="236854"/>
              </a:tblGrid>
              <a:tr h="3149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434DD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434DD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434DD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D2A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D2A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D2A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D2A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D2A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D2A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D2A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D2A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D2A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B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D2A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D2A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434DD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D2A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D2A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D2A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D2A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D2A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D2A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D2A9"/>
                    </a:solidFill>
                  </a:tcPr>
                </a:tc>
              </a:tr>
            </a:tbl>
          </a:graphicData>
        </a:graphic>
      </p:graphicFrame>
      <p:sp>
        <p:nvSpPr>
          <p:cNvPr id="84" name="object 84"/>
          <p:cNvSpPr txBox="1"/>
          <p:nvPr/>
        </p:nvSpPr>
        <p:spPr>
          <a:xfrm>
            <a:off x="1539974" y="6198837"/>
            <a:ext cx="4791710" cy="4044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450">
                <a:latin typeface="Times New Roman"/>
                <a:cs typeface="Times New Roman"/>
              </a:rPr>
              <a:t>Clock</a:t>
            </a:r>
            <a:r>
              <a:rPr dirty="0" sz="2450" spc="70">
                <a:latin typeface="Times New Roman"/>
                <a:cs typeface="Times New Roman"/>
              </a:rPr>
              <a:t> </a:t>
            </a:r>
            <a:r>
              <a:rPr dirty="0" sz="2450">
                <a:latin typeface="Times New Roman"/>
                <a:cs typeface="Times New Roman"/>
              </a:rPr>
              <a:t>control:</a:t>
            </a:r>
            <a:r>
              <a:rPr dirty="0" sz="2450" spc="65">
                <a:latin typeface="Times New Roman"/>
                <a:cs typeface="Times New Roman"/>
              </a:rPr>
              <a:t> </a:t>
            </a:r>
            <a:r>
              <a:rPr dirty="0" sz="2450">
                <a:latin typeface="Times New Roman"/>
                <a:cs typeface="Times New Roman"/>
              </a:rPr>
              <a:t>registers</a:t>
            </a:r>
            <a:r>
              <a:rPr dirty="0" sz="2450" spc="70">
                <a:latin typeface="Times New Roman"/>
                <a:cs typeface="Times New Roman"/>
              </a:rPr>
              <a:t> </a:t>
            </a:r>
            <a:r>
              <a:rPr dirty="0" sz="2450">
                <a:latin typeface="Times New Roman"/>
                <a:cs typeface="Times New Roman"/>
              </a:rPr>
              <a:t>agreeing</a:t>
            </a:r>
            <a:r>
              <a:rPr dirty="0" sz="2450" spc="65">
                <a:latin typeface="Times New Roman"/>
                <a:cs typeface="Times New Roman"/>
              </a:rPr>
              <a:t> </a:t>
            </a:r>
            <a:r>
              <a:rPr dirty="0" sz="2450" spc="-20">
                <a:latin typeface="Times New Roman"/>
                <a:cs typeface="Times New Roman"/>
              </a:rPr>
              <a:t>with</a:t>
            </a:r>
            <a:endParaRPr sz="2450">
              <a:latin typeface="Times New Roman"/>
              <a:cs typeface="Times New Roman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1539974" y="6580083"/>
            <a:ext cx="3643629" cy="4044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450">
                <a:latin typeface="Times New Roman"/>
                <a:cs typeface="Times New Roman"/>
              </a:rPr>
              <a:t>majority</a:t>
            </a:r>
            <a:r>
              <a:rPr dirty="0" sz="2450" spc="35">
                <a:latin typeface="Times New Roman"/>
                <a:cs typeface="Times New Roman"/>
              </a:rPr>
              <a:t> </a:t>
            </a:r>
            <a:r>
              <a:rPr dirty="0" sz="2450">
                <a:latin typeface="Times New Roman"/>
                <a:cs typeface="Times New Roman"/>
              </a:rPr>
              <a:t>are</a:t>
            </a:r>
            <a:r>
              <a:rPr dirty="0" sz="2450" spc="45">
                <a:latin typeface="Times New Roman"/>
                <a:cs typeface="Times New Roman"/>
              </a:rPr>
              <a:t> </a:t>
            </a:r>
            <a:r>
              <a:rPr dirty="0" sz="2450">
                <a:latin typeface="Times New Roman"/>
                <a:cs typeface="Times New Roman"/>
              </a:rPr>
              <a:t>clocked</a:t>
            </a:r>
            <a:r>
              <a:rPr dirty="0" sz="2450" spc="45">
                <a:latin typeface="Times New Roman"/>
                <a:cs typeface="Times New Roman"/>
              </a:rPr>
              <a:t> </a:t>
            </a:r>
            <a:r>
              <a:rPr dirty="0" sz="2450">
                <a:latin typeface="Times New Roman"/>
                <a:cs typeface="Times New Roman"/>
              </a:rPr>
              <a:t>(2</a:t>
            </a:r>
            <a:r>
              <a:rPr dirty="0" sz="2450" spc="45">
                <a:latin typeface="Times New Roman"/>
                <a:cs typeface="Times New Roman"/>
              </a:rPr>
              <a:t> </a:t>
            </a:r>
            <a:r>
              <a:rPr dirty="0" sz="2450">
                <a:latin typeface="Times New Roman"/>
                <a:cs typeface="Times New Roman"/>
              </a:rPr>
              <a:t>or</a:t>
            </a:r>
            <a:r>
              <a:rPr dirty="0" sz="2450" spc="45">
                <a:latin typeface="Times New Roman"/>
                <a:cs typeface="Times New Roman"/>
              </a:rPr>
              <a:t> </a:t>
            </a:r>
            <a:r>
              <a:rPr dirty="0" sz="2450" spc="-25">
                <a:latin typeface="Times New Roman"/>
                <a:cs typeface="Times New Roman"/>
              </a:rPr>
              <a:t>3)</a:t>
            </a:r>
            <a:endParaRPr sz="2450">
              <a:latin typeface="Times New Roman"/>
              <a:cs typeface="Times New Roman"/>
            </a:endParaRPr>
          </a:p>
        </p:txBody>
      </p:sp>
      <p:grpSp>
        <p:nvGrpSpPr>
          <p:cNvPr id="86" name="object 86"/>
          <p:cNvGrpSpPr/>
          <p:nvPr/>
        </p:nvGrpSpPr>
        <p:grpSpPr>
          <a:xfrm>
            <a:off x="5450674" y="6694996"/>
            <a:ext cx="247015" cy="325755"/>
            <a:chOff x="5450674" y="6694996"/>
            <a:chExt cx="247015" cy="325755"/>
          </a:xfrm>
        </p:grpSpPr>
        <p:sp>
          <p:nvSpPr>
            <p:cNvPr id="87" name="object 87"/>
            <p:cNvSpPr/>
            <p:nvPr/>
          </p:nvSpPr>
          <p:spPr>
            <a:xfrm>
              <a:off x="5455603" y="6699926"/>
              <a:ext cx="236854" cy="315595"/>
            </a:xfrm>
            <a:custGeom>
              <a:avLst/>
              <a:gdLst/>
              <a:ahLst/>
              <a:cxnLst/>
              <a:rect l="l" t="t" r="r" b="b"/>
              <a:pathLst>
                <a:path w="236854" h="315595">
                  <a:moveTo>
                    <a:pt x="236600" y="0"/>
                  </a:moveTo>
                  <a:lnTo>
                    <a:pt x="0" y="0"/>
                  </a:lnTo>
                  <a:lnTo>
                    <a:pt x="0" y="315514"/>
                  </a:lnTo>
                  <a:lnTo>
                    <a:pt x="236600" y="315514"/>
                  </a:lnTo>
                  <a:lnTo>
                    <a:pt x="236600" y="0"/>
                  </a:lnTo>
                  <a:close/>
                </a:path>
              </a:pathLst>
            </a:custGeom>
            <a:solidFill>
              <a:srgbClr val="FFFB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8" name="object 88"/>
            <p:cNvSpPr/>
            <p:nvPr/>
          </p:nvSpPr>
          <p:spPr>
            <a:xfrm>
              <a:off x="5455603" y="6699926"/>
              <a:ext cx="236854" cy="315595"/>
            </a:xfrm>
            <a:custGeom>
              <a:avLst/>
              <a:gdLst/>
              <a:ahLst/>
              <a:cxnLst/>
              <a:rect l="l" t="t" r="r" b="b"/>
              <a:pathLst>
                <a:path w="236854" h="315595">
                  <a:moveTo>
                    <a:pt x="0" y="0"/>
                  </a:moveTo>
                  <a:lnTo>
                    <a:pt x="236600" y="0"/>
                  </a:lnTo>
                  <a:lnTo>
                    <a:pt x="236600" y="315514"/>
                  </a:lnTo>
                  <a:lnTo>
                    <a:pt x="0" y="315514"/>
                  </a:lnTo>
                  <a:lnTo>
                    <a:pt x="0" y="0"/>
                  </a:lnTo>
                  <a:close/>
                </a:path>
              </a:pathLst>
            </a:custGeom>
            <a:ln w="98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9" name="object 89"/>
          <p:cNvSpPr txBox="1"/>
          <p:nvPr/>
        </p:nvSpPr>
        <p:spPr>
          <a:xfrm>
            <a:off x="3539580" y="1505563"/>
            <a:ext cx="4439285" cy="30988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4307205" algn="l"/>
              </a:tabLst>
            </a:pPr>
            <a:r>
              <a:rPr dirty="0" sz="1850" spc="-25">
                <a:latin typeface="Times New Roman"/>
                <a:cs typeface="Times New Roman"/>
              </a:rPr>
              <a:t>18</a:t>
            </a:r>
            <a:r>
              <a:rPr dirty="0" sz="1850">
                <a:latin typeface="Times New Roman"/>
                <a:cs typeface="Times New Roman"/>
              </a:rPr>
              <a:t>	</a:t>
            </a:r>
            <a:r>
              <a:rPr dirty="0" sz="1850" spc="-50">
                <a:latin typeface="Times New Roman"/>
                <a:cs typeface="Times New Roman"/>
              </a:rPr>
              <a:t>0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90" name="object 90"/>
          <p:cNvSpPr txBox="1"/>
          <p:nvPr/>
        </p:nvSpPr>
        <p:spPr>
          <a:xfrm>
            <a:off x="3293121" y="2925377"/>
            <a:ext cx="262255" cy="30988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850" spc="-25">
                <a:latin typeface="Times New Roman"/>
                <a:cs typeface="Times New Roman"/>
              </a:rPr>
              <a:t>21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91" name="object 91"/>
          <p:cNvSpPr txBox="1"/>
          <p:nvPr/>
        </p:nvSpPr>
        <p:spPr>
          <a:xfrm>
            <a:off x="3082808" y="4379701"/>
            <a:ext cx="262255" cy="30988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850" spc="-25">
                <a:latin typeface="Times New Roman"/>
                <a:cs typeface="Times New Roman"/>
              </a:rPr>
              <a:t>22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92" name="object 92"/>
          <p:cNvSpPr txBox="1"/>
          <p:nvPr/>
        </p:nvSpPr>
        <p:spPr>
          <a:xfrm>
            <a:off x="8309391" y="2974676"/>
            <a:ext cx="144145" cy="30988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850" spc="-50">
                <a:latin typeface="Times New Roman"/>
                <a:cs typeface="Times New Roman"/>
              </a:rPr>
              <a:t>0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93" name="object 93"/>
          <p:cNvSpPr txBox="1"/>
          <p:nvPr/>
        </p:nvSpPr>
        <p:spPr>
          <a:xfrm>
            <a:off x="8348825" y="4458580"/>
            <a:ext cx="144145" cy="30988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850" spc="-50">
                <a:latin typeface="Times New Roman"/>
                <a:cs typeface="Times New Roman"/>
              </a:rPr>
              <a:t>0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94" name="object 94"/>
          <p:cNvSpPr txBox="1"/>
          <p:nvPr/>
        </p:nvSpPr>
        <p:spPr>
          <a:xfrm>
            <a:off x="9083273" y="6731267"/>
            <a:ext cx="209550" cy="2463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50" spc="-25">
                <a:latin typeface="Times New Roman"/>
                <a:cs typeface="Times New Roman"/>
              </a:rPr>
              <a:t>29</a:t>
            </a:r>
            <a:endParaRPr sz="14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259715" y="304309"/>
            <a:ext cx="6242050" cy="72009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A5/1</a:t>
            </a:r>
            <a:r>
              <a:rPr dirty="0" spc="-35"/>
              <a:t> </a:t>
            </a:r>
            <a:r>
              <a:rPr dirty="0"/>
              <a:t>stream</a:t>
            </a:r>
            <a:r>
              <a:rPr dirty="0" spc="-30"/>
              <a:t> </a:t>
            </a:r>
            <a:r>
              <a:rPr dirty="0"/>
              <a:t>cipher</a:t>
            </a:r>
            <a:r>
              <a:rPr dirty="0" spc="-30"/>
              <a:t> </a:t>
            </a:r>
            <a:r>
              <a:rPr dirty="0" spc="-10"/>
              <a:t>(GSM)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083273" y="6751308"/>
            <a:ext cx="209550" cy="229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80"/>
              </a:lnSpc>
            </a:pPr>
            <a:r>
              <a:rPr dirty="0" sz="1450" spc="-25">
                <a:latin typeface="Times New Roman"/>
                <a:cs typeface="Times New Roman"/>
              </a:rPr>
              <a:t>30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599568" y="1183083"/>
            <a:ext cx="7226934" cy="5173980"/>
          </a:xfrm>
          <a:prstGeom prst="rect">
            <a:avLst/>
          </a:prstGeom>
        </p:spPr>
        <p:txBody>
          <a:bodyPr wrap="square" lIns="0" tIns="10985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865"/>
              </a:spcBef>
            </a:pPr>
            <a:r>
              <a:rPr dirty="0" sz="3300">
                <a:latin typeface="Times New Roman"/>
                <a:cs typeface="Times New Roman"/>
              </a:rPr>
              <a:t>A5/1</a:t>
            </a:r>
            <a:r>
              <a:rPr dirty="0" sz="3300" spc="-5">
                <a:latin typeface="Times New Roman"/>
                <a:cs typeface="Times New Roman"/>
              </a:rPr>
              <a:t> </a:t>
            </a:r>
            <a:r>
              <a:rPr dirty="0" sz="3300" spc="-10">
                <a:latin typeface="Times New Roman"/>
                <a:cs typeface="Times New Roman"/>
              </a:rPr>
              <a:t>attacks</a:t>
            </a:r>
            <a:endParaRPr sz="3300">
              <a:latin typeface="Times New Roman"/>
              <a:cs typeface="Times New Roman"/>
            </a:endParaRPr>
          </a:p>
          <a:p>
            <a:pPr marL="379730" indent="-354330">
              <a:lnSpc>
                <a:spcPct val="100000"/>
              </a:lnSpc>
              <a:spcBef>
                <a:spcPts val="770"/>
              </a:spcBef>
              <a:buChar char="•"/>
              <a:tabLst>
                <a:tab pos="379730" algn="l"/>
              </a:tabLst>
            </a:pPr>
            <a:r>
              <a:rPr dirty="0" sz="3300">
                <a:latin typeface="Times New Roman"/>
                <a:cs typeface="Times New Roman"/>
              </a:rPr>
              <a:t>exhaustive</a:t>
            </a:r>
            <a:r>
              <a:rPr dirty="0" sz="3300" spc="-1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key</a:t>
            </a:r>
            <a:r>
              <a:rPr dirty="0" sz="3300" spc="-10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search:</a:t>
            </a:r>
            <a:r>
              <a:rPr dirty="0" sz="3300" spc="-10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2</a:t>
            </a:r>
            <a:r>
              <a:rPr dirty="0" baseline="25252" sz="3300">
                <a:latin typeface="Times New Roman"/>
                <a:cs typeface="Times New Roman"/>
              </a:rPr>
              <a:t>64</a:t>
            </a:r>
            <a:r>
              <a:rPr dirty="0" baseline="25252" sz="3300" spc="397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(or</a:t>
            </a:r>
            <a:r>
              <a:rPr dirty="0" sz="3300" spc="-10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rather</a:t>
            </a:r>
            <a:r>
              <a:rPr dirty="0" sz="3300" spc="-10">
                <a:latin typeface="Times New Roman"/>
                <a:cs typeface="Times New Roman"/>
              </a:rPr>
              <a:t> </a:t>
            </a:r>
            <a:r>
              <a:rPr dirty="0" sz="3300" spc="-20">
                <a:latin typeface="Times New Roman"/>
                <a:cs typeface="Times New Roman"/>
              </a:rPr>
              <a:t>2</a:t>
            </a:r>
            <a:r>
              <a:rPr dirty="0" baseline="25252" sz="3300" spc="-30">
                <a:latin typeface="Times New Roman"/>
                <a:cs typeface="Times New Roman"/>
              </a:rPr>
              <a:t>54</a:t>
            </a:r>
            <a:r>
              <a:rPr dirty="0" sz="3300" spc="-20">
                <a:latin typeface="Times New Roman"/>
                <a:cs typeface="Times New Roman"/>
              </a:rPr>
              <a:t>)</a:t>
            </a:r>
            <a:endParaRPr sz="3300">
              <a:latin typeface="Times New Roman"/>
              <a:cs typeface="Times New Roman"/>
            </a:endParaRPr>
          </a:p>
          <a:p>
            <a:pPr lvl="1" marL="793115" indent="-294640">
              <a:lnSpc>
                <a:spcPct val="100000"/>
              </a:lnSpc>
              <a:spcBef>
                <a:spcPts val="685"/>
              </a:spcBef>
              <a:buChar char="–"/>
              <a:tabLst>
                <a:tab pos="793115" algn="l"/>
              </a:tabLst>
            </a:pPr>
            <a:r>
              <a:rPr dirty="0" sz="2900">
                <a:latin typeface="Times New Roman"/>
                <a:cs typeface="Times New Roman"/>
              </a:rPr>
              <a:t>Hardware</a:t>
            </a:r>
            <a:r>
              <a:rPr dirty="0" sz="2900" spc="-65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10K$</a:t>
            </a:r>
            <a:r>
              <a:rPr dirty="0" sz="2900" spc="-60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&lt;</a:t>
            </a:r>
            <a:r>
              <a:rPr dirty="0" sz="2900" spc="-60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1</a:t>
            </a:r>
            <a:r>
              <a:rPr dirty="0" sz="2900" spc="-65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minute</a:t>
            </a:r>
            <a:r>
              <a:rPr dirty="0" sz="2900" spc="-60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ciphertext</a:t>
            </a:r>
            <a:r>
              <a:rPr dirty="0" sz="2900" spc="-60">
                <a:latin typeface="Times New Roman"/>
                <a:cs typeface="Times New Roman"/>
              </a:rPr>
              <a:t> </a:t>
            </a:r>
            <a:r>
              <a:rPr dirty="0" sz="2900" spc="-20">
                <a:latin typeface="Times New Roman"/>
                <a:cs typeface="Times New Roman"/>
              </a:rPr>
              <a:t>only</a:t>
            </a:r>
            <a:endParaRPr sz="2900">
              <a:latin typeface="Times New Roman"/>
              <a:cs typeface="Times New Roman"/>
            </a:endParaRPr>
          </a:p>
          <a:p>
            <a:pPr marL="379730" indent="-354330">
              <a:lnSpc>
                <a:spcPct val="100000"/>
              </a:lnSpc>
              <a:spcBef>
                <a:spcPts val="880"/>
              </a:spcBef>
              <a:buChar char="•"/>
              <a:tabLst>
                <a:tab pos="379730" algn="l"/>
              </a:tabLst>
            </a:pPr>
            <a:r>
              <a:rPr dirty="0" sz="3300">
                <a:latin typeface="Times New Roman"/>
                <a:cs typeface="Times New Roman"/>
              </a:rPr>
              <a:t>search</a:t>
            </a:r>
            <a:r>
              <a:rPr dirty="0" sz="3300" spc="-2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2</a:t>
            </a:r>
            <a:r>
              <a:rPr dirty="0" sz="3300" spc="-1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smallest</a:t>
            </a:r>
            <a:r>
              <a:rPr dirty="0" sz="3300" spc="-10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registers:</a:t>
            </a:r>
            <a:r>
              <a:rPr dirty="0" sz="3300" spc="-1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2</a:t>
            </a:r>
            <a:r>
              <a:rPr dirty="0" baseline="25252" sz="3300">
                <a:latin typeface="Times New Roman"/>
                <a:cs typeface="Times New Roman"/>
              </a:rPr>
              <a:t>45</a:t>
            </a:r>
            <a:r>
              <a:rPr dirty="0" baseline="25252" sz="3300" spc="397">
                <a:latin typeface="Times New Roman"/>
                <a:cs typeface="Times New Roman"/>
              </a:rPr>
              <a:t> </a:t>
            </a:r>
            <a:r>
              <a:rPr dirty="0" sz="3300" spc="-10">
                <a:latin typeface="Times New Roman"/>
                <a:cs typeface="Times New Roman"/>
              </a:rPr>
              <a:t>steps</a:t>
            </a:r>
            <a:endParaRPr sz="3300">
              <a:latin typeface="Times New Roman"/>
              <a:cs typeface="Times New Roman"/>
            </a:endParaRPr>
          </a:p>
          <a:p>
            <a:pPr marL="379730" indent="-354965">
              <a:lnSpc>
                <a:spcPct val="100000"/>
              </a:lnSpc>
              <a:spcBef>
                <a:spcPts val="800"/>
              </a:spcBef>
              <a:buChar char="•"/>
              <a:tabLst>
                <a:tab pos="379730" algn="l"/>
                <a:tab pos="498475" algn="l"/>
              </a:tabLst>
            </a:pPr>
            <a:r>
              <a:rPr dirty="0" sz="3300">
                <a:latin typeface="Times New Roman"/>
                <a:cs typeface="Times New Roman"/>
              </a:rPr>
              <a:t>[BWS00]</a:t>
            </a:r>
            <a:r>
              <a:rPr dirty="0" sz="3300" spc="-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1</a:t>
            </a:r>
            <a:r>
              <a:rPr dirty="0" sz="3300" spc="-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minute</a:t>
            </a:r>
            <a:r>
              <a:rPr dirty="0" sz="3300" spc="-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on</a:t>
            </a:r>
            <a:r>
              <a:rPr dirty="0" sz="3300" spc="-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a </a:t>
            </a:r>
            <a:r>
              <a:rPr dirty="0" sz="3300" spc="-25">
                <a:latin typeface="Times New Roman"/>
                <a:cs typeface="Times New Roman"/>
              </a:rPr>
              <a:t>PC</a:t>
            </a:r>
            <a:endParaRPr sz="3300">
              <a:latin typeface="Times New Roman"/>
              <a:cs typeface="Times New Roman"/>
            </a:endParaRPr>
          </a:p>
          <a:p>
            <a:pPr lvl="1" marL="793115" indent="-294640">
              <a:lnSpc>
                <a:spcPct val="100000"/>
              </a:lnSpc>
              <a:spcBef>
                <a:spcPts val="690"/>
              </a:spcBef>
              <a:buChar char="–"/>
              <a:tabLst>
                <a:tab pos="793115" algn="l"/>
              </a:tabLst>
            </a:pPr>
            <a:r>
              <a:rPr dirty="0" sz="2900">
                <a:latin typeface="Times New Roman"/>
                <a:cs typeface="Times New Roman"/>
              </a:rPr>
              <a:t>2</a:t>
            </a:r>
            <a:r>
              <a:rPr dirty="0" sz="2900" spc="-60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seconds</a:t>
            </a:r>
            <a:r>
              <a:rPr dirty="0" sz="2900" spc="-70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of</a:t>
            </a:r>
            <a:r>
              <a:rPr dirty="0" sz="2900" spc="-55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known</a:t>
            </a:r>
            <a:r>
              <a:rPr dirty="0" sz="2900" spc="-60">
                <a:latin typeface="Times New Roman"/>
                <a:cs typeface="Times New Roman"/>
              </a:rPr>
              <a:t> </a:t>
            </a:r>
            <a:r>
              <a:rPr dirty="0" sz="2900" spc="-10">
                <a:latin typeface="Times New Roman"/>
                <a:cs typeface="Times New Roman"/>
              </a:rPr>
              <a:t>plaintext</a:t>
            </a:r>
            <a:endParaRPr sz="2900">
              <a:latin typeface="Times New Roman"/>
              <a:cs typeface="Times New Roman"/>
            </a:endParaRPr>
          </a:p>
          <a:p>
            <a:pPr lvl="1" marL="793115" indent="-294640">
              <a:lnSpc>
                <a:spcPct val="100000"/>
              </a:lnSpc>
              <a:spcBef>
                <a:spcPts val="660"/>
              </a:spcBef>
              <a:buChar char="–"/>
              <a:tabLst>
                <a:tab pos="793115" algn="l"/>
              </a:tabLst>
            </a:pPr>
            <a:r>
              <a:rPr dirty="0" sz="2900">
                <a:latin typeface="Times New Roman"/>
                <a:cs typeface="Times New Roman"/>
              </a:rPr>
              <a:t>2</a:t>
            </a:r>
            <a:r>
              <a:rPr dirty="0" baseline="24853" sz="2850">
                <a:latin typeface="Times New Roman"/>
                <a:cs typeface="Times New Roman"/>
              </a:rPr>
              <a:t>48</a:t>
            </a:r>
            <a:r>
              <a:rPr dirty="0" baseline="24853" sz="2850" spc="300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precomputation,</a:t>
            </a:r>
            <a:r>
              <a:rPr dirty="0" sz="2900" spc="-50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146</a:t>
            </a:r>
            <a:r>
              <a:rPr dirty="0" sz="2900" spc="-50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GB</a:t>
            </a:r>
            <a:r>
              <a:rPr dirty="0" sz="2900" spc="-50">
                <a:latin typeface="Times New Roman"/>
                <a:cs typeface="Times New Roman"/>
              </a:rPr>
              <a:t> </a:t>
            </a:r>
            <a:r>
              <a:rPr dirty="0" sz="2900" spc="-10">
                <a:latin typeface="Times New Roman"/>
                <a:cs typeface="Times New Roman"/>
              </a:rPr>
              <a:t>storage</a:t>
            </a:r>
            <a:endParaRPr sz="2900">
              <a:latin typeface="Times New Roman"/>
              <a:cs typeface="Times New Roman"/>
            </a:endParaRPr>
          </a:p>
          <a:p>
            <a:pPr marL="379730" indent="-354965">
              <a:lnSpc>
                <a:spcPct val="100000"/>
              </a:lnSpc>
              <a:spcBef>
                <a:spcPts val="875"/>
              </a:spcBef>
              <a:buChar char="•"/>
              <a:tabLst>
                <a:tab pos="379730" algn="l"/>
                <a:tab pos="498475" algn="l"/>
              </a:tabLst>
            </a:pPr>
            <a:r>
              <a:rPr dirty="0" sz="3300">
                <a:latin typeface="Times New Roman"/>
                <a:cs typeface="Times New Roman"/>
              </a:rPr>
              <a:t>[BB05]:</a:t>
            </a:r>
            <a:r>
              <a:rPr dirty="0" sz="3300" spc="-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10</a:t>
            </a:r>
            <a:r>
              <a:rPr dirty="0" sz="3300" spc="-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minutes</a:t>
            </a:r>
            <a:r>
              <a:rPr dirty="0" sz="3300" spc="-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on</a:t>
            </a:r>
            <a:r>
              <a:rPr dirty="0" sz="3300" spc="-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a </a:t>
            </a:r>
            <a:r>
              <a:rPr dirty="0" sz="3300" spc="-25">
                <a:latin typeface="Times New Roman"/>
                <a:cs typeface="Times New Roman"/>
              </a:rPr>
              <a:t>PC,</a:t>
            </a:r>
            <a:endParaRPr sz="3300">
              <a:latin typeface="Times New Roman"/>
              <a:cs typeface="Times New Roman"/>
            </a:endParaRPr>
          </a:p>
          <a:p>
            <a:pPr lvl="1" marL="793115" indent="-294640">
              <a:lnSpc>
                <a:spcPct val="100000"/>
              </a:lnSpc>
              <a:spcBef>
                <a:spcPts val="690"/>
              </a:spcBef>
              <a:buChar char="–"/>
              <a:tabLst>
                <a:tab pos="793115" algn="l"/>
              </a:tabLst>
            </a:pPr>
            <a:r>
              <a:rPr dirty="0" sz="2900">
                <a:latin typeface="Times New Roman"/>
                <a:cs typeface="Times New Roman"/>
              </a:rPr>
              <a:t>3-4</a:t>
            </a:r>
            <a:r>
              <a:rPr dirty="0" sz="2900" spc="-40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minutes</a:t>
            </a:r>
            <a:r>
              <a:rPr dirty="0" sz="2900" spc="-35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of</a:t>
            </a:r>
            <a:r>
              <a:rPr dirty="0" sz="2900" spc="-35">
                <a:latin typeface="Times New Roman"/>
                <a:cs typeface="Times New Roman"/>
              </a:rPr>
              <a:t> </a:t>
            </a:r>
            <a:r>
              <a:rPr dirty="0" sz="2900">
                <a:solidFill>
                  <a:srgbClr val="FF0000"/>
                </a:solidFill>
                <a:latin typeface="Times New Roman"/>
                <a:cs typeface="Times New Roman"/>
              </a:rPr>
              <a:t>ciphertext</a:t>
            </a:r>
            <a:r>
              <a:rPr dirty="0" sz="2900" spc="-4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900" spc="-20">
                <a:solidFill>
                  <a:srgbClr val="FF0000"/>
                </a:solidFill>
                <a:latin typeface="Times New Roman"/>
                <a:cs typeface="Times New Roman"/>
              </a:rPr>
              <a:t>only</a:t>
            </a:r>
            <a:endParaRPr sz="29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70964" y="1058188"/>
            <a:ext cx="5239628" cy="4608670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927735">
              <a:lnSpc>
                <a:spcPct val="100000"/>
              </a:lnSpc>
              <a:spcBef>
                <a:spcPts val="105"/>
              </a:spcBef>
            </a:pPr>
            <a:r>
              <a:rPr dirty="0"/>
              <a:t>Bluetooth</a:t>
            </a:r>
            <a:r>
              <a:rPr dirty="0" spc="-60"/>
              <a:t> </a:t>
            </a:r>
            <a:r>
              <a:rPr dirty="0"/>
              <a:t>stream</a:t>
            </a:r>
            <a:r>
              <a:rPr dirty="0" spc="-60"/>
              <a:t> </a:t>
            </a:r>
            <a:r>
              <a:rPr dirty="0" spc="-10"/>
              <a:t>cipher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9694492" y="6983014"/>
            <a:ext cx="209550" cy="229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80"/>
              </a:lnSpc>
            </a:pPr>
            <a:r>
              <a:rPr dirty="0" sz="1450" spc="-25">
                <a:latin typeface="Times New Roman"/>
                <a:cs typeface="Times New Roman"/>
              </a:rPr>
              <a:t>31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82447" y="6135734"/>
            <a:ext cx="8761730" cy="78232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  <a:tabLst>
                <a:tab pos="1657985" algn="l"/>
              </a:tabLst>
            </a:pPr>
            <a:r>
              <a:rPr dirty="0" sz="2450">
                <a:latin typeface="Times New Roman"/>
                <a:cs typeface="Times New Roman"/>
              </a:rPr>
              <a:t>brute</a:t>
            </a:r>
            <a:r>
              <a:rPr dirty="0" sz="2450" spc="50">
                <a:latin typeface="Times New Roman"/>
                <a:cs typeface="Times New Roman"/>
              </a:rPr>
              <a:t> </a:t>
            </a:r>
            <a:r>
              <a:rPr dirty="0" sz="2450" spc="-10">
                <a:latin typeface="Times New Roman"/>
                <a:cs typeface="Times New Roman"/>
              </a:rPr>
              <a:t>force:</a:t>
            </a:r>
            <a:r>
              <a:rPr dirty="0" sz="2450">
                <a:latin typeface="Times New Roman"/>
                <a:cs typeface="Times New Roman"/>
              </a:rPr>
              <a:t>	2</a:t>
            </a:r>
            <a:r>
              <a:rPr dirty="0" baseline="25252" sz="2475">
                <a:latin typeface="Times New Roman"/>
                <a:cs typeface="Times New Roman"/>
              </a:rPr>
              <a:t>128</a:t>
            </a:r>
            <a:r>
              <a:rPr dirty="0" baseline="25252" sz="2475" spc="622">
                <a:latin typeface="Times New Roman"/>
                <a:cs typeface="Times New Roman"/>
              </a:rPr>
              <a:t> </a:t>
            </a:r>
            <a:r>
              <a:rPr dirty="0" sz="2450" spc="-20">
                <a:latin typeface="Times New Roman"/>
                <a:cs typeface="Times New Roman"/>
              </a:rPr>
              <a:t>steps</a:t>
            </a:r>
            <a:endParaRPr sz="245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35"/>
              </a:spcBef>
              <a:tabLst>
                <a:tab pos="4920615" algn="l"/>
              </a:tabLst>
            </a:pPr>
            <a:r>
              <a:rPr dirty="0" sz="2450">
                <a:latin typeface="Times New Roman"/>
                <a:cs typeface="Times New Roman"/>
              </a:rPr>
              <a:t>[Lu+05]</a:t>
            </a:r>
            <a:r>
              <a:rPr dirty="0" sz="2450" spc="40">
                <a:latin typeface="Times New Roman"/>
                <a:cs typeface="Times New Roman"/>
              </a:rPr>
              <a:t> </a:t>
            </a:r>
            <a:r>
              <a:rPr dirty="0" sz="2450">
                <a:latin typeface="Times New Roman"/>
                <a:cs typeface="Times New Roman"/>
              </a:rPr>
              <a:t>24</a:t>
            </a:r>
            <a:r>
              <a:rPr dirty="0" sz="2450" spc="45">
                <a:latin typeface="Times New Roman"/>
                <a:cs typeface="Times New Roman"/>
              </a:rPr>
              <a:t> </a:t>
            </a:r>
            <a:r>
              <a:rPr dirty="0" sz="2450">
                <a:latin typeface="Times New Roman"/>
                <a:cs typeface="Times New Roman"/>
              </a:rPr>
              <a:t>known</a:t>
            </a:r>
            <a:r>
              <a:rPr dirty="0" sz="2450" spc="40">
                <a:latin typeface="Times New Roman"/>
                <a:cs typeface="Times New Roman"/>
              </a:rPr>
              <a:t> </a:t>
            </a:r>
            <a:r>
              <a:rPr dirty="0" sz="2450">
                <a:latin typeface="Times New Roman"/>
                <a:cs typeface="Times New Roman"/>
              </a:rPr>
              <a:t>bits</a:t>
            </a:r>
            <a:r>
              <a:rPr dirty="0" sz="2450" spc="40">
                <a:latin typeface="Times New Roman"/>
                <a:cs typeface="Times New Roman"/>
              </a:rPr>
              <a:t> </a:t>
            </a:r>
            <a:r>
              <a:rPr dirty="0" sz="2450">
                <a:latin typeface="Times New Roman"/>
                <a:cs typeface="Times New Roman"/>
              </a:rPr>
              <a:t>of</a:t>
            </a:r>
            <a:r>
              <a:rPr dirty="0" sz="2450" spc="40">
                <a:latin typeface="Times New Roman"/>
                <a:cs typeface="Times New Roman"/>
              </a:rPr>
              <a:t> </a:t>
            </a:r>
            <a:r>
              <a:rPr dirty="0" sz="2450">
                <a:latin typeface="Times New Roman"/>
                <a:cs typeface="Times New Roman"/>
              </a:rPr>
              <a:t>2</a:t>
            </a:r>
            <a:r>
              <a:rPr dirty="0" baseline="25252" sz="2475">
                <a:latin typeface="Times New Roman"/>
                <a:cs typeface="Times New Roman"/>
              </a:rPr>
              <a:t>24</a:t>
            </a:r>
            <a:r>
              <a:rPr dirty="0" baseline="25252" sz="2475" spc="359">
                <a:latin typeface="Times New Roman"/>
                <a:cs typeface="Times New Roman"/>
              </a:rPr>
              <a:t> </a:t>
            </a:r>
            <a:r>
              <a:rPr dirty="0" sz="2450" spc="-10">
                <a:latin typeface="Times New Roman"/>
                <a:cs typeface="Times New Roman"/>
              </a:rPr>
              <a:t>frames,</a:t>
            </a:r>
            <a:r>
              <a:rPr dirty="0" sz="2450">
                <a:latin typeface="Times New Roman"/>
                <a:cs typeface="Times New Roman"/>
              </a:rPr>
              <a:t>	2</a:t>
            </a:r>
            <a:r>
              <a:rPr dirty="0" baseline="25252" sz="2475">
                <a:latin typeface="Times New Roman"/>
                <a:cs typeface="Times New Roman"/>
              </a:rPr>
              <a:t>38</a:t>
            </a:r>
            <a:r>
              <a:rPr dirty="0" baseline="25252" sz="2475" spc="367">
                <a:latin typeface="Times New Roman"/>
                <a:cs typeface="Times New Roman"/>
              </a:rPr>
              <a:t> </a:t>
            </a:r>
            <a:r>
              <a:rPr dirty="0" sz="2450">
                <a:latin typeface="Times New Roman"/>
                <a:cs typeface="Times New Roman"/>
              </a:rPr>
              <a:t>computations,</a:t>
            </a:r>
            <a:r>
              <a:rPr dirty="0" sz="2450" spc="50">
                <a:latin typeface="Times New Roman"/>
                <a:cs typeface="Times New Roman"/>
              </a:rPr>
              <a:t> </a:t>
            </a:r>
            <a:r>
              <a:rPr dirty="0" sz="2450">
                <a:latin typeface="Times New Roman"/>
                <a:cs typeface="Times New Roman"/>
              </a:rPr>
              <a:t>2</a:t>
            </a:r>
            <a:r>
              <a:rPr dirty="0" baseline="25252" sz="2475">
                <a:latin typeface="Times New Roman"/>
                <a:cs typeface="Times New Roman"/>
              </a:rPr>
              <a:t>33</a:t>
            </a:r>
            <a:r>
              <a:rPr dirty="0" baseline="25252" sz="2475" spc="375">
                <a:latin typeface="Times New Roman"/>
                <a:cs typeface="Times New Roman"/>
              </a:rPr>
              <a:t> </a:t>
            </a:r>
            <a:r>
              <a:rPr dirty="0" sz="2450" spc="-10">
                <a:latin typeface="Times New Roman"/>
                <a:cs typeface="Times New Roman"/>
              </a:rPr>
              <a:t>memory</a:t>
            </a:r>
            <a:endParaRPr sz="24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557148" y="460422"/>
            <a:ext cx="6772275" cy="72009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A</a:t>
            </a:r>
            <a:r>
              <a:rPr dirty="0" spc="-25"/>
              <a:t> </a:t>
            </a:r>
            <a:r>
              <a:rPr dirty="0"/>
              <a:t>simple</a:t>
            </a:r>
            <a:r>
              <a:rPr dirty="0" spc="-20"/>
              <a:t> </a:t>
            </a:r>
            <a:r>
              <a:rPr dirty="0"/>
              <a:t>cipher:</a:t>
            </a:r>
            <a:r>
              <a:rPr dirty="0" spc="-25"/>
              <a:t> </a:t>
            </a:r>
            <a:r>
              <a:rPr dirty="0"/>
              <a:t>RC4</a:t>
            </a:r>
            <a:r>
              <a:rPr dirty="0" spc="-20"/>
              <a:t> </a:t>
            </a:r>
            <a:r>
              <a:rPr dirty="0" spc="-10"/>
              <a:t>(1987)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49151" y="1429578"/>
            <a:ext cx="8288655" cy="5174615"/>
          </a:xfrm>
          <a:prstGeom prst="rect">
            <a:avLst/>
          </a:prstGeom>
        </p:spPr>
        <p:txBody>
          <a:bodyPr wrap="square" lIns="0" tIns="109855" rIns="0" bIns="0" rtlCol="0" vert="horz">
            <a:spAutoFit/>
          </a:bodyPr>
          <a:lstStyle/>
          <a:p>
            <a:pPr marL="367030" indent="-354330">
              <a:lnSpc>
                <a:spcPct val="100000"/>
              </a:lnSpc>
              <a:spcBef>
                <a:spcPts val="865"/>
              </a:spcBef>
              <a:buChar char="•"/>
              <a:tabLst>
                <a:tab pos="367030" algn="l"/>
              </a:tabLst>
            </a:pPr>
            <a:r>
              <a:rPr dirty="0" sz="3300">
                <a:latin typeface="Times New Roman"/>
                <a:cs typeface="Times New Roman"/>
              </a:rPr>
              <a:t>designed</a:t>
            </a:r>
            <a:r>
              <a:rPr dirty="0" sz="3300" spc="-20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by</a:t>
            </a:r>
            <a:r>
              <a:rPr dirty="0" sz="3300" spc="-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Ron</a:t>
            </a:r>
            <a:r>
              <a:rPr dirty="0" sz="3300" spc="-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Rivest</a:t>
            </a:r>
            <a:r>
              <a:rPr dirty="0" sz="3300" spc="-5">
                <a:latin typeface="Times New Roman"/>
                <a:cs typeface="Times New Roman"/>
              </a:rPr>
              <a:t> </a:t>
            </a:r>
            <a:r>
              <a:rPr dirty="0" sz="3300" spc="-10">
                <a:latin typeface="Times New Roman"/>
                <a:cs typeface="Times New Roman"/>
              </a:rPr>
              <a:t>(MIT)</a:t>
            </a:r>
            <a:endParaRPr sz="3300">
              <a:latin typeface="Times New Roman"/>
              <a:cs typeface="Times New Roman"/>
            </a:endParaRPr>
          </a:p>
          <a:p>
            <a:pPr marL="367030" indent="-354330">
              <a:lnSpc>
                <a:spcPct val="100000"/>
              </a:lnSpc>
              <a:spcBef>
                <a:spcPts val="770"/>
              </a:spcBef>
              <a:buChar char="•"/>
              <a:tabLst>
                <a:tab pos="367030" algn="l"/>
              </a:tabLst>
            </a:pPr>
            <a:r>
              <a:rPr dirty="0" sz="3300">
                <a:latin typeface="Times New Roman"/>
                <a:cs typeface="Times New Roman"/>
              </a:rPr>
              <a:t>leaked</a:t>
            </a:r>
            <a:r>
              <a:rPr dirty="0" sz="3300" spc="-1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in</a:t>
            </a:r>
            <a:r>
              <a:rPr dirty="0" sz="3300" spc="-10">
                <a:latin typeface="Times New Roman"/>
                <a:cs typeface="Times New Roman"/>
              </a:rPr>
              <a:t> </a:t>
            </a:r>
            <a:r>
              <a:rPr dirty="0" sz="3300" spc="-20">
                <a:latin typeface="Times New Roman"/>
                <a:cs typeface="Times New Roman"/>
              </a:rPr>
              <a:t>1994</a:t>
            </a:r>
            <a:endParaRPr sz="3300">
              <a:latin typeface="Times New Roman"/>
              <a:cs typeface="Times New Roman"/>
            </a:endParaRPr>
          </a:p>
          <a:p>
            <a:pPr marL="367030" indent="-354330">
              <a:lnSpc>
                <a:spcPct val="100000"/>
              </a:lnSpc>
              <a:spcBef>
                <a:spcPts val="800"/>
              </a:spcBef>
              <a:buChar char="•"/>
              <a:tabLst>
                <a:tab pos="367030" algn="l"/>
              </a:tabLst>
            </a:pPr>
            <a:r>
              <a:rPr dirty="0" sz="3300">
                <a:solidFill>
                  <a:srgbClr val="FF0000"/>
                </a:solidFill>
                <a:latin typeface="Times New Roman"/>
                <a:cs typeface="Times New Roman"/>
              </a:rPr>
              <a:t>S[0..255]</a:t>
            </a:r>
            <a:r>
              <a:rPr dirty="0" sz="3300">
                <a:latin typeface="Times New Roman"/>
                <a:cs typeface="Times New Roman"/>
              </a:rPr>
              <a:t>:</a:t>
            </a:r>
            <a:r>
              <a:rPr dirty="0" sz="3300" spc="-10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secret</a:t>
            </a:r>
            <a:r>
              <a:rPr dirty="0" sz="3300" spc="-10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table</a:t>
            </a:r>
            <a:r>
              <a:rPr dirty="0" sz="3300" spc="-10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derived</a:t>
            </a:r>
            <a:r>
              <a:rPr dirty="0" sz="3300" spc="-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from</a:t>
            </a:r>
            <a:r>
              <a:rPr dirty="0" sz="3300" spc="-10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user</a:t>
            </a:r>
            <a:r>
              <a:rPr dirty="0" sz="3300" spc="-10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key</a:t>
            </a:r>
            <a:r>
              <a:rPr dirty="0" sz="3300" spc="-5">
                <a:latin typeface="Times New Roman"/>
                <a:cs typeface="Times New Roman"/>
              </a:rPr>
              <a:t> </a:t>
            </a:r>
            <a:r>
              <a:rPr dirty="0" sz="3300" spc="-50">
                <a:latin typeface="Times New Roman"/>
                <a:cs typeface="Times New Roman"/>
              </a:rPr>
              <a:t>K</a:t>
            </a:r>
            <a:endParaRPr sz="3300">
              <a:latin typeface="Times New Roman"/>
              <a:cs typeface="Times New Roman"/>
            </a:endParaRPr>
          </a:p>
          <a:p>
            <a:pPr marL="1050925" marR="4037329">
              <a:lnSpc>
                <a:spcPct val="121400"/>
              </a:lnSpc>
              <a:spcBef>
                <a:spcPts val="1210"/>
              </a:spcBef>
            </a:pPr>
            <a:r>
              <a:rPr dirty="0" sz="2900">
                <a:latin typeface="Arial"/>
                <a:cs typeface="Arial"/>
              </a:rPr>
              <a:t>for</a:t>
            </a:r>
            <a:r>
              <a:rPr dirty="0" sz="2900" spc="-35">
                <a:latin typeface="Arial"/>
                <a:cs typeface="Arial"/>
              </a:rPr>
              <a:t> </a:t>
            </a:r>
            <a:r>
              <a:rPr dirty="0" sz="2900">
                <a:latin typeface="Arial"/>
                <a:cs typeface="Arial"/>
              </a:rPr>
              <a:t>i=0</a:t>
            </a:r>
            <a:r>
              <a:rPr dirty="0" sz="2900" spc="-30">
                <a:latin typeface="Arial"/>
                <a:cs typeface="Arial"/>
              </a:rPr>
              <a:t> </a:t>
            </a:r>
            <a:r>
              <a:rPr dirty="0" sz="2900">
                <a:latin typeface="Arial"/>
                <a:cs typeface="Arial"/>
              </a:rPr>
              <a:t>to</a:t>
            </a:r>
            <a:r>
              <a:rPr dirty="0" sz="2900" spc="-30">
                <a:latin typeface="Arial"/>
                <a:cs typeface="Arial"/>
              </a:rPr>
              <a:t> </a:t>
            </a:r>
            <a:r>
              <a:rPr dirty="0" sz="2900">
                <a:latin typeface="Arial"/>
                <a:cs typeface="Arial"/>
              </a:rPr>
              <a:t>255</a:t>
            </a:r>
            <a:r>
              <a:rPr dirty="0" sz="2900" spc="-30">
                <a:latin typeface="Arial"/>
                <a:cs typeface="Arial"/>
              </a:rPr>
              <a:t> </a:t>
            </a:r>
            <a:r>
              <a:rPr dirty="0" sz="2900" spc="-10">
                <a:latin typeface="Arial"/>
                <a:cs typeface="Arial"/>
              </a:rPr>
              <a:t>S[i]:=i </a:t>
            </a:r>
            <a:r>
              <a:rPr dirty="0" sz="2900" spc="-20">
                <a:latin typeface="Arial"/>
                <a:cs typeface="Arial"/>
              </a:rPr>
              <a:t>j:=0</a:t>
            </a:r>
            <a:endParaRPr sz="2900">
              <a:latin typeface="Arial"/>
              <a:cs typeface="Arial"/>
            </a:endParaRPr>
          </a:p>
          <a:p>
            <a:pPr marL="1050925">
              <a:lnSpc>
                <a:spcPct val="100000"/>
              </a:lnSpc>
              <a:spcBef>
                <a:spcPts val="665"/>
              </a:spcBef>
            </a:pPr>
            <a:r>
              <a:rPr dirty="0" sz="2900">
                <a:latin typeface="Arial"/>
                <a:cs typeface="Arial"/>
              </a:rPr>
              <a:t>for</a:t>
            </a:r>
            <a:r>
              <a:rPr dirty="0" sz="2900" spc="-25">
                <a:latin typeface="Arial"/>
                <a:cs typeface="Arial"/>
              </a:rPr>
              <a:t> </a:t>
            </a:r>
            <a:r>
              <a:rPr dirty="0" sz="2900">
                <a:latin typeface="Arial"/>
                <a:cs typeface="Arial"/>
              </a:rPr>
              <a:t>i=0</a:t>
            </a:r>
            <a:r>
              <a:rPr dirty="0" sz="2900" spc="-25">
                <a:latin typeface="Arial"/>
                <a:cs typeface="Arial"/>
              </a:rPr>
              <a:t> </a:t>
            </a:r>
            <a:r>
              <a:rPr dirty="0" sz="2900">
                <a:latin typeface="Arial"/>
                <a:cs typeface="Arial"/>
              </a:rPr>
              <a:t>to</a:t>
            </a:r>
            <a:r>
              <a:rPr dirty="0" sz="2900" spc="-20">
                <a:latin typeface="Arial"/>
                <a:cs typeface="Arial"/>
              </a:rPr>
              <a:t> </a:t>
            </a:r>
            <a:r>
              <a:rPr dirty="0" sz="2900" spc="-25">
                <a:latin typeface="Arial"/>
                <a:cs typeface="Arial"/>
              </a:rPr>
              <a:t>255</a:t>
            </a:r>
            <a:endParaRPr sz="2900">
              <a:latin typeface="Arial"/>
              <a:cs typeface="Arial"/>
            </a:endParaRPr>
          </a:p>
          <a:p>
            <a:pPr marL="1839595" marR="2277745">
              <a:lnSpc>
                <a:spcPct val="119000"/>
              </a:lnSpc>
            </a:pPr>
            <a:r>
              <a:rPr dirty="0" sz="2900">
                <a:latin typeface="Arial"/>
                <a:cs typeface="Arial"/>
              </a:rPr>
              <a:t>j:=(j</a:t>
            </a:r>
            <a:r>
              <a:rPr dirty="0" sz="2900" spc="-25">
                <a:latin typeface="Arial"/>
                <a:cs typeface="Arial"/>
              </a:rPr>
              <a:t> </a:t>
            </a:r>
            <a:r>
              <a:rPr dirty="0" sz="2900">
                <a:latin typeface="Arial"/>
                <a:cs typeface="Arial"/>
              </a:rPr>
              <a:t>+</a:t>
            </a:r>
            <a:r>
              <a:rPr dirty="0" sz="2900" spc="-20">
                <a:latin typeface="Arial"/>
                <a:cs typeface="Arial"/>
              </a:rPr>
              <a:t> </a:t>
            </a:r>
            <a:r>
              <a:rPr dirty="0" sz="2900">
                <a:solidFill>
                  <a:srgbClr val="FF0000"/>
                </a:solidFill>
                <a:latin typeface="Arial"/>
                <a:cs typeface="Arial"/>
              </a:rPr>
              <a:t>S</a:t>
            </a:r>
            <a:r>
              <a:rPr dirty="0" sz="2900">
                <a:latin typeface="Arial"/>
                <a:cs typeface="Arial"/>
              </a:rPr>
              <a:t>[i]</a:t>
            </a:r>
            <a:r>
              <a:rPr dirty="0" sz="2900" spc="-20">
                <a:latin typeface="Arial"/>
                <a:cs typeface="Arial"/>
              </a:rPr>
              <a:t> </a:t>
            </a:r>
            <a:r>
              <a:rPr dirty="0" sz="2900">
                <a:latin typeface="Arial"/>
                <a:cs typeface="Arial"/>
              </a:rPr>
              <a:t>+</a:t>
            </a:r>
            <a:r>
              <a:rPr dirty="0" sz="2900" spc="-25">
                <a:latin typeface="Arial"/>
                <a:cs typeface="Arial"/>
              </a:rPr>
              <a:t> </a:t>
            </a:r>
            <a:r>
              <a:rPr dirty="0" sz="2900">
                <a:solidFill>
                  <a:srgbClr val="FF0000"/>
                </a:solidFill>
                <a:latin typeface="Arial"/>
                <a:cs typeface="Arial"/>
              </a:rPr>
              <a:t>K</a:t>
            </a:r>
            <a:r>
              <a:rPr dirty="0" sz="2900">
                <a:latin typeface="Arial"/>
                <a:cs typeface="Arial"/>
              </a:rPr>
              <a:t>[i])</a:t>
            </a:r>
            <a:r>
              <a:rPr dirty="0" sz="2900" spc="-25">
                <a:latin typeface="Arial"/>
                <a:cs typeface="Arial"/>
              </a:rPr>
              <a:t> </a:t>
            </a:r>
            <a:r>
              <a:rPr dirty="0" sz="2900">
                <a:latin typeface="Arial"/>
                <a:cs typeface="Arial"/>
              </a:rPr>
              <a:t>mod</a:t>
            </a:r>
            <a:r>
              <a:rPr dirty="0" sz="2900" spc="-20">
                <a:latin typeface="Arial"/>
                <a:cs typeface="Arial"/>
              </a:rPr>
              <a:t> </a:t>
            </a:r>
            <a:r>
              <a:rPr dirty="0" sz="2900" spc="-25">
                <a:latin typeface="Arial"/>
                <a:cs typeface="Arial"/>
              </a:rPr>
              <a:t>256 </a:t>
            </a:r>
            <a:r>
              <a:rPr dirty="0" sz="2900">
                <a:latin typeface="Arial"/>
                <a:cs typeface="Arial"/>
              </a:rPr>
              <a:t>swap</a:t>
            </a:r>
            <a:r>
              <a:rPr dirty="0" sz="2900" spc="-60">
                <a:latin typeface="Arial"/>
                <a:cs typeface="Arial"/>
              </a:rPr>
              <a:t> </a:t>
            </a:r>
            <a:r>
              <a:rPr dirty="0" sz="2900">
                <a:solidFill>
                  <a:srgbClr val="FF0000"/>
                </a:solidFill>
                <a:latin typeface="Arial"/>
                <a:cs typeface="Arial"/>
              </a:rPr>
              <a:t>S</a:t>
            </a:r>
            <a:r>
              <a:rPr dirty="0" sz="2900">
                <a:latin typeface="Arial"/>
                <a:cs typeface="Arial"/>
              </a:rPr>
              <a:t>[i]</a:t>
            </a:r>
            <a:r>
              <a:rPr dirty="0" sz="2900" spc="-60">
                <a:latin typeface="Arial"/>
                <a:cs typeface="Arial"/>
              </a:rPr>
              <a:t> </a:t>
            </a:r>
            <a:r>
              <a:rPr dirty="0" sz="2900">
                <a:latin typeface="Arial"/>
                <a:cs typeface="Arial"/>
              </a:rPr>
              <a:t>and</a:t>
            </a:r>
            <a:r>
              <a:rPr dirty="0" sz="2900" spc="-55">
                <a:latin typeface="Arial"/>
                <a:cs typeface="Arial"/>
              </a:rPr>
              <a:t> </a:t>
            </a:r>
            <a:r>
              <a:rPr dirty="0" sz="2900" spc="-20">
                <a:solidFill>
                  <a:srgbClr val="FF0000"/>
                </a:solidFill>
                <a:latin typeface="Arial"/>
                <a:cs typeface="Arial"/>
              </a:rPr>
              <a:t>S</a:t>
            </a:r>
            <a:r>
              <a:rPr dirty="0" sz="2900" spc="-20">
                <a:latin typeface="Arial"/>
                <a:cs typeface="Arial"/>
              </a:rPr>
              <a:t>[j]</a:t>
            </a:r>
            <a:endParaRPr sz="2900">
              <a:latin typeface="Arial"/>
              <a:cs typeface="Arial"/>
            </a:endParaRPr>
          </a:p>
          <a:p>
            <a:pPr marL="1050925">
              <a:lnSpc>
                <a:spcPct val="100000"/>
              </a:lnSpc>
              <a:spcBef>
                <a:spcPts val="760"/>
              </a:spcBef>
              <a:tabLst>
                <a:tab pos="1960880" algn="l"/>
              </a:tabLst>
            </a:pPr>
            <a:r>
              <a:rPr dirty="0" sz="2900" spc="-10">
                <a:latin typeface="Arial"/>
                <a:cs typeface="Arial"/>
              </a:rPr>
              <a:t>i:=0,</a:t>
            </a:r>
            <a:r>
              <a:rPr dirty="0" sz="2900">
                <a:latin typeface="Arial"/>
                <a:cs typeface="Arial"/>
              </a:rPr>
              <a:t>	</a:t>
            </a:r>
            <a:r>
              <a:rPr dirty="0" sz="2900" spc="-20">
                <a:latin typeface="Arial"/>
                <a:cs typeface="Arial"/>
              </a:rPr>
              <a:t>j:=0</a:t>
            </a:r>
            <a:endParaRPr sz="29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35892" y="578624"/>
            <a:ext cx="1457396" cy="1457608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9083273" y="6751308"/>
            <a:ext cx="209550" cy="229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80"/>
              </a:lnSpc>
            </a:pPr>
            <a:r>
              <a:rPr dirty="0" sz="1450" spc="-25">
                <a:latin typeface="Times New Roman"/>
                <a:cs typeface="Times New Roman"/>
              </a:rPr>
              <a:t>32</a:t>
            </a:r>
            <a:endParaRPr sz="14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594117" y="460422"/>
            <a:ext cx="6772275" cy="72009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A</a:t>
            </a:r>
            <a:r>
              <a:rPr dirty="0" spc="-25"/>
              <a:t> </a:t>
            </a:r>
            <a:r>
              <a:rPr dirty="0"/>
              <a:t>simple</a:t>
            </a:r>
            <a:r>
              <a:rPr dirty="0" spc="-20"/>
              <a:t> </a:t>
            </a:r>
            <a:r>
              <a:rPr dirty="0"/>
              <a:t>cipher:</a:t>
            </a:r>
            <a:r>
              <a:rPr dirty="0" spc="-25"/>
              <a:t> </a:t>
            </a:r>
            <a:r>
              <a:rPr dirty="0"/>
              <a:t>RC4</a:t>
            </a:r>
            <a:r>
              <a:rPr dirty="0" spc="-20"/>
              <a:t> </a:t>
            </a:r>
            <a:r>
              <a:rPr dirty="0" spc="-10"/>
              <a:t>(1987)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38330" y="1525283"/>
            <a:ext cx="7224395" cy="334835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900">
                <a:latin typeface="Times New Roman"/>
                <a:cs typeface="Times New Roman"/>
              </a:rPr>
              <a:t>Generate</a:t>
            </a:r>
            <a:r>
              <a:rPr dirty="0" sz="2900" spc="-55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key</a:t>
            </a:r>
            <a:r>
              <a:rPr dirty="0" sz="2900" spc="-50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stream</a:t>
            </a:r>
            <a:r>
              <a:rPr dirty="0" sz="2900" spc="-55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which</a:t>
            </a:r>
            <a:r>
              <a:rPr dirty="0" sz="2900" spc="-50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is</a:t>
            </a:r>
            <a:r>
              <a:rPr dirty="0" sz="2900" spc="-55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added</a:t>
            </a:r>
            <a:r>
              <a:rPr dirty="0" sz="2900" spc="-50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to</a:t>
            </a:r>
            <a:r>
              <a:rPr dirty="0" sz="2900" spc="-55">
                <a:latin typeface="Times New Roman"/>
                <a:cs typeface="Times New Roman"/>
              </a:rPr>
              <a:t> </a:t>
            </a:r>
            <a:r>
              <a:rPr dirty="0" sz="2900" spc="-10">
                <a:latin typeface="Times New Roman"/>
                <a:cs typeface="Times New Roman"/>
              </a:rPr>
              <a:t>plaintext</a:t>
            </a:r>
            <a:endParaRPr sz="2900">
              <a:latin typeface="Times New Roman"/>
              <a:cs typeface="Times New Roman"/>
            </a:endParaRPr>
          </a:p>
          <a:p>
            <a:pPr marL="685800">
              <a:lnSpc>
                <a:spcPct val="100000"/>
              </a:lnSpc>
              <a:spcBef>
                <a:spcPts val="2200"/>
              </a:spcBef>
            </a:pPr>
            <a:r>
              <a:rPr dirty="0" sz="2900" spc="-10">
                <a:solidFill>
                  <a:srgbClr val="0533E9"/>
                </a:solidFill>
                <a:latin typeface="Arial"/>
                <a:cs typeface="Arial"/>
              </a:rPr>
              <a:t>i</a:t>
            </a:r>
            <a:r>
              <a:rPr dirty="0" sz="2900" spc="-10">
                <a:latin typeface="Arial"/>
                <a:cs typeface="Arial"/>
              </a:rPr>
              <a:t>:=</a:t>
            </a:r>
            <a:r>
              <a:rPr dirty="0" sz="2900" spc="-10">
                <a:solidFill>
                  <a:srgbClr val="0533E9"/>
                </a:solidFill>
                <a:latin typeface="Arial"/>
                <a:cs typeface="Arial"/>
              </a:rPr>
              <a:t>i</a:t>
            </a:r>
            <a:r>
              <a:rPr dirty="0" sz="2900" spc="-10">
                <a:latin typeface="Arial"/>
                <a:cs typeface="Arial"/>
              </a:rPr>
              <a:t>+1</a:t>
            </a:r>
            <a:endParaRPr sz="2900">
              <a:latin typeface="Arial"/>
              <a:cs typeface="Arial"/>
            </a:endParaRPr>
          </a:p>
          <a:p>
            <a:pPr marL="685800" marR="2847975">
              <a:lnSpc>
                <a:spcPct val="100099"/>
              </a:lnSpc>
              <a:spcBef>
                <a:spcPts val="20"/>
              </a:spcBef>
            </a:pPr>
            <a:r>
              <a:rPr dirty="0" sz="2900">
                <a:solidFill>
                  <a:srgbClr val="008080"/>
                </a:solidFill>
                <a:latin typeface="Arial"/>
                <a:cs typeface="Arial"/>
              </a:rPr>
              <a:t>j</a:t>
            </a:r>
            <a:r>
              <a:rPr dirty="0" sz="2900">
                <a:latin typeface="Arial"/>
                <a:cs typeface="Arial"/>
              </a:rPr>
              <a:t>:=(</a:t>
            </a:r>
            <a:r>
              <a:rPr dirty="0" sz="2900">
                <a:solidFill>
                  <a:srgbClr val="008080"/>
                </a:solidFill>
                <a:latin typeface="Arial"/>
                <a:cs typeface="Arial"/>
              </a:rPr>
              <a:t>j</a:t>
            </a:r>
            <a:r>
              <a:rPr dirty="0" sz="2900" spc="-35">
                <a:solidFill>
                  <a:srgbClr val="008080"/>
                </a:solidFill>
                <a:latin typeface="Arial"/>
                <a:cs typeface="Arial"/>
              </a:rPr>
              <a:t> </a:t>
            </a:r>
            <a:r>
              <a:rPr dirty="0" sz="2900">
                <a:latin typeface="Arial"/>
                <a:cs typeface="Arial"/>
              </a:rPr>
              <a:t>+</a:t>
            </a:r>
            <a:r>
              <a:rPr dirty="0" sz="2900" spc="-20">
                <a:latin typeface="Arial"/>
                <a:cs typeface="Arial"/>
              </a:rPr>
              <a:t> </a:t>
            </a:r>
            <a:r>
              <a:rPr dirty="0" sz="2900">
                <a:solidFill>
                  <a:srgbClr val="FF0000"/>
                </a:solidFill>
                <a:latin typeface="Arial"/>
                <a:cs typeface="Arial"/>
              </a:rPr>
              <a:t>S</a:t>
            </a:r>
            <a:r>
              <a:rPr dirty="0" sz="2900">
                <a:latin typeface="Arial"/>
                <a:cs typeface="Arial"/>
              </a:rPr>
              <a:t>[</a:t>
            </a:r>
            <a:r>
              <a:rPr dirty="0" sz="2900">
                <a:solidFill>
                  <a:srgbClr val="0533E9"/>
                </a:solidFill>
                <a:latin typeface="Arial"/>
                <a:cs typeface="Arial"/>
              </a:rPr>
              <a:t>i</a:t>
            </a:r>
            <a:r>
              <a:rPr dirty="0" sz="2900">
                <a:latin typeface="Arial"/>
                <a:cs typeface="Arial"/>
              </a:rPr>
              <a:t>])</a:t>
            </a:r>
            <a:r>
              <a:rPr dirty="0" sz="2900" spc="-25">
                <a:latin typeface="Arial"/>
                <a:cs typeface="Arial"/>
              </a:rPr>
              <a:t> </a:t>
            </a:r>
            <a:r>
              <a:rPr dirty="0" sz="2900">
                <a:latin typeface="Arial"/>
                <a:cs typeface="Arial"/>
              </a:rPr>
              <a:t>mod</a:t>
            </a:r>
            <a:r>
              <a:rPr dirty="0" sz="2900" spc="-20">
                <a:latin typeface="Arial"/>
                <a:cs typeface="Arial"/>
              </a:rPr>
              <a:t> </a:t>
            </a:r>
            <a:r>
              <a:rPr dirty="0" sz="2900" spc="-25">
                <a:latin typeface="Arial"/>
                <a:cs typeface="Arial"/>
              </a:rPr>
              <a:t>256 </a:t>
            </a:r>
            <a:r>
              <a:rPr dirty="0" sz="2900">
                <a:latin typeface="Arial"/>
                <a:cs typeface="Arial"/>
              </a:rPr>
              <a:t>swap</a:t>
            </a:r>
            <a:r>
              <a:rPr dirty="0" sz="2900" spc="-60">
                <a:latin typeface="Arial"/>
                <a:cs typeface="Arial"/>
              </a:rPr>
              <a:t> </a:t>
            </a:r>
            <a:r>
              <a:rPr dirty="0" sz="2900">
                <a:solidFill>
                  <a:srgbClr val="FF0000"/>
                </a:solidFill>
                <a:latin typeface="Arial"/>
                <a:cs typeface="Arial"/>
              </a:rPr>
              <a:t>S</a:t>
            </a:r>
            <a:r>
              <a:rPr dirty="0" sz="2900">
                <a:latin typeface="Arial"/>
                <a:cs typeface="Arial"/>
              </a:rPr>
              <a:t>[</a:t>
            </a:r>
            <a:r>
              <a:rPr dirty="0" sz="2900">
                <a:solidFill>
                  <a:srgbClr val="0533E9"/>
                </a:solidFill>
                <a:latin typeface="Arial"/>
                <a:cs typeface="Arial"/>
              </a:rPr>
              <a:t>i</a:t>
            </a:r>
            <a:r>
              <a:rPr dirty="0" sz="2900">
                <a:latin typeface="Arial"/>
                <a:cs typeface="Arial"/>
              </a:rPr>
              <a:t>]</a:t>
            </a:r>
            <a:r>
              <a:rPr dirty="0" sz="2900" spc="-55">
                <a:latin typeface="Arial"/>
                <a:cs typeface="Arial"/>
              </a:rPr>
              <a:t> </a:t>
            </a:r>
            <a:r>
              <a:rPr dirty="0" sz="2900">
                <a:latin typeface="Arial"/>
                <a:cs typeface="Arial"/>
              </a:rPr>
              <a:t>and</a:t>
            </a:r>
            <a:r>
              <a:rPr dirty="0" sz="2900" spc="-55">
                <a:latin typeface="Arial"/>
                <a:cs typeface="Arial"/>
              </a:rPr>
              <a:t> </a:t>
            </a:r>
            <a:r>
              <a:rPr dirty="0" sz="2900" spc="-20">
                <a:solidFill>
                  <a:srgbClr val="FF0000"/>
                </a:solidFill>
                <a:latin typeface="Arial"/>
                <a:cs typeface="Arial"/>
              </a:rPr>
              <a:t>S</a:t>
            </a:r>
            <a:r>
              <a:rPr dirty="0" sz="2900" spc="-20">
                <a:latin typeface="Arial"/>
                <a:cs typeface="Arial"/>
              </a:rPr>
              <a:t>[</a:t>
            </a:r>
            <a:r>
              <a:rPr dirty="0" sz="2900" spc="-20">
                <a:solidFill>
                  <a:srgbClr val="008080"/>
                </a:solidFill>
                <a:latin typeface="Arial"/>
                <a:cs typeface="Arial"/>
              </a:rPr>
              <a:t>j</a:t>
            </a:r>
            <a:r>
              <a:rPr dirty="0" sz="2900" spc="-20">
                <a:latin typeface="Arial"/>
                <a:cs typeface="Arial"/>
              </a:rPr>
              <a:t>] </a:t>
            </a:r>
            <a:r>
              <a:rPr dirty="0" sz="2900">
                <a:solidFill>
                  <a:srgbClr val="6A0000"/>
                </a:solidFill>
                <a:latin typeface="Arial"/>
                <a:cs typeface="Arial"/>
              </a:rPr>
              <a:t>t</a:t>
            </a:r>
            <a:r>
              <a:rPr dirty="0" sz="2900">
                <a:latin typeface="Arial"/>
                <a:cs typeface="Arial"/>
              </a:rPr>
              <a:t>:=(</a:t>
            </a:r>
            <a:r>
              <a:rPr dirty="0" sz="2900">
                <a:solidFill>
                  <a:srgbClr val="FF0000"/>
                </a:solidFill>
                <a:latin typeface="Arial"/>
                <a:cs typeface="Arial"/>
              </a:rPr>
              <a:t>S</a:t>
            </a:r>
            <a:r>
              <a:rPr dirty="0" sz="2900">
                <a:latin typeface="Arial"/>
                <a:cs typeface="Arial"/>
              </a:rPr>
              <a:t>[</a:t>
            </a:r>
            <a:r>
              <a:rPr dirty="0" sz="2900">
                <a:solidFill>
                  <a:srgbClr val="0533E9"/>
                </a:solidFill>
                <a:latin typeface="Arial"/>
                <a:cs typeface="Arial"/>
              </a:rPr>
              <a:t>i</a:t>
            </a:r>
            <a:r>
              <a:rPr dirty="0" sz="2900">
                <a:latin typeface="Arial"/>
                <a:cs typeface="Arial"/>
              </a:rPr>
              <a:t>]</a:t>
            </a:r>
            <a:r>
              <a:rPr dirty="0" sz="2900" spc="-30">
                <a:latin typeface="Arial"/>
                <a:cs typeface="Arial"/>
              </a:rPr>
              <a:t> </a:t>
            </a:r>
            <a:r>
              <a:rPr dirty="0" sz="2900">
                <a:latin typeface="Arial"/>
                <a:cs typeface="Arial"/>
              </a:rPr>
              <a:t>+</a:t>
            </a:r>
            <a:r>
              <a:rPr dirty="0" sz="2900" spc="-25">
                <a:latin typeface="Arial"/>
                <a:cs typeface="Arial"/>
              </a:rPr>
              <a:t> </a:t>
            </a:r>
            <a:r>
              <a:rPr dirty="0" sz="2900">
                <a:solidFill>
                  <a:srgbClr val="FF0000"/>
                </a:solidFill>
                <a:latin typeface="Arial"/>
                <a:cs typeface="Arial"/>
              </a:rPr>
              <a:t>S</a:t>
            </a:r>
            <a:r>
              <a:rPr dirty="0" sz="2900">
                <a:latin typeface="Arial"/>
                <a:cs typeface="Arial"/>
              </a:rPr>
              <a:t>[</a:t>
            </a:r>
            <a:r>
              <a:rPr dirty="0" sz="2900">
                <a:solidFill>
                  <a:srgbClr val="008080"/>
                </a:solidFill>
                <a:latin typeface="Arial"/>
                <a:cs typeface="Arial"/>
              </a:rPr>
              <a:t>j</a:t>
            </a:r>
            <a:r>
              <a:rPr dirty="0" sz="2900">
                <a:latin typeface="Arial"/>
                <a:cs typeface="Arial"/>
              </a:rPr>
              <a:t>])</a:t>
            </a:r>
            <a:r>
              <a:rPr dirty="0" sz="2900" spc="-25">
                <a:latin typeface="Arial"/>
                <a:cs typeface="Arial"/>
              </a:rPr>
              <a:t> </a:t>
            </a:r>
            <a:r>
              <a:rPr dirty="0" sz="2900">
                <a:latin typeface="Arial"/>
                <a:cs typeface="Arial"/>
              </a:rPr>
              <a:t>mod</a:t>
            </a:r>
            <a:r>
              <a:rPr dirty="0" sz="2900" spc="-25">
                <a:latin typeface="Arial"/>
                <a:cs typeface="Arial"/>
              </a:rPr>
              <a:t> 256 </a:t>
            </a:r>
            <a:r>
              <a:rPr dirty="0" sz="2900">
                <a:latin typeface="Arial"/>
                <a:cs typeface="Arial"/>
              </a:rPr>
              <a:t>output</a:t>
            </a:r>
            <a:r>
              <a:rPr dirty="0" sz="2900" spc="-10">
                <a:latin typeface="Arial"/>
                <a:cs typeface="Arial"/>
              </a:rPr>
              <a:t> </a:t>
            </a:r>
            <a:r>
              <a:rPr dirty="0" sz="2900" spc="-20">
                <a:solidFill>
                  <a:srgbClr val="FF0000"/>
                </a:solidFill>
                <a:latin typeface="Arial"/>
                <a:cs typeface="Arial"/>
              </a:rPr>
              <a:t>S</a:t>
            </a:r>
            <a:r>
              <a:rPr dirty="0" sz="2900" spc="-20">
                <a:latin typeface="Arial"/>
                <a:cs typeface="Arial"/>
              </a:rPr>
              <a:t>[</a:t>
            </a:r>
            <a:r>
              <a:rPr dirty="0" sz="2900" spc="-20">
                <a:solidFill>
                  <a:srgbClr val="6A0000"/>
                </a:solidFill>
                <a:latin typeface="Arial"/>
                <a:cs typeface="Arial"/>
              </a:rPr>
              <a:t>t</a:t>
            </a:r>
            <a:r>
              <a:rPr dirty="0" sz="2900" spc="-20">
                <a:latin typeface="Arial"/>
                <a:cs typeface="Arial"/>
              </a:rPr>
              <a:t>]</a:t>
            </a:r>
            <a:endParaRPr sz="2900">
              <a:latin typeface="Arial"/>
              <a:cs typeface="Arial"/>
            </a:endParaRPr>
          </a:p>
          <a:p>
            <a:pPr marL="7108825">
              <a:lnSpc>
                <a:spcPts val="3050"/>
              </a:lnSpc>
            </a:pPr>
            <a:r>
              <a:rPr dirty="0" sz="2900" spc="-50">
                <a:solidFill>
                  <a:srgbClr val="6A0000"/>
                </a:solidFill>
                <a:latin typeface="Arial"/>
                <a:cs typeface="Arial"/>
              </a:rPr>
              <a:t>t</a:t>
            </a:r>
            <a:endParaRPr sz="2900">
              <a:latin typeface="Arial"/>
              <a:cs typeface="Arial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2943361" y="4949809"/>
          <a:ext cx="6903720" cy="3822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81990"/>
                <a:gridCol w="681990"/>
                <a:gridCol w="680084"/>
                <a:gridCol w="681989"/>
                <a:gridCol w="681989"/>
                <a:gridCol w="681989"/>
                <a:gridCol w="680085"/>
                <a:gridCol w="681989"/>
                <a:gridCol w="681989"/>
                <a:gridCol w="680085"/>
              </a:tblGrid>
              <a:tr h="382270">
                <a:tc>
                  <a:txBody>
                    <a:bodyPr/>
                    <a:lstStyle/>
                    <a:p>
                      <a:pPr marL="146050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dirty="0" sz="1850" spc="-25">
                          <a:latin typeface="Arial"/>
                          <a:cs typeface="Arial"/>
                        </a:rPr>
                        <a:t>000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4889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6050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dirty="0" sz="1850" spc="-25">
                          <a:latin typeface="Arial"/>
                          <a:cs typeface="Arial"/>
                        </a:rPr>
                        <a:t>001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4889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4780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dirty="0" sz="1850" spc="-25">
                          <a:latin typeface="Arial"/>
                          <a:cs typeface="Arial"/>
                        </a:rPr>
                        <a:t>002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4889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6050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dirty="0" sz="1850" spc="-25">
                          <a:latin typeface="Arial"/>
                          <a:cs typeface="Arial"/>
                        </a:rPr>
                        <a:t>093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4889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6050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dirty="0" sz="1850" spc="-25">
                          <a:latin typeface="Arial"/>
                          <a:cs typeface="Arial"/>
                        </a:rPr>
                        <a:t>094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4889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4780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dirty="0" sz="1850" spc="-25">
                          <a:latin typeface="Arial"/>
                          <a:cs typeface="Arial"/>
                        </a:rPr>
                        <a:t>095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4889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6050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dirty="0" sz="1850" spc="-25">
                          <a:latin typeface="Arial"/>
                          <a:cs typeface="Arial"/>
                        </a:rPr>
                        <a:t>254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4889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4780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dirty="0" sz="1850" spc="-25">
                          <a:latin typeface="Arial"/>
                          <a:cs typeface="Arial"/>
                        </a:rPr>
                        <a:t>255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4889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/>
          <p:cNvSpPr/>
          <p:nvPr/>
        </p:nvSpPr>
        <p:spPr>
          <a:xfrm>
            <a:off x="2949933" y="5457602"/>
            <a:ext cx="681990" cy="382905"/>
          </a:xfrm>
          <a:custGeom>
            <a:avLst/>
            <a:gdLst/>
            <a:ahLst/>
            <a:cxnLst/>
            <a:rect l="l" t="t" r="r" b="b"/>
            <a:pathLst>
              <a:path w="681989" h="382904">
                <a:moveTo>
                  <a:pt x="0" y="0"/>
                </a:moveTo>
                <a:lnTo>
                  <a:pt x="681870" y="0"/>
                </a:lnTo>
                <a:lnTo>
                  <a:pt x="681870" y="382876"/>
                </a:lnTo>
                <a:lnTo>
                  <a:pt x="0" y="382876"/>
                </a:lnTo>
                <a:lnTo>
                  <a:pt x="0" y="0"/>
                </a:lnTo>
                <a:close/>
              </a:path>
            </a:pathLst>
          </a:custGeom>
          <a:ln w="131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2956506" y="5492230"/>
            <a:ext cx="611505" cy="30988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39065">
              <a:lnSpc>
                <a:spcPct val="100000"/>
              </a:lnSpc>
              <a:spcBef>
                <a:spcPts val="110"/>
              </a:spcBef>
            </a:pPr>
            <a:r>
              <a:rPr dirty="0" sz="1850" spc="-25">
                <a:latin typeface="Arial"/>
                <a:cs typeface="Arial"/>
              </a:rPr>
              <a:t>205</a:t>
            </a:r>
            <a:endParaRPr sz="185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631804" y="5457602"/>
            <a:ext cx="681990" cy="382905"/>
          </a:xfrm>
          <a:custGeom>
            <a:avLst/>
            <a:gdLst/>
            <a:ahLst/>
            <a:cxnLst/>
            <a:rect l="l" t="t" r="r" b="b"/>
            <a:pathLst>
              <a:path w="681989" h="382904">
                <a:moveTo>
                  <a:pt x="0" y="0"/>
                </a:moveTo>
                <a:lnTo>
                  <a:pt x="681870" y="0"/>
                </a:lnTo>
                <a:lnTo>
                  <a:pt x="681870" y="382876"/>
                </a:lnTo>
                <a:lnTo>
                  <a:pt x="0" y="382876"/>
                </a:lnTo>
                <a:lnTo>
                  <a:pt x="0" y="0"/>
                </a:lnTo>
                <a:close/>
              </a:path>
            </a:pathLst>
          </a:custGeom>
          <a:ln w="131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3777988" y="5527346"/>
            <a:ext cx="394970" cy="26479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055"/>
              </a:lnSpc>
            </a:pPr>
            <a:r>
              <a:rPr dirty="0" sz="1850" spc="-25">
                <a:latin typeface="Arial"/>
                <a:cs typeface="Arial"/>
              </a:rPr>
              <a:t>092</a:t>
            </a:r>
            <a:endParaRPr sz="185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313675" y="5457602"/>
            <a:ext cx="680720" cy="382905"/>
          </a:xfrm>
          <a:custGeom>
            <a:avLst/>
            <a:gdLst/>
            <a:ahLst/>
            <a:cxnLst/>
            <a:rect l="l" t="t" r="r" b="b"/>
            <a:pathLst>
              <a:path w="680720" h="382904">
                <a:moveTo>
                  <a:pt x="0" y="0"/>
                </a:moveTo>
                <a:lnTo>
                  <a:pt x="680227" y="0"/>
                </a:lnTo>
                <a:lnTo>
                  <a:pt x="680227" y="382876"/>
                </a:lnTo>
                <a:lnTo>
                  <a:pt x="0" y="382876"/>
                </a:lnTo>
                <a:lnTo>
                  <a:pt x="0" y="0"/>
                </a:lnTo>
                <a:close/>
              </a:path>
            </a:pathLst>
          </a:custGeom>
          <a:ln w="131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4305461" y="5492230"/>
            <a:ext cx="681990" cy="30988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53035">
              <a:lnSpc>
                <a:spcPct val="100000"/>
              </a:lnSpc>
              <a:spcBef>
                <a:spcPts val="110"/>
              </a:spcBef>
            </a:pPr>
            <a:r>
              <a:rPr dirty="0" sz="1850" spc="-25">
                <a:latin typeface="Arial"/>
                <a:cs typeface="Arial"/>
              </a:rPr>
              <a:t>013</a:t>
            </a:r>
            <a:endParaRPr sz="185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993903" y="5457602"/>
            <a:ext cx="681990" cy="382905"/>
          </a:xfrm>
          <a:prstGeom prst="rect">
            <a:avLst/>
          </a:prstGeom>
          <a:ln w="13145">
            <a:solidFill>
              <a:srgbClr val="000000"/>
            </a:solidFill>
          </a:ln>
        </p:spPr>
        <p:txBody>
          <a:bodyPr wrap="square" lIns="0" tIns="48895" rIns="0" bIns="0" rtlCol="0" vert="horz">
            <a:spAutoFit/>
          </a:bodyPr>
          <a:lstStyle/>
          <a:p>
            <a:pPr algn="ctr" marL="5080">
              <a:lnSpc>
                <a:spcPct val="100000"/>
              </a:lnSpc>
              <a:spcBef>
                <a:spcPts val="385"/>
              </a:spcBef>
            </a:pPr>
            <a:r>
              <a:rPr dirty="0" sz="1850" spc="-25">
                <a:latin typeface="Arial"/>
                <a:cs typeface="Arial"/>
              </a:rPr>
              <a:t>...</a:t>
            </a:r>
            <a:endParaRPr sz="185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5675774" y="5457602"/>
            <a:ext cx="681990" cy="382905"/>
          </a:xfrm>
          <a:custGeom>
            <a:avLst/>
            <a:gdLst/>
            <a:ahLst/>
            <a:cxnLst/>
            <a:rect l="l" t="t" r="r" b="b"/>
            <a:pathLst>
              <a:path w="681989" h="382904">
                <a:moveTo>
                  <a:pt x="0" y="0"/>
                </a:moveTo>
                <a:lnTo>
                  <a:pt x="681870" y="0"/>
                </a:lnTo>
                <a:lnTo>
                  <a:pt x="681870" y="382876"/>
                </a:lnTo>
                <a:lnTo>
                  <a:pt x="0" y="382876"/>
                </a:lnTo>
                <a:lnTo>
                  <a:pt x="0" y="0"/>
                </a:lnTo>
                <a:close/>
              </a:path>
            </a:pathLst>
          </a:custGeom>
          <a:ln w="131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5682346" y="5492230"/>
            <a:ext cx="650875" cy="30988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39065">
              <a:lnSpc>
                <a:spcPct val="100000"/>
              </a:lnSpc>
              <a:spcBef>
                <a:spcPts val="110"/>
              </a:spcBef>
            </a:pPr>
            <a:r>
              <a:rPr dirty="0" sz="1850" spc="-25">
                <a:latin typeface="Arial"/>
                <a:cs typeface="Arial"/>
              </a:rPr>
              <a:t>033</a:t>
            </a:r>
            <a:endParaRPr sz="185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6357645" y="5457602"/>
            <a:ext cx="681990" cy="382905"/>
          </a:xfrm>
          <a:custGeom>
            <a:avLst/>
            <a:gdLst/>
            <a:ahLst/>
            <a:cxnLst/>
            <a:rect l="l" t="t" r="r" b="b"/>
            <a:pathLst>
              <a:path w="681990" h="382904">
                <a:moveTo>
                  <a:pt x="0" y="0"/>
                </a:moveTo>
                <a:lnTo>
                  <a:pt x="681870" y="0"/>
                </a:lnTo>
                <a:lnTo>
                  <a:pt x="681870" y="382876"/>
                </a:lnTo>
                <a:lnTo>
                  <a:pt x="0" y="382876"/>
                </a:lnTo>
                <a:lnTo>
                  <a:pt x="0" y="0"/>
                </a:lnTo>
                <a:close/>
              </a:path>
            </a:pathLst>
          </a:custGeom>
          <a:ln w="131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6503830" y="5527346"/>
            <a:ext cx="394970" cy="26479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055"/>
              </a:lnSpc>
            </a:pPr>
            <a:r>
              <a:rPr dirty="0" sz="1850" spc="-25">
                <a:latin typeface="Arial"/>
                <a:cs typeface="Arial"/>
              </a:rPr>
              <a:t>162</a:t>
            </a:r>
            <a:endParaRPr sz="185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7039516" y="5457602"/>
            <a:ext cx="680720" cy="382905"/>
          </a:xfrm>
          <a:custGeom>
            <a:avLst/>
            <a:gdLst/>
            <a:ahLst/>
            <a:cxnLst/>
            <a:rect l="l" t="t" r="r" b="b"/>
            <a:pathLst>
              <a:path w="680720" h="382904">
                <a:moveTo>
                  <a:pt x="0" y="0"/>
                </a:moveTo>
                <a:lnTo>
                  <a:pt x="680227" y="0"/>
                </a:lnTo>
                <a:lnTo>
                  <a:pt x="680227" y="382876"/>
                </a:lnTo>
                <a:lnTo>
                  <a:pt x="0" y="382876"/>
                </a:lnTo>
                <a:lnTo>
                  <a:pt x="0" y="0"/>
                </a:lnTo>
                <a:close/>
              </a:path>
            </a:pathLst>
          </a:custGeom>
          <a:ln w="131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7052661" y="5492230"/>
            <a:ext cx="661035" cy="30988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32080">
              <a:lnSpc>
                <a:spcPct val="100000"/>
              </a:lnSpc>
              <a:spcBef>
                <a:spcPts val="110"/>
              </a:spcBef>
            </a:pPr>
            <a:r>
              <a:rPr dirty="0" sz="1850" spc="-25">
                <a:latin typeface="Arial"/>
                <a:cs typeface="Arial"/>
              </a:rPr>
              <a:t>079</a:t>
            </a:r>
            <a:endParaRPr sz="185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719744" y="5457602"/>
            <a:ext cx="681990" cy="382905"/>
          </a:xfrm>
          <a:prstGeom prst="rect">
            <a:avLst/>
          </a:prstGeom>
          <a:ln w="13146">
            <a:solidFill>
              <a:srgbClr val="000000"/>
            </a:solidFill>
          </a:ln>
        </p:spPr>
        <p:txBody>
          <a:bodyPr wrap="square" lIns="0" tIns="48895" rIns="0" bIns="0" rtlCol="0" vert="horz">
            <a:spAutoFit/>
          </a:bodyPr>
          <a:lstStyle/>
          <a:p>
            <a:pPr algn="ctr" marL="5080">
              <a:lnSpc>
                <a:spcPct val="100000"/>
              </a:lnSpc>
              <a:spcBef>
                <a:spcPts val="385"/>
              </a:spcBef>
            </a:pPr>
            <a:r>
              <a:rPr dirty="0" sz="1850" spc="-25">
                <a:latin typeface="Arial"/>
                <a:cs typeface="Arial"/>
              </a:rPr>
              <a:t>...</a:t>
            </a:r>
            <a:endParaRPr sz="185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401615" y="5457602"/>
            <a:ext cx="681990" cy="382905"/>
          </a:xfrm>
          <a:prstGeom prst="rect">
            <a:avLst/>
          </a:prstGeom>
          <a:ln w="13146">
            <a:solidFill>
              <a:srgbClr val="000000"/>
            </a:solidFill>
          </a:ln>
        </p:spPr>
        <p:txBody>
          <a:bodyPr wrap="square" lIns="0" tIns="48895" rIns="0" bIns="0" rtlCol="0" vert="horz">
            <a:spAutoFit/>
          </a:bodyPr>
          <a:lstStyle/>
          <a:p>
            <a:pPr marL="146050">
              <a:lnSpc>
                <a:spcPct val="100000"/>
              </a:lnSpc>
              <a:spcBef>
                <a:spcPts val="385"/>
              </a:spcBef>
            </a:pPr>
            <a:r>
              <a:rPr dirty="0" sz="1850" spc="-25">
                <a:latin typeface="Arial"/>
                <a:cs typeface="Arial"/>
              </a:rPr>
              <a:t>099</a:t>
            </a:r>
            <a:endParaRPr sz="185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9083485" y="5457602"/>
            <a:ext cx="680720" cy="382905"/>
          </a:xfrm>
          <a:prstGeom prst="rect">
            <a:avLst/>
          </a:prstGeom>
          <a:ln w="13145">
            <a:solidFill>
              <a:srgbClr val="000000"/>
            </a:solidFill>
          </a:ln>
        </p:spPr>
        <p:txBody>
          <a:bodyPr wrap="square" lIns="0" tIns="48895" rIns="0" bIns="0" rtlCol="0" vert="horz">
            <a:spAutoFit/>
          </a:bodyPr>
          <a:lstStyle/>
          <a:p>
            <a:pPr marL="144780">
              <a:lnSpc>
                <a:spcPct val="100000"/>
              </a:lnSpc>
              <a:spcBef>
                <a:spcPts val="385"/>
              </a:spcBef>
            </a:pPr>
            <a:r>
              <a:rPr dirty="0" sz="1850" spc="-25">
                <a:latin typeface="Arial"/>
                <a:cs typeface="Arial"/>
              </a:rPr>
              <a:t>143</a:t>
            </a:r>
            <a:endParaRPr sz="1850">
              <a:latin typeface="Arial"/>
              <a:cs typeface="Arial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3170104" y="6036032"/>
            <a:ext cx="166370" cy="514350"/>
            <a:chOff x="3170104" y="6036032"/>
            <a:chExt cx="166370" cy="514350"/>
          </a:xfrm>
        </p:grpSpPr>
        <p:sp>
          <p:nvSpPr>
            <p:cNvPr id="22" name="object 22"/>
            <p:cNvSpPr/>
            <p:nvPr/>
          </p:nvSpPr>
          <p:spPr>
            <a:xfrm>
              <a:off x="3176676" y="6042605"/>
              <a:ext cx="153035" cy="501650"/>
            </a:xfrm>
            <a:custGeom>
              <a:avLst/>
              <a:gdLst/>
              <a:ahLst/>
              <a:cxnLst/>
              <a:rect l="l" t="t" r="r" b="b"/>
              <a:pathLst>
                <a:path w="153035" h="501650">
                  <a:moveTo>
                    <a:pt x="76403" y="0"/>
                  </a:moveTo>
                  <a:lnTo>
                    <a:pt x="0" y="125303"/>
                  </a:lnTo>
                  <a:lnTo>
                    <a:pt x="38201" y="125303"/>
                  </a:lnTo>
                  <a:lnTo>
                    <a:pt x="38201" y="501207"/>
                  </a:lnTo>
                  <a:lnTo>
                    <a:pt x="114603" y="501207"/>
                  </a:lnTo>
                  <a:lnTo>
                    <a:pt x="114603" y="125303"/>
                  </a:lnTo>
                  <a:lnTo>
                    <a:pt x="152803" y="125303"/>
                  </a:lnTo>
                  <a:lnTo>
                    <a:pt x="76403" y="0"/>
                  </a:lnTo>
                  <a:close/>
                </a:path>
              </a:pathLst>
            </a:custGeom>
            <a:solidFill>
              <a:srgbClr val="0250E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3176676" y="6042605"/>
              <a:ext cx="153035" cy="501650"/>
            </a:xfrm>
            <a:custGeom>
              <a:avLst/>
              <a:gdLst/>
              <a:ahLst/>
              <a:cxnLst/>
              <a:rect l="l" t="t" r="r" b="b"/>
              <a:pathLst>
                <a:path w="153035" h="501650">
                  <a:moveTo>
                    <a:pt x="0" y="125302"/>
                  </a:moveTo>
                  <a:lnTo>
                    <a:pt x="76402" y="0"/>
                  </a:lnTo>
                  <a:lnTo>
                    <a:pt x="152804" y="125302"/>
                  </a:lnTo>
                  <a:lnTo>
                    <a:pt x="114603" y="125302"/>
                  </a:lnTo>
                  <a:lnTo>
                    <a:pt x="114603" y="501207"/>
                  </a:lnTo>
                  <a:lnTo>
                    <a:pt x="38200" y="501207"/>
                  </a:lnTo>
                  <a:lnTo>
                    <a:pt x="38200" y="125302"/>
                  </a:lnTo>
                  <a:lnTo>
                    <a:pt x="0" y="125302"/>
                  </a:lnTo>
                  <a:close/>
                </a:path>
              </a:pathLst>
            </a:custGeom>
            <a:ln w="13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4" name="object 24"/>
          <p:cNvGrpSpPr/>
          <p:nvPr/>
        </p:nvGrpSpPr>
        <p:grpSpPr>
          <a:xfrm>
            <a:off x="4533846" y="6369623"/>
            <a:ext cx="164465" cy="514350"/>
            <a:chOff x="4533846" y="6369623"/>
            <a:chExt cx="164465" cy="514350"/>
          </a:xfrm>
        </p:grpSpPr>
        <p:sp>
          <p:nvSpPr>
            <p:cNvPr id="25" name="object 25"/>
            <p:cNvSpPr/>
            <p:nvPr/>
          </p:nvSpPr>
          <p:spPr>
            <a:xfrm>
              <a:off x="4540418" y="6376196"/>
              <a:ext cx="151765" cy="501650"/>
            </a:xfrm>
            <a:custGeom>
              <a:avLst/>
              <a:gdLst/>
              <a:ahLst/>
              <a:cxnLst/>
              <a:rect l="l" t="t" r="r" b="b"/>
              <a:pathLst>
                <a:path w="151764" h="501650">
                  <a:moveTo>
                    <a:pt x="75580" y="0"/>
                  </a:moveTo>
                  <a:lnTo>
                    <a:pt x="0" y="125300"/>
                  </a:lnTo>
                  <a:lnTo>
                    <a:pt x="37790" y="125300"/>
                  </a:lnTo>
                  <a:lnTo>
                    <a:pt x="37790" y="501206"/>
                  </a:lnTo>
                  <a:lnTo>
                    <a:pt x="113371" y="501206"/>
                  </a:lnTo>
                  <a:lnTo>
                    <a:pt x="113371" y="125300"/>
                  </a:lnTo>
                  <a:lnTo>
                    <a:pt x="151161" y="125300"/>
                  </a:lnTo>
                  <a:lnTo>
                    <a:pt x="75580" y="0"/>
                  </a:lnTo>
                  <a:close/>
                </a:path>
              </a:pathLst>
            </a:custGeom>
            <a:solidFill>
              <a:srgbClr val="00919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4540418" y="6376195"/>
              <a:ext cx="151765" cy="501650"/>
            </a:xfrm>
            <a:custGeom>
              <a:avLst/>
              <a:gdLst/>
              <a:ahLst/>
              <a:cxnLst/>
              <a:rect l="l" t="t" r="r" b="b"/>
              <a:pathLst>
                <a:path w="151764" h="501650">
                  <a:moveTo>
                    <a:pt x="0" y="125300"/>
                  </a:moveTo>
                  <a:lnTo>
                    <a:pt x="75580" y="0"/>
                  </a:lnTo>
                  <a:lnTo>
                    <a:pt x="151161" y="125300"/>
                  </a:lnTo>
                  <a:lnTo>
                    <a:pt x="113371" y="125300"/>
                  </a:lnTo>
                  <a:lnTo>
                    <a:pt x="113371" y="501206"/>
                  </a:lnTo>
                  <a:lnTo>
                    <a:pt x="37790" y="501206"/>
                  </a:lnTo>
                  <a:lnTo>
                    <a:pt x="37790" y="125300"/>
                  </a:lnTo>
                  <a:lnTo>
                    <a:pt x="0" y="125300"/>
                  </a:lnTo>
                  <a:close/>
                </a:path>
              </a:pathLst>
            </a:custGeom>
            <a:ln w="13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/>
          <p:cNvSpPr txBox="1"/>
          <p:nvPr/>
        </p:nvSpPr>
        <p:spPr>
          <a:xfrm>
            <a:off x="2274421" y="5948724"/>
            <a:ext cx="107314" cy="10280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3399"/>
              </a:lnSpc>
              <a:spcBef>
                <a:spcPts val="100"/>
              </a:spcBef>
            </a:pPr>
            <a:r>
              <a:rPr dirty="0" sz="2900" spc="-50">
                <a:solidFill>
                  <a:srgbClr val="0533E9"/>
                </a:solidFill>
                <a:latin typeface="Arial"/>
                <a:cs typeface="Arial"/>
              </a:rPr>
              <a:t>i </a:t>
            </a:r>
            <a:r>
              <a:rPr dirty="0" sz="2900" spc="-50">
                <a:solidFill>
                  <a:srgbClr val="008080"/>
                </a:solidFill>
                <a:latin typeface="Arial"/>
                <a:cs typeface="Arial"/>
              </a:rPr>
              <a:t>j</a:t>
            </a:r>
            <a:endParaRPr sz="2900">
              <a:latin typeface="Arial"/>
              <a:cs typeface="Arial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3851974" y="6036032"/>
            <a:ext cx="2808605" cy="514350"/>
            <a:chOff x="3851974" y="6036032"/>
            <a:chExt cx="2808605" cy="514350"/>
          </a:xfrm>
        </p:grpSpPr>
        <p:sp>
          <p:nvSpPr>
            <p:cNvPr id="29" name="object 29"/>
            <p:cNvSpPr/>
            <p:nvPr/>
          </p:nvSpPr>
          <p:spPr>
            <a:xfrm>
              <a:off x="3858546" y="6042605"/>
              <a:ext cx="151765" cy="501650"/>
            </a:xfrm>
            <a:custGeom>
              <a:avLst/>
              <a:gdLst/>
              <a:ahLst/>
              <a:cxnLst/>
              <a:rect l="l" t="t" r="r" b="b"/>
              <a:pathLst>
                <a:path w="151764" h="501650">
                  <a:moveTo>
                    <a:pt x="75580" y="0"/>
                  </a:moveTo>
                  <a:lnTo>
                    <a:pt x="0" y="125303"/>
                  </a:lnTo>
                  <a:lnTo>
                    <a:pt x="37791" y="125303"/>
                  </a:lnTo>
                  <a:lnTo>
                    <a:pt x="37791" y="501207"/>
                  </a:lnTo>
                  <a:lnTo>
                    <a:pt x="113371" y="501207"/>
                  </a:lnTo>
                  <a:lnTo>
                    <a:pt x="113371" y="125303"/>
                  </a:lnTo>
                  <a:lnTo>
                    <a:pt x="151161" y="125303"/>
                  </a:lnTo>
                  <a:lnTo>
                    <a:pt x="75580" y="0"/>
                  </a:lnTo>
                  <a:close/>
                </a:path>
              </a:pathLst>
            </a:custGeom>
            <a:solidFill>
              <a:srgbClr val="0250E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3858546" y="6042605"/>
              <a:ext cx="151765" cy="501650"/>
            </a:xfrm>
            <a:custGeom>
              <a:avLst/>
              <a:gdLst/>
              <a:ahLst/>
              <a:cxnLst/>
              <a:rect l="l" t="t" r="r" b="b"/>
              <a:pathLst>
                <a:path w="151764" h="501650">
                  <a:moveTo>
                    <a:pt x="0" y="125302"/>
                  </a:moveTo>
                  <a:lnTo>
                    <a:pt x="75580" y="0"/>
                  </a:lnTo>
                  <a:lnTo>
                    <a:pt x="151161" y="125302"/>
                  </a:lnTo>
                  <a:lnTo>
                    <a:pt x="113371" y="125302"/>
                  </a:lnTo>
                  <a:lnTo>
                    <a:pt x="113371" y="501207"/>
                  </a:lnTo>
                  <a:lnTo>
                    <a:pt x="37790" y="501207"/>
                  </a:lnTo>
                  <a:lnTo>
                    <a:pt x="37790" y="125302"/>
                  </a:lnTo>
                  <a:lnTo>
                    <a:pt x="0" y="125302"/>
                  </a:lnTo>
                  <a:close/>
                </a:path>
              </a:pathLst>
            </a:custGeom>
            <a:ln w="13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4044942" y="6061174"/>
              <a:ext cx="2580640" cy="168275"/>
            </a:xfrm>
            <a:custGeom>
              <a:avLst/>
              <a:gdLst/>
              <a:ahLst/>
              <a:cxnLst/>
              <a:rect l="l" t="t" r="r" b="b"/>
              <a:pathLst>
                <a:path w="2580640" h="168275">
                  <a:moveTo>
                    <a:pt x="0" y="0"/>
                  </a:moveTo>
                  <a:lnTo>
                    <a:pt x="67462" y="32507"/>
                  </a:lnTo>
                  <a:lnTo>
                    <a:pt x="125405" y="57117"/>
                  </a:lnTo>
                  <a:lnTo>
                    <a:pt x="189699" y="80140"/>
                  </a:lnTo>
                  <a:lnTo>
                    <a:pt x="264312" y="100780"/>
                  </a:lnTo>
                  <a:lnTo>
                    <a:pt x="350830" y="119833"/>
                  </a:lnTo>
                  <a:lnTo>
                    <a:pt x="452430" y="135710"/>
                  </a:lnTo>
                  <a:lnTo>
                    <a:pt x="509581" y="142062"/>
                  </a:lnTo>
                  <a:lnTo>
                    <a:pt x="570700" y="147618"/>
                  </a:lnTo>
                  <a:lnTo>
                    <a:pt x="638962" y="152382"/>
                  </a:lnTo>
                  <a:lnTo>
                    <a:pt x="715956" y="156351"/>
                  </a:lnTo>
                  <a:lnTo>
                    <a:pt x="800887" y="160320"/>
                  </a:lnTo>
                  <a:lnTo>
                    <a:pt x="891375" y="163495"/>
                  </a:lnTo>
                  <a:lnTo>
                    <a:pt x="986625" y="165877"/>
                  </a:lnTo>
                  <a:lnTo>
                    <a:pt x="1085843" y="167464"/>
                  </a:lnTo>
                  <a:lnTo>
                    <a:pt x="1289836" y="168259"/>
                  </a:lnTo>
                  <a:lnTo>
                    <a:pt x="1493830" y="167464"/>
                  </a:lnTo>
                  <a:lnTo>
                    <a:pt x="1593050" y="165877"/>
                  </a:lnTo>
                  <a:lnTo>
                    <a:pt x="1688299" y="163495"/>
                  </a:lnTo>
                  <a:lnTo>
                    <a:pt x="1778787" y="160320"/>
                  </a:lnTo>
                  <a:lnTo>
                    <a:pt x="1863718" y="156351"/>
                  </a:lnTo>
                  <a:lnTo>
                    <a:pt x="1940712" y="152382"/>
                  </a:lnTo>
                  <a:lnTo>
                    <a:pt x="2008975" y="147618"/>
                  </a:lnTo>
                  <a:lnTo>
                    <a:pt x="2070887" y="142062"/>
                  </a:lnTo>
                  <a:lnTo>
                    <a:pt x="2127243" y="135710"/>
                  </a:lnTo>
                  <a:lnTo>
                    <a:pt x="2228843" y="119833"/>
                  </a:lnTo>
                  <a:lnTo>
                    <a:pt x="2316155" y="100780"/>
                  </a:lnTo>
                  <a:lnTo>
                    <a:pt x="2390768" y="80140"/>
                  </a:lnTo>
                  <a:lnTo>
                    <a:pt x="2455062" y="57117"/>
                  </a:lnTo>
                  <a:lnTo>
                    <a:pt x="2513005" y="32507"/>
                  </a:lnTo>
                  <a:lnTo>
                    <a:pt x="2565393" y="7898"/>
                  </a:lnTo>
                  <a:lnTo>
                    <a:pt x="2580469" y="0"/>
                  </a:lnTo>
                </a:path>
              </a:pathLst>
            </a:custGeom>
            <a:ln w="3943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4009999" y="6042875"/>
              <a:ext cx="2650490" cy="107314"/>
            </a:xfrm>
            <a:custGeom>
              <a:avLst/>
              <a:gdLst/>
              <a:ahLst/>
              <a:cxnLst/>
              <a:rect l="l" t="t" r="r" b="b"/>
              <a:pathLst>
                <a:path w="2650490" h="107314">
                  <a:moveTo>
                    <a:pt x="132245" y="2501"/>
                  </a:moveTo>
                  <a:lnTo>
                    <a:pt x="0" y="0"/>
                  </a:lnTo>
                  <a:lnTo>
                    <a:pt x="77355" y="107315"/>
                  </a:lnTo>
                  <a:lnTo>
                    <a:pt x="132245" y="2501"/>
                  </a:lnTo>
                  <a:close/>
                </a:path>
                <a:path w="2650490" h="107314">
                  <a:moveTo>
                    <a:pt x="2650337" y="0"/>
                  </a:moveTo>
                  <a:lnTo>
                    <a:pt x="2518092" y="2501"/>
                  </a:lnTo>
                  <a:lnTo>
                    <a:pt x="2572994" y="107315"/>
                  </a:lnTo>
                  <a:lnTo>
                    <a:pt x="265033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3" name="object 33"/>
          <p:cNvGrpSpPr/>
          <p:nvPr/>
        </p:nvGrpSpPr>
        <p:grpSpPr>
          <a:xfrm>
            <a:off x="6653396" y="6369623"/>
            <a:ext cx="164465" cy="514350"/>
            <a:chOff x="6653396" y="6369623"/>
            <a:chExt cx="164465" cy="514350"/>
          </a:xfrm>
        </p:grpSpPr>
        <p:sp>
          <p:nvSpPr>
            <p:cNvPr id="34" name="object 34"/>
            <p:cNvSpPr/>
            <p:nvPr/>
          </p:nvSpPr>
          <p:spPr>
            <a:xfrm>
              <a:off x="6659968" y="6376196"/>
              <a:ext cx="151765" cy="501650"/>
            </a:xfrm>
            <a:custGeom>
              <a:avLst/>
              <a:gdLst/>
              <a:ahLst/>
              <a:cxnLst/>
              <a:rect l="l" t="t" r="r" b="b"/>
              <a:pathLst>
                <a:path w="151765" h="501650">
                  <a:moveTo>
                    <a:pt x="75581" y="0"/>
                  </a:moveTo>
                  <a:lnTo>
                    <a:pt x="0" y="125300"/>
                  </a:lnTo>
                  <a:lnTo>
                    <a:pt x="37791" y="125300"/>
                  </a:lnTo>
                  <a:lnTo>
                    <a:pt x="37791" y="501206"/>
                  </a:lnTo>
                  <a:lnTo>
                    <a:pt x="113371" y="501206"/>
                  </a:lnTo>
                  <a:lnTo>
                    <a:pt x="113371" y="125300"/>
                  </a:lnTo>
                  <a:lnTo>
                    <a:pt x="151161" y="125300"/>
                  </a:lnTo>
                  <a:lnTo>
                    <a:pt x="75581" y="0"/>
                  </a:lnTo>
                  <a:close/>
                </a:path>
              </a:pathLst>
            </a:custGeom>
            <a:solidFill>
              <a:srgbClr val="00919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6659968" y="6376195"/>
              <a:ext cx="151765" cy="501650"/>
            </a:xfrm>
            <a:custGeom>
              <a:avLst/>
              <a:gdLst/>
              <a:ahLst/>
              <a:cxnLst/>
              <a:rect l="l" t="t" r="r" b="b"/>
              <a:pathLst>
                <a:path w="151765" h="501650">
                  <a:moveTo>
                    <a:pt x="0" y="125300"/>
                  </a:moveTo>
                  <a:lnTo>
                    <a:pt x="75580" y="0"/>
                  </a:lnTo>
                  <a:lnTo>
                    <a:pt x="151161" y="125300"/>
                  </a:lnTo>
                  <a:lnTo>
                    <a:pt x="113371" y="125300"/>
                  </a:lnTo>
                  <a:lnTo>
                    <a:pt x="113371" y="501206"/>
                  </a:lnTo>
                  <a:lnTo>
                    <a:pt x="37790" y="501206"/>
                  </a:lnTo>
                  <a:lnTo>
                    <a:pt x="37790" y="125300"/>
                  </a:lnTo>
                  <a:lnTo>
                    <a:pt x="0" y="125300"/>
                  </a:lnTo>
                  <a:close/>
                </a:path>
              </a:pathLst>
            </a:custGeom>
            <a:ln w="13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6" name="object 36"/>
          <p:cNvGrpSpPr/>
          <p:nvPr/>
        </p:nvGrpSpPr>
        <p:grpSpPr>
          <a:xfrm>
            <a:off x="8546205" y="6036032"/>
            <a:ext cx="393065" cy="848360"/>
            <a:chOff x="8546205" y="6036032"/>
            <a:chExt cx="393065" cy="848360"/>
          </a:xfrm>
        </p:grpSpPr>
        <p:sp>
          <p:nvSpPr>
            <p:cNvPr id="37" name="object 37"/>
            <p:cNvSpPr/>
            <p:nvPr/>
          </p:nvSpPr>
          <p:spPr>
            <a:xfrm>
              <a:off x="8552776" y="6042605"/>
              <a:ext cx="379730" cy="835025"/>
            </a:xfrm>
            <a:custGeom>
              <a:avLst/>
              <a:gdLst/>
              <a:ahLst/>
              <a:cxnLst/>
              <a:rect l="l" t="t" r="r" b="b"/>
              <a:pathLst>
                <a:path w="379729" h="835025">
                  <a:moveTo>
                    <a:pt x="284660" y="0"/>
                  </a:moveTo>
                  <a:lnTo>
                    <a:pt x="94886" y="0"/>
                  </a:lnTo>
                  <a:lnTo>
                    <a:pt x="94886" y="626099"/>
                  </a:lnTo>
                  <a:lnTo>
                    <a:pt x="0" y="626099"/>
                  </a:lnTo>
                  <a:lnTo>
                    <a:pt x="189773" y="834797"/>
                  </a:lnTo>
                  <a:lnTo>
                    <a:pt x="379547" y="626099"/>
                  </a:lnTo>
                  <a:lnTo>
                    <a:pt x="284660" y="626099"/>
                  </a:lnTo>
                  <a:lnTo>
                    <a:pt x="284660" y="0"/>
                  </a:lnTo>
                  <a:close/>
                </a:path>
              </a:pathLst>
            </a:custGeom>
            <a:solidFill>
              <a:srgbClr val="00D2A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8552777" y="6042604"/>
              <a:ext cx="379730" cy="835025"/>
            </a:xfrm>
            <a:custGeom>
              <a:avLst/>
              <a:gdLst/>
              <a:ahLst/>
              <a:cxnLst/>
              <a:rect l="l" t="t" r="r" b="b"/>
              <a:pathLst>
                <a:path w="379729" h="835025">
                  <a:moveTo>
                    <a:pt x="0" y="626099"/>
                  </a:moveTo>
                  <a:lnTo>
                    <a:pt x="94885" y="626099"/>
                  </a:lnTo>
                  <a:lnTo>
                    <a:pt x="94885" y="0"/>
                  </a:lnTo>
                  <a:lnTo>
                    <a:pt x="284660" y="0"/>
                  </a:lnTo>
                  <a:lnTo>
                    <a:pt x="284660" y="626099"/>
                  </a:lnTo>
                  <a:lnTo>
                    <a:pt x="379545" y="626099"/>
                  </a:lnTo>
                  <a:lnTo>
                    <a:pt x="189772" y="834797"/>
                  </a:lnTo>
                  <a:lnTo>
                    <a:pt x="0" y="626099"/>
                  </a:lnTo>
                  <a:close/>
                </a:path>
              </a:pathLst>
            </a:custGeom>
            <a:ln w="13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9" name="object 39"/>
          <p:cNvGrpSpPr/>
          <p:nvPr/>
        </p:nvGrpSpPr>
        <p:grpSpPr>
          <a:xfrm>
            <a:off x="3405173" y="6252710"/>
            <a:ext cx="377825" cy="79375"/>
            <a:chOff x="3405173" y="6252710"/>
            <a:chExt cx="377825" cy="79375"/>
          </a:xfrm>
        </p:grpSpPr>
        <p:sp>
          <p:nvSpPr>
            <p:cNvPr id="40" name="object 40"/>
            <p:cNvSpPr/>
            <p:nvPr/>
          </p:nvSpPr>
          <p:spPr>
            <a:xfrm>
              <a:off x="3405173" y="6292149"/>
              <a:ext cx="351790" cy="0"/>
            </a:xfrm>
            <a:custGeom>
              <a:avLst/>
              <a:gdLst/>
              <a:ahLst/>
              <a:cxnLst/>
              <a:rect l="l" t="t" r="r" b="b"/>
              <a:pathLst>
                <a:path w="351789" h="0">
                  <a:moveTo>
                    <a:pt x="0" y="0"/>
                  </a:moveTo>
                  <a:lnTo>
                    <a:pt x="351535" y="0"/>
                  </a:lnTo>
                </a:path>
              </a:pathLst>
            </a:custGeom>
            <a:ln w="131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3704130" y="6252710"/>
              <a:ext cx="79375" cy="79375"/>
            </a:xfrm>
            <a:custGeom>
              <a:avLst/>
              <a:gdLst/>
              <a:ahLst/>
              <a:cxnLst/>
              <a:rect l="l" t="t" r="r" b="b"/>
              <a:pathLst>
                <a:path w="79375" h="79375">
                  <a:moveTo>
                    <a:pt x="0" y="0"/>
                  </a:moveTo>
                  <a:lnTo>
                    <a:pt x="0" y="78878"/>
                  </a:lnTo>
                  <a:lnTo>
                    <a:pt x="78868" y="394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2" name="object 42"/>
          <p:cNvGrpSpPr/>
          <p:nvPr/>
        </p:nvGrpSpPr>
        <p:grpSpPr>
          <a:xfrm>
            <a:off x="4767247" y="6586928"/>
            <a:ext cx="1741805" cy="79375"/>
            <a:chOff x="4767247" y="6586928"/>
            <a:chExt cx="1741805" cy="79375"/>
          </a:xfrm>
        </p:grpSpPr>
        <p:sp>
          <p:nvSpPr>
            <p:cNvPr id="43" name="object 43"/>
            <p:cNvSpPr/>
            <p:nvPr/>
          </p:nvSpPr>
          <p:spPr>
            <a:xfrm>
              <a:off x="4767247" y="6626367"/>
              <a:ext cx="1715770" cy="0"/>
            </a:xfrm>
            <a:custGeom>
              <a:avLst/>
              <a:gdLst/>
              <a:ahLst/>
              <a:cxnLst/>
              <a:rect l="l" t="t" r="r" b="b"/>
              <a:pathLst>
                <a:path w="1715770" h="0">
                  <a:moveTo>
                    <a:pt x="0" y="0"/>
                  </a:moveTo>
                  <a:lnTo>
                    <a:pt x="1715198" y="0"/>
                  </a:lnTo>
                </a:path>
              </a:pathLst>
            </a:custGeom>
            <a:ln w="131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/>
            <p:cNvSpPr/>
            <p:nvPr/>
          </p:nvSpPr>
          <p:spPr>
            <a:xfrm>
              <a:off x="6429868" y="6586928"/>
              <a:ext cx="79375" cy="79375"/>
            </a:xfrm>
            <a:custGeom>
              <a:avLst/>
              <a:gdLst/>
              <a:ahLst/>
              <a:cxnLst/>
              <a:rect l="l" t="t" r="r" b="b"/>
              <a:pathLst>
                <a:path w="79375" h="79375">
                  <a:moveTo>
                    <a:pt x="0" y="0"/>
                  </a:moveTo>
                  <a:lnTo>
                    <a:pt x="0" y="78878"/>
                  </a:lnTo>
                  <a:lnTo>
                    <a:pt x="78867" y="394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5" name="object 45"/>
          <p:cNvSpPr/>
          <p:nvPr/>
        </p:nvSpPr>
        <p:spPr>
          <a:xfrm>
            <a:off x="3572654" y="5434583"/>
            <a:ext cx="709930" cy="414655"/>
          </a:xfrm>
          <a:custGeom>
            <a:avLst/>
            <a:gdLst/>
            <a:ahLst/>
            <a:cxnLst/>
            <a:rect l="l" t="t" r="r" b="b"/>
            <a:pathLst>
              <a:path w="709929" h="414654">
                <a:moveTo>
                  <a:pt x="0" y="0"/>
                </a:moveTo>
                <a:lnTo>
                  <a:pt x="709803" y="0"/>
                </a:lnTo>
                <a:lnTo>
                  <a:pt x="709803" y="414112"/>
                </a:lnTo>
                <a:lnTo>
                  <a:pt x="0" y="414112"/>
                </a:lnTo>
                <a:lnTo>
                  <a:pt x="0" y="0"/>
                </a:lnTo>
                <a:close/>
              </a:path>
            </a:pathLst>
          </a:custGeom>
          <a:ln w="9859">
            <a:solidFill>
              <a:srgbClr val="D81E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 txBox="1"/>
          <p:nvPr/>
        </p:nvSpPr>
        <p:spPr>
          <a:xfrm>
            <a:off x="3572653" y="5434583"/>
            <a:ext cx="709930" cy="414655"/>
          </a:xfrm>
          <a:prstGeom prst="rect">
            <a:avLst/>
          </a:prstGeom>
          <a:solidFill>
            <a:srgbClr val="BFBFBF"/>
          </a:solidFill>
        </p:spPr>
        <p:txBody>
          <a:bodyPr wrap="square" lIns="0" tIns="49530" rIns="0" bIns="0" rtlCol="0" vert="horz">
            <a:spAutoFit/>
          </a:bodyPr>
          <a:lstStyle/>
          <a:p>
            <a:pPr marL="94615">
              <a:lnSpc>
                <a:spcPct val="100000"/>
              </a:lnSpc>
              <a:spcBef>
                <a:spcPts val="390"/>
              </a:spcBef>
            </a:pPr>
            <a:r>
              <a:rPr dirty="0" sz="2050" spc="-25">
                <a:latin typeface="Arial"/>
                <a:cs typeface="Arial"/>
              </a:rPr>
              <a:t>162</a:t>
            </a:r>
            <a:endParaRPr sz="2050">
              <a:latin typeface="Arial"/>
              <a:cs typeface="Arial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6337928" y="5478952"/>
            <a:ext cx="709930" cy="414655"/>
          </a:xfrm>
          <a:custGeom>
            <a:avLst/>
            <a:gdLst/>
            <a:ahLst/>
            <a:cxnLst/>
            <a:rect l="l" t="t" r="r" b="b"/>
            <a:pathLst>
              <a:path w="709929" h="414654">
                <a:moveTo>
                  <a:pt x="0" y="0"/>
                </a:moveTo>
                <a:lnTo>
                  <a:pt x="709803" y="0"/>
                </a:lnTo>
                <a:lnTo>
                  <a:pt x="709803" y="414112"/>
                </a:lnTo>
                <a:lnTo>
                  <a:pt x="0" y="414112"/>
                </a:lnTo>
                <a:lnTo>
                  <a:pt x="0" y="0"/>
                </a:lnTo>
                <a:close/>
              </a:path>
            </a:pathLst>
          </a:custGeom>
          <a:ln w="9859">
            <a:solidFill>
              <a:srgbClr val="D81E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 txBox="1"/>
          <p:nvPr/>
        </p:nvSpPr>
        <p:spPr>
          <a:xfrm>
            <a:off x="6337928" y="5478953"/>
            <a:ext cx="709930" cy="414655"/>
          </a:xfrm>
          <a:prstGeom prst="rect">
            <a:avLst/>
          </a:prstGeom>
          <a:solidFill>
            <a:srgbClr val="BFBFBF"/>
          </a:solidFill>
        </p:spPr>
        <p:txBody>
          <a:bodyPr wrap="square" lIns="0" tIns="49530" rIns="0" bIns="0" rtlCol="0" vert="horz">
            <a:spAutoFit/>
          </a:bodyPr>
          <a:lstStyle/>
          <a:p>
            <a:pPr marL="94615">
              <a:lnSpc>
                <a:spcPct val="100000"/>
              </a:lnSpc>
              <a:spcBef>
                <a:spcPts val="390"/>
              </a:spcBef>
            </a:pPr>
            <a:r>
              <a:rPr dirty="0" sz="2050" spc="-25">
                <a:latin typeface="Arial"/>
                <a:cs typeface="Arial"/>
              </a:rPr>
              <a:t>92</a:t>
            </a:r>
            <a:endParaRPr sz="2050">
              <a:latin typeface="Arial"/>
              <a:cs typeface="Arial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9767675" y="6909065"/>
            <a:ext cx="273050" cy="229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680"/>
              </a:lnSpc>
            </a:pPr>
            <a:fld id="{81D60167-4931-47E6-BA6A-407CBD079E47}" type="slidenum">
              <a:rPr dirty="0" sz="1450" spc="-25">
                <a:latin typeface="Times New Roman"/>
                <a:cs typeface="Times New Roman"/>
              </a:rPr>
              <a:t>33</a:t>
            </a:fld>
            <a:endParaRPr sz="14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541673" y="775938"/>
            <a:ext cx="4090035" cy="72009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RC4:</a:t>
            </a:r>
            <a:r>
              <a:rPr dirty="0" spc="-10"/>
              <a:t> weaknesses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767675" y="6909065"/>
            <a:ext cx="273050" cy="229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680"/>
              </a:lnSpc>
            </a:pPr>
            <a:fld id="{81D60167-4931-47E6-BA6A-407CBD079E47}" type="slidenum">
              <a:rPr dirty="0" sz="1450" spc="-25">
                <a:latin typeface="Times New Roman"/>
                <a:cs typeface="Times New Roman"/>
              </a:rPr>
              <a:t>33</a:t>
            </a:fld>
            <a:endParaRPr sz="14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551919" y="1745841"/>
            <a:ext cx="8256270" cy="4644390"/>
          </a:xfrm>
          <a:prstGeom prst="rect">
            <a:avLst/>
          </a:prstGeom>
        </p:spPr>
        <p:txBody>
          <a:bodyPr wrap="square" lIns="0" tIns="109220" rIns="0" bIns="0" rtlCol="0" vert="horz">
            <a:spAutoFit/>
          </a:bodyPr>
          <a:lstStyle/>
          <a:p>
            <a:pPr marL="379730" indent="-354330">
              <a:lnSpc>
                <a:spcPct val="100000"/>
              </a:lnSpc>
              <a:spcBef>
                <a:spcPts val="860"/>
              </a:spcBef>
              <a:buChar char="•"/>
              <a:tabLst>
                <a:tab pos="379730" algn="l"/>
              </a:tabLst>
            </a:pPr>
            <a:r>
              <a:rPr dirty="0" sz="3300">
                <a:latin typeface="Times New Roman"/>
                <a:cs typeface="Times New Roman"/>
              </a:rPr>
              <a:t>often</a:t>
            </a:r>
            <a:r>
              <a:rPr dirty="0" sz="3300" spc="-10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used</a:t>
            </a:r>
            <a:r>
              <a:rPr dirty="0" sz="3300" spc="-10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with</a:t>
            </a:r>
            <a:r>
              <a:rPr dirty="0" sz="3300" spc="-10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40-bit</a:t>
            </a:r>
            <a:r>
              <a:rPr dirty="0" sz="3300" spc="-5">
                <a:latin typeface="Times New Roman"/>
                <a:cs typeface="Times New Roman"/>
              </a:rPr>
              <a:t> </a:t>
            </a:r>
            <a:r>
              <a:rPr dirty="0" sz="3300" spc="-25">
                <a:latin typeface="Times New Roman"/>
                <a:cs typeface="Times New Roman"/>
              </a:rPr>
              <a:t>key</a:t>
            </a:r>
            <a:endParaRPr sz="3300">
              <a:latin typeface="Times New Roman"/>
              <a:cs typeface="Times New Roman"/>
            </a:endParaRPr>
          </a:p>
          <a:p>
            <a:pPr lvl="1" marL="793115" indent="-294640">
              <a:lnSpc>
                <a:spcPct val="100000"/>
              </a:lnSpc>
              <a:spcBef>
                <a:spcPts val="655"/>
              </a:spcBef>
              <a:buChar char="–"/>
              <a:tabLst>
                <a:tab pos="793115" algn="l"/>
              </a:tabLst>
            </a:pPr>
            <a:r>
              <a:rPr dirty="0" sz="2900">
                <a:latin typeface="Times New Roman"/>
                <a:cs typeface="Times New Roman"/>
              </a:rPr>
              <a:t>US</a:t>
            </a:r>
            <a:r>
              <a:rPr dirty="0" sz="2900" spc="-35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export</a:t>
            </a:r>
            <a:r>
              <a:rPr dirty="0" sz="2900" spc="-35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restrictions</a:t>
            </a:r>
            <a:r>
              <a:rPr dirty="0" sz="2900" spc="-35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until</a:t>
            </a:r>
            <a:r>
              <a:rPr dirty="0" sz="2900" spc="-35">
                <a:latin typeface="Times New Roman"/>
                <a:cs typeface="Times New Roman"/>
              </a:rPr>
              <a:t> </a:t>
            </a:r>
            <a:r>
              <a:rPr dirty="0" sz="2900" spc="-10">
                <a:latin typeface="Times New Roman"/>
                <a:cs typeface="Times New Roman"/>
              </a:rPr>
              <a:t>Q4/2000</a:t>
            </a:r>
            <a:endParaRPr sz="2900">
              <a:latin typeface="Times New Roman"/>
              <a:cs typeface="Times New Roman"/>
            </a:endParaRPr>
          </a:p>
          <a:p>
            <a:pPr marL="379730" indent="-354330">
              <a:lnSpc>
                <a:spcPct val="100000"/>
              </a:lnSpc>
              <a:spcBef>
                <a:spcPts val="875"/>
              </a:spcBef>
              <a:buChar char="•"/>
              <a:tabLst>
                <a:tab pos="379730" algn="l"/>
              </a:tabLst>
            </a:pPr>
            <a:r>
              <a:rPr dirty="0" sz="3300">
                <a:latin typeface="Times New Roman"/>
                <a:cs typeface="Times New Roman"/>
              </a:rPr>
              <a:t>best</a:t>
            </a:r>
            <a:r>
              <a:rPr dirty="0" sz="3300" spc="-1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known</a:t>
            </a:r>
            <a:r>
              <a:rPr dirty="0" sz="3300" spc="-1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general</a:t>
            </a:r>
            <a:r>
              <a:rPr dirty="0" sz="3300" spc="-1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shortcut</a:t>
            </a:r>
            <a:r>
              <a:rPr dirty="0" sz="3300" spc="-1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attack:</a:t>
            </a:r>
            <a:r>
              <a:rPr dirty="0" sz="3300" spc="-10">
                <a:latin typeface="Times New Roman"/>
                <a:cs typeface="Times New Roman"/>
              </a:rPr>
              <a:t> </a:t>
            </a:r>
            <a:r>
              <a:rPr dirty="0" sz="3300" spc="-20">
                <a:latin typeface="Times New Roman"/>
                <a:cs typeface="Times New Roman"/>
              </a:rPr>
              <a:t>2</a:t>
            </a:r>
            <a:r>
              <a:rPr dirty="0" baseline="25252" sz="3300" spc="-30">
                <a:latin typeface="Times New Roman"/>
                <a:cs typeface="Times New Roman"/>
              </a:rPr>
              <a:t>241</a:t>
            </a:r>
            <a:endParaRPr baseline="25252" sz="3300">
              <a:latin typeface="Times New Roman"/>
              <a:cs typeface="Times New Roman"/>
            </a:endParaRPr>
          </a:p>
          <a:p>
            <a:pPr marL="379730" indent="-354330">
              <a:lnSpc>
                <a:spcPct val="100000"/>
              </a:lnSpc>
              <a:spcBef>
                <a:spcPts val="805"/>
              </a:spcBef>
              <a:buChar char="•"/>
              <a:tabLst>
                <a:tab pos="379730" algn="l"/>
              </a:tabLst>
            </a:pPr>
            <a:r>
              <a:rPr dirty="0" sz="3300">
                <a:latin typeface="Times New Roman"/>
                <a:cs typeface="Times New Roman"/>
              </a:rPr>
              <a:t>weak</a:t>
            </a:r>
            <a:r>
              <a:rPr dirty="0" sz="3300" spc="-20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keys</a:t>
            </a:r>
            <a:r>
              <a:rPr dirty="0" sz="3300" spc="-10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and</a:t>
            </a:r>
            <a:r>
              <a:rPr dirty="0" sz="3300" spc="-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key</a:t>
            </a:r>
            <a:r>
              <a:rPr dirty="0" sz="3300" spc="-10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setup</a:t>
            </a:r>
            <a:r>
              <a:rPr dirty="0" sz="3300" spc="-10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(shuffle</a:t>
            </a:r>
            <a:r>
              <a:rPr dirty="0" sz="3300" spc="-5">
                <a:latin typeface="Times New Roman"/>
                <a:cs typeface="Times New Roman"/>
              </a:rPr>
              <a:t> </a:t>
            </a:r>
            <a:r>
              <a:rPr dirty="0" sz="3300" spc="-10">
                <a:latin typeface="Times New Roman"/>
                <a:cs typeface="Times New Roman"/>
              </a:rPr>
              <a:t>theory)</a:t>
            </a:r>
            <a:endParaRPr sz="3300">
              <a:latin typeface="Times New Roman"/>
              <a:cs typeface="Times New Roman"/>
            </a:endParaRPr>
          </a:p>
          <a:p>
            <a:pPr marL="379730" indent="-354330">
              <a:lnSpc>
                <a:spcPct val="100000"/>
              </a:lnSpc>
              <a:spcBef>
                <a:spcPts val="800"/>
              </a:spcBef>
              <a:buChar char="•"/>
              <a:tabLst>
                <a:tab pos="379730" algn="l"/>
              </a:tabLst>
            </a:pPr>
            <a:r>
              <a:rPr dirty="0" sz="3300">
                <a:latin typeface="Times New Roman"/>
                <a:cs typeface="Times New Roman"/>
              </a:rPr>
              <a:t>some</a:t>
            </a:r>
            <a:r>
              <a:rPr dirty="0" sz="3300" spc="-2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statistical</a:t>
            </a:r>
            <a:r>
              <a:rPr dirty="0" sz="3300" spc="-20">
                <a:latin typeface="Times New Roman"/>
                <a:cs typeface="Times New Roman"/>
              </a:rPr>
              <a:t> </a:t>
            </a:r>
            <a:r>
              <a:rPr dirty="0" sz="3300" spc="-10">
                <a:latin typeface="Times New Roman"/>
                <a:cs typeface="Times New Roman"/>
              </a:rPr>
              <a:t>deviations</a:t>
            </a:r>
            <a:endParaRPr sz="3300">
              <a:latin typeface="Times New Roman"/>
              <a:cs typeface="Times New Roman"/>
            </a:endParaRPr>
          </a:p>
          <a:p>
            <a:pPr lvl="1" marL="793115" indent="-294640">
              <a:lnSpc>
                <a:spcPct val="100000"/>
              </a:lnSpc>
              <a:spcBef>
                <a:spcPts val="690"/>
              </a:spcBef>
              <a:buChar char="–"/>
              <a:tabLst>
                <a:tab pos="793115" algn="l"/>
              </a:tabLst>
            </a:pPr>
            <a:r>
              <a:rPr dirty="0" sz="2900">
                <a:latin typeface="Times New Roman"/>
                <a:cs typeface="Times New Roman"/>
              </a:rPr>
              <a:t>e.g.,</a:t>
            </a:r>
            <a:r>
              <a:rPr dirty="0" sz="2900" spc="-35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2nd</a:t>
            </a:r>
            <a:r>
              <a:rPr dirty="0" sz="2900" spc="-30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output</a:t>
            </a:r>
            <a:r>
              <a:rPr dirty="0" sz="2900" spc="-30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byte</a:t>
            </a:r>
            <a:r>
              <a:rPr dirty="0" sz="2900" spc="-30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is</a:t>
            </a:r>
            <a:r>
              <a:rPr dirty="0" sz="2900" spc="-30">
                <a:latin typeface="Times New Roman"/>
                <a:cs typeface="Times New Roman"/>
              </a:rPr>
              <a:t> </a:t>
            </a:r>
            <a:r>
              <a:rPr dirty="0" sz="2900" spc="-10">
                <a:latin typeface="Times New Roman"/>
                <a:cs typeface="Times New Roman"/>
              </a:rPr>
              <a:t>biased</a:t>
            </a:r>
            <a:endParaRPr sz="2900">
              <a:latin typeface="Times New Roman"/>
              <a:cs typeface="Times New Roman"/>
            </a:endParaRPr>
          </a:p>
          <a:p>
            <a:pPr lvl="1" marL="793115" indent="-294640">
              <a:lnSpc>
                <a:spcPct val="100000"/>
              </a:lnSpc>
              <a:spcBef>
                <a:spcPts val="660"/>
              </a:spcBef>
              <a:buChar char="–"/>
              <a:tabLst>
                <a:tab pos="793115" algn="l"/>
              </a:tabLst>
            </a:pPr>
            <a:r>
              <a:rPr dirty="0" sz="2900">
                <a:latin typeface="Times New Roman"/>
                <a:cs typeface="Times New Roman"/>
              </a:rPr>
              <a:t>solution:</a:t>
            </a:r>
            <a:r>
              <a:rPr dirty="0" sz="2900" spc="-25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drop</a:t>
            </a:r>
            <a:r>
              <a:rPr dirty="0" sz="2900" spc="-20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first</a:t>
            </a:r>
            <a:r>
              <a:rPr dirty="0" sz="2900" spc="-20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256</a:t>
            </a:r>
            <a:r>
              <a:rPr dirty="0" sz="2900" spc="-20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bytes</a:t>
            </a:r>
            <a:r>
              <a:rPr dirty="0" sz="2900" spc="-20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of</a:t>
            </a:r>
            <a:r>
              <a:rPr dirty="0" sz="2900" spc="-20">
                <a:latin typeface="Times New Roman"/>
                <a:cs typeface="Times New Roman"/>
              </a:rPr>
              <a:t> </a:t>
            </a:r>
            <a:r>
              <a:rPr dirty="0" sz="2900" spc="-10">
                <a:latin typeface="Times New Roman"/>
                <a:cs typeface="Times New Roman"/>
              </a:rPr>
              <a:t>output</a:t>
            </a:r>
            <a:endParaRPr sz="2900">
              <a:latin typeface="Times New Roman"/>
              <a:cs typeface="Times New Roman"/>
            </a:endParaRPr>
          </a:p>
          <a:p>
            <a:pPr marL="379730" indent="-354330">
              <a:lnSpc>
                <a:spcPct val="100000"/>
              </a:lnSpc>
              <a:spcBef>
                <a:spcPts val="875"/>
              </a:spcBef>
              <a:buChar char="•"/>
              <a:tabLst>
                <a:tab pos="379730" algn="l"/>
              </a:tabLst>
            </a:pPr>
            <a:r>
              <a:rPr dirty="0" sz="3300">
                <a:latin typeface="Times New Roman"/>
                <a:cs typeface="Times New Roman"/>
              </a:rPr>
              <a:t>problem</a:t>
            </a:r>
            <a:r>
              <a:rPr dirty="0" sz="3300" spc="-30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with</a:t>
            </a:r>
            <a:r>
              <a:rPr dirty="0" sz="3300" spc="-1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resynchronization</a:t>
            </a:r>
            <a:r>
              <a:rPr dirty="0" sz="3300" spc="-1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modes</a:t>
            </a:r>
            <a:r>
              <a:rPr dirty="0" sz="3300" spc="-15">
                <a:latin typeface="Times New Roman"/>
                <a:cs typeface="Times New Roman"/>
              </a:rPr>
              <a:t> </a:t>
            </a:r>
            <a:r>
              <a:rPr dirty="0" sz="3300" spc="-10">
                <a:latin typeface="Times New Roman"/>
                <a:cs typeface="Times New Roman"/>
              </a:rPr>
              <a:t>(WEP)</a:t>
            </a:r>
            <a:endParaRPr sz="33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04924" rIns="0" bIns="0" rtlCol="0" vert="horz">
            <a:spAutoFit/>
          </a:bodyPr>
          <a:lstStyle/>
          <a:p>
            <a:pPr marL="3167380">
              <a:lnSpc>
                <a:spcPct val="100000"/>
              </a:lnSpc>
              <a:spcBef>
                <a:spcPts val="105"/>
              </a:spcBef>
            </a:pPr>
            <a:r>
              <a:rPr dirty="0"/>
              <a:t>Block</a:t>
            </a:r>
            <a:r>
              <a:rPr dirty="0" spc="-55"/>
              <a:t> </a:t>
            </a:r>
            <a:r>
              <a:rPr dirty="0" spc="-10"/>
              <a:t>cipher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083273" y="6751308"/>
            <a:ext cx="209550" cy="229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80"/>
              </a:lnSpc>
            </a:pPr>
            <a:r>
              <a:rPr dirty="0" sz="1450" spc="-25">
                <a:latin typeface="Times New Roman"/>
                <a:cs typeface="Times New Roman"/>
              </a:rPr>
              <a:t>35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618086" y="1998554"/>
            <a:ext cx="7544434" cy="4289425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marL="392430" marR="30480" indent="-354965">
              <a:lnSpc>
                <a:spcPts val="3929"/>
              </a:lnSpc>
              <a:spcBef>
                <a:spcPts val="265"/>
              </a:spcBef>
              <a:buChar char="•"/>
              <a:tabLst>
                <a:tab pos="392430" algn="l"/>
              </a:tabLst>
            </a:pPr>
            <a:r>
              <a:rPr dirty="0" sz="3300">
                <a:latin typeface="Times New Roman"/>
                <a:cs typeface="Times New Roman"/>
              </a:rPr>
              <a:t>large</a:t>
            </a:r>
            <a:r>
              <a:rPr dirty="0" sz="3300" spc="-1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table:</a:t>
            </a:r>
            <a:r>
              <a:rPr dirty="0" sz="3300" spc="-1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list</a:t>
            </a:r>
            <a:r>
              <a:rPr dirty="0" sz="3300" spc="-1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n-bit</a:t>
            </a:r>
            <a:r>
              <a:rPr dirty="0" sz="3300" spc="-1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ciphertext</a:t>
            </a:r>
            <a:r>
              <a:rPr dirty="0" sz="3300" spc="-1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for</a:t>
            </a:r>
            <a:r>
              <a:rPr dirty="0" sz="3300" spc="-1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each</a:t>
            </a:r>
            <a:r>
              <a:rPr dirty="0" sz="3300" spc="-15">
                <a:latin typeface="Times New Roman"/>
                <a:cs typeface="Times New Roman"/>
              </a:rPr>
              <a:t> </a:t>
            </a:r>
            <a:r>
              <a:rPr dirty="0" sz="3300" spc="-25">
                <a:latin typeface="Times New Roman"/>
                <a:cs typeface="Times New Roman"/>
              </a:rPr>
              <a:t>n-</a:t>
            </a:r>
            <a:r>
              <a:rPr dirty="0" sz="3300">
                <a:latin typeface="Times New Roman"/>
                <a:cs typeface="Times New Roman"/>
              </a:rPr>
              <a:t>bit</a:t>
            </a:r>
            <a:r>
              <a:rPr dirty="0" sz="3300" spc="-5">
                <a:latin typeface="Times New Roman"/>
                <a:cs typeface="Times New Roman"/>
              </a:rPr>
              <a:t> </a:t>
            </a:r>
            <a:r>
              <a:rPr dirty="0" sz="3300" spc="-10">
                <a:latin typeface="Times New Roman"/>
                <a:cs typeface="Times New Roman"/>
              </a:rPr>
              <a:t>plaintext</a:t>
            </a:r>
            <a:endParaRPr sz="3300">
              <a:latin typeface="Times New Roman"/>
              <a:cs typeface="Times New Roman"/>
            </a:endParaRPr>
          </a:p>
          <a:p>
            <a:pPr lvl="1" marL="805815" indent="-294640">
              <a:lnSpc>
                <a:spcPct val="100000"/>
              </a:lnSpc>
              <a:spcBef>
                <a:spcPts val="640"/>
              </a:spcBef>
              <a:buChar char="–"/>
              <a:tabLst>
                <a:tab pos="805815" algn="l"/>
              </a:tabLst>
            </a:pPr>
            <a:r>
              <a:rPr dirty="0" sz="2900">
                <a:latin typeface="Times New Roman"/>
                <a:cs typeface="Times New Roman"/>
              </a:rPr>
              <a:t>if</a:t>
            </a:r>
            <a:r>
              <a:rPr dirty="0" sz="2900" spc="-30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n</a:t>
            </a:r>
            <a:r>
              <a:rPr dirty="0" sz="2900" spc="-25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is</a:t>
            </a:r>
            <a:r>
              <a:rPr dirty="0" sz="2900" spc="-25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large:</a:t>
            </a:r>
            <a:r>
              <a:rPr dirty="0" sz="2900" spc="-25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very</a:t>
            </a:r>
            <a:r>
              <a:rPr dirty="0" sz="2900" spc="-25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secure</a:t>
            </a:r>
            <a:r>
              <a:rPr dirty="0" sz="2900" spc="-25">
                <a:latin typeface="Times New Roman"/>
                <a:cs typeface="Times New Roman"/>
              </a:rPr>
              <a:t> </a:t>
            </a:r>
            <a:r>
              <a:rPr dirty="0" sz="2900" spc="-10">
                <a:latin typeface="Times New Roman"/>
                <a:cs typeface="Times New Roman"/>
              </a:rPr>
              <a:t>(codebook)</a:t>
            </a:r>
            <a:endParaRPr sz="2900">
              <a:latin typeface="Times New Roman"/>
              <a:cs typeface="Times New Roman"/>
            </a:endParaRPr>
          </a:p>
          <a:p>
            <a:pPr lvl="1" marL="805815" indent="-294640">
              <a:lnSpc>
                <a:spcPct val="100000"/>
              </a:lnSpc>
              <a:spcBef>
                <a:spcPts val="660"/>
              </a:spcBef>
              <a:buChar char="–"/>
              <a:tabLst>
                <a:tab pos="805815" algn="l"/>
              </a:tabLst>
            </a:pPr>
            <a:r>
              <a:rPr dirty="0" sz="2900">
                <a:latin typeface="Times New Roman"/>
                <a:cs typeface="Times New Roman"/>
              </a:rPr>
              <a:t>but</a:t>
            </a:r>
            <a:r>
              <a:rPr dirty="0" sz="2900" spc="-20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for</a:t>
            </a:r>
            <a:r>
              <a:rPr dirty="0" sz="2900" spc="-20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an</a:t>
            </a:r>
            <a:r>
              <a:rPr dirty="0" sz="2900" spc="-20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n-bit</a:t>
            </a:r>
            <a:r>
              <a:rPr dirty="0" sz="2900" spc="-20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block:</a:t>
            </a:r>
            <a:r>
              <a:rPr dirty="0" sz="2900" spc="-20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2</a:t>
            </a:r>
            <a:r>
              <a:rPr dirty="0" baseline="24853" sz="2850">
                <a:latin typeface="Times New Roman"/>
                <a:cs typeface="Times New Roman"/>
              </a:rPr>
              <a:t>n</a:t>
            </a:r>
            <a:r>
              <a:rPr dirty="0" baseline="24853" sz="2850" spc="352">
                <a:latin typeface="Times New Roman"/>
                <a:cs typeface="Times New Roman"/>
              </a:rPr>
              <a:t> </a:t>
            </a:r>
            <a:r>
              <a:rPr dirty="0" sz="2900" spc="-10">
                <a:latin typeface="Times New Roman"/>
                <a:cs typeface="Times New Roman"/>
              </a:rPr>
              <a:t>values</a:t>
            </a:r>
            <a:endParaRPr sz="2900">
              <a:latin typeface="Times New Roman"/>
              <a:cs typeface="Times New Roman"/>
            </a:endParaRPr>
          </a:p>
          <a:p>
            <a:pPr lvl="1" marL="805815" indent="-294640">
              <a:lnSpc>
                <a:spcPct val="100000"/>
              </a:lnSpc>
              <a:spcBef>
                <a:spcPts val="660"/>
              </a:spcBef>
              <a:buChar char="–"/>
              <a:tabLst>
                <a:tab pos="805815" algn="l"/>
              </a:tabLst>
            </a:pPr>
            <a:r>
              <a:rPr dirty="0" sz="2900">
                <a:latin typeface="Times New Roman"/>
                <a:cs typeface="Times New Roman"/>
              </a:rPr>
              <a:t>impractical</a:t>
            </a:r>
            <a:r>
              <a:rPr dirty="0" sz="2900" spc="-30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if</a:t>
            </a:r>
            <a:r>
              <a:rPr dirty="0" sz="2900" spc="-30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n</a:t>
            </a:r>
            <a:r>
              <a:rPr dirty="0" sz="2900" spc="-30">
                <a:latin typeface="Times New Roman"/>
                <a:cs typeface="Times New Roman"/>
              </a:rPr>
              <a:t> </a:t>
            </a:r>
            <a:r>
              <a:rPr dirty="0" sz="2900">
                <a:latin typeface="Symbol"/>
                <a:cs typeface="Symbol"/>
              </a:rPr>
              <a:t></a:t>
            </a:r>
            <a:r>
              <a:rPr dirty="0" sz="2900" spc="-30">
                <a:latin typeface="Times New Roman"/>
                <a:cs typeface="Times New Roman"/>
              </a:rPr>
              <a:t> </a:t>
            </a:r>
            <a:r>
              <a:rPr dirty="0" sz="2900" spc="-25">
                <a:latin typeface="Times New Roman"/>
                <a:cs typeface="Times New Roman"/>
              </a:rPr>
              <a:t>32</a:t>
            </a:r>
            <a:endParaRPr sz="2900">
              <a:latin typeface="Times New Roman"/>
              <a:cs typeface="Times New Roman"/>
            </a:endParaRPr>
          </a:p>
          <a:p>
            <a:pPr marL="392430" indent="-354330">
              <a:lnSpc>
                <a:spcPct val="100000"/>
              </a:lnSpc>
              <a:spcBef>
                <a:spcPts val="875"/>
              </a:spcBef>
              <a:buChar char="•"/>
              <a:tabLst>
                <a:tab pos="392430" algn="l"/>
              </a:tabLst>
            </a:pPr>
            <a:r>
              <a:rPr dirty="0" sz="3300">
                <a:latin typeface="Times New Roman"/>
                <a:cs typeface="Times New Roman"/>
              </a:rPr>
              <a:t>alternative</a:t>
            </a:r>
            <a:r>
              <a:rPr dirty="0" sz="3300" spc="-10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n</a:t>
            </a:r>
            <a:r>
              <a:rPr dirty="0" sz="3300" spc="-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=</a:t>
            </a:r>
            <a:r>
              <a:rPr dirty="0" sz="3300" spc="-10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64</a:t>
            </a:r>
            <a:r>
              <a:rPr dirty="0" sz="3300" spc="-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or</a:t>
            </a:r>
            <a:r>
              <a:rPr dirty="0" sz="3300" spc="-5">
                <a:latin typeface="Times New Roman"/>
                <a:cs typeface="Times New Roman"/>
              </a:rPr>
              <a:t> </a:t>
            </a:r>
            <a:r>
              <a:rPr dirty="0" sz="3300" spc="-25">
                <a:latin typeface="Times New Roman"/>
                <a:cs typeface="Times New Roman"/>
              </a:rPr>
              <a:t>128</a:t>
            </a:r>
            <a:endParaRPr sz="3300">
              <a:latin typeface="Times New Roman"/>
              <a:cs typeface="Times New Roman"/>
            </a:endParaRPr>
          </a:p>
          <a:p>
            <a:pPr lvl="1" marL="805815" indent="-294640">
              <a:lnSpc>
                <a:spcPct val="100000"/>
              </a:lnSpc>
              <a:spcBef>
                <a:spcPts val="690"/>
              </a:spcBef>
              <a:buChar char="–"/>
              <a:tabLst>
                <a:tab pos="805815" algn="l"/>
              </a:tabLst>
            </a:pPr>
            <a:r>
              <a:rPr dirty="0" sz="2900">
                <a:latin typeface="Times New Roman"/>
                <a:cs typeface="Times New Roman"/>
              </a:rPr>
              <a:t>simplify</a:t>
            </a:r>
            <a:r>
              <a:rPr dirty="0" sz="2900" spc="-35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the</a:t>
            </a:r>
            <a:r>
              <a:rPr dirty="0" sz="2900" spc="-30">
                <a:latin typeface="Times New Roman"/>
                <a:cs typeface="Times New Roman"/>
              </a:rPr>
              <a:t> </a:t>
            </a:r>
            <a:r>
              <a:rPr dirty="0" sz="2900" spc="-10">
                <a:latin typeface="Times New Roman"/>
                <a:cs typeface="Times New Roman"/>
              </a:rPr>
              <a:t>implementation</a:t>
            </a:r>
            <a:endParaRPr sz="2900">
              <a:latin typeface="Times New Roman"/>
              <a:cs typeface="Times New Roman"/>
            </a:endParaRPr>
          </a:p>
          <a:p>
            <a:pPr lvl="1" marL="805815" indent="-294640">
              <a:lnSpc>
                <a:spcPct val="100000"/>
              </a:lnSpc>
              <a:spcBef>
                <a:spcPts val="660"/>
              </a:spcBef>
              <a:buChar char="–"/>
              <a:tabLst>
                <a:tab pos="805815" algn="l"/>
              </a:tabLst>
            </a:pPr>
            <a:r>
              <a:rPr dirty="0" sz="2900">
                <a:latin typeface="Times New Roman"/>
                <a:cs typeface="Times New Roman"/>
              </a:rPr>
              <a:t>repeat</a:t>
            </a:r>
            <a:r>
              <a:rPr dirty="0" sz="2900" spc="-60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many</a:t>
            </a:r>
            <a:r>
              <a:rPr dirty="0" sz="2900" spc="-50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simple</a:t>
            </a:r>
            <a:r>
              <a:rPr dirty="0" sz="2900" spc="-50">
                <a:latin typeface="Times New Roman"/>
                <a:cs typeface="Times New Roman"/>
              </a:rPr>
              <a:t> </a:t>
            </a:r>
            <a:r>
              <a:rPr dirty="0" sz="2900" spc="-10">
                <a:latin typeface="Times New Roman"/>
                <a:cs typeface="Times New Roman"/>
              </a:rPr>
              <a:t>operations</a:t>
            </a:r>
            <a:endParaRPr sz="29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244868" y="568881"/>
            <a:ext cx="3816350" cy="72009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Block</a:t>
            </a:r>
            <a:r>
              <a:rPr dirty="0" spc="-45"/>
              <a:t> </a:t>
            </a:r>
            <a:r>
              <a:rPr dirty="0"/>
              <a:t>cipher</a:t>
            </a:r>
            <a:r>
              <a:rPr dirty="0" spc="-45"/>
              <a:t> </a:t>
            </a:r>
            <a:r>
              <a:rPr dirty="0" spc="-25"/>
              <a:t>(2)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952382" y="5182618"/>
            <a:ext cx="4717415" cy="1177290"/>
          </a:xfrm>
          <a:prstGeom prst="rect">
            <a:avLst/>
          </a:prstGeom>
        </p:spPr>
        <p:txBody>
          <a:bodyPr wrap="square" lIns="0" tIns="146685" rIns="0" bIns="0" rtlCol="0" vert="horz">
            <a:spAutoFit/>
          </a:bodyPr>
          <a:lstStyle/>
          <a:p>
            <a:pPr marL="232410" indent="-219710">
              <a:lnSpc>
                <a:spcPct val="100000"/>
              </a:lnSpc>
              <a:spcBef>
                <a:spcPts val="1155"/>
              </a:spcBef>
              <a:buChar char="•"/>
              <a:tabLst>
                <a:tab pos="232410" algn="l"/>
              </a:tabLst>
            </a:pPr>
            <a:r>
              <a:rPr dirty="0" sz="2900">
                <a:latin typeface="Times New Roman"/>
                <a:cs typeface="Times New Roman"/>
              </a:rPr>
              <a:t>larger</a:t>
            </a:r>
            <a:r>
              <a:rPr dirty="0" sz="2900" spc="-75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data</a:t>
            </a:r>
            <a:r>
              <a:rPr dirty="0" sz="2900" spc="-75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units:</a:t>
            </a:r>
            <a:r>
              <a:rPr dirty="0" sz="2900" spc="-70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64…128</a:t>
            </a:r>
            <a:r>
              <a:rPr dirty="0" sz="2900" spc="-75">
                <a:latin typeface="Times New Roman"/>
                <a:cs typeface="Times New Roman"/>
              </a:rPr>
              <a:t> </a:t>
            </a:r>
            <a:r>
              <a:rPr dirty="0" sz="2900" spc="-20">
                <a:latin typeface="Times New Roman"/>
                <a:cs typeface="Times New Roman"/>
              </a:rPr>
              <a:t>bits</a:t>
            </a:r>
            <a:endParaRPr sz="2900">
              <a:latin typeface="Times New Roman"/>
              <a:cs typeface="Times New Roman"/>
            </a:endParaRPr>
          </a:p>
          <a:p>
            <a:pPr marL="232410" indent="-219710">
              <a:lnSpc>
                <a:spcPct val="100000"/>
              </a:lnSpc>
              <a:spcBef>
                <a:spcPts val="1050"/>
              </a:spcBef>
              <a:buChar char="•"/>
              <a:tabLst>
                <a:tab pos="232410" algn="l"/>
              </a:tabLst>
            </a:pPr>
            <a:r>
              <a:rPr dirty="0" sz="2900" spc="-10">
                <a:latin typeface="Times New Roman"/>
                <a:cs typeface="Times New Roman"/>
              </a:rPr>
              <a:t>memoryless</a:t>
            </a:r>
            <a:endParaRPr sz="29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952382" y="6470968"/>
            <a:ext cx="6695440" cy="46735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32410" indent="-219710">
              <a:lnSpc>
                <a:spcPct val="100000"/>
              </a:lnSpc>
              <a:spcBef>
                <a:spcPts val="95"/>
              </a:spcBef>
              <a:buChar char="•"/>
              <a:tabLst>
                <a:tab pos="232410" algn="l"/>
              </a:tabLst>
            </a:pPr>
            <a:r>
              <a:rPr dirty="0" sz="2900">
                <a:latin typeface="Times New Roman"/>
                <a:cs typeface="Times New Roman"/>
              </a:rPr>
              <a:t>repeat</a:t>
            </a:r>
            <a:r>
              <a:rPr dirty="0" sz="2900" spc="-55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simple</a:t>
            </a:r>
            <a:r>
              <a:rPr dirty="0" sz="2900" spc="-50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operation</a:t>
            </a:r>
            <a:r>
              <a:rPr dirty="0" sz="2900" spc="-50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(round)</a:t>
            </a:r>
            <a:r>
              <a:rPr dirty="0" sz="2900" spc="-50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many</a:t>
            </a:r>
            <a:r>
              <a:rPr dirty="0" sz="2900" spc="-50">
                <a:latin typeface="Times New Roman"/>
                <a:cs typeface="Times New Roman"/>
              </a:rPr>
              <a:t> </a:t>
            </a:r>
            <a:r>
              <a:rPr dirty="0" sz="2900" spc="-10">
                <a:latin typeface="Times New Roman"/>
                <a:cs typeface="Times New Roman"/>
              </a:rPr>
              <a:t>times</a:t>
            </a:r>
            <a:endParaRPr sz="2900">
              <a:latin typeface="Times New Roman"/>
              <a:cs typeface="Times New Roman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231520" y="2240097"/>
            <a:ext cx="730250" cy="1083945"/>
            <a:chOff x="1231520" y="2240097"/>
            <a:chExt cx="730250" cy="1083945"/>
          </a:xfrm>
        </p:grpSpPr>
        <p:sp>
          <p:nvSpPr>
            <p:cNvPr id="6" name="object 6"/>
            <p:cNvSpPr/>
            <p:nvPr/>
          </p:nvSpPr>
          <p:spPr>
            <a:xfrm>
              <a:off x="1338910" y="3119991"/>
              <a:ext cx="616585" cy="197485"/>
            </a:xfrm>
            <a:custGeom>
              <a:avLst/>
              <a:gdLst/>
              <a:ahLst/>
              <a:cxnLst/>
              <a:rect l="l" t="t" r="r" b="b"/>
              <a:pathLst>
                <a:path w="616585" h="197485">
                  <a:moveTo>
                    <a:pt x="462112" y="0"/>
                  </a:moveTo>
                  <a:lnTo>
                    <a:pt x="462112" y="49298"/>
                  </a:lnTo>
                  <a:lnTo>
                    <a:pt x="0" y="49298"/>
                  </a:lnTo>
                  <a:lnTo>
                    <a:pt x="0" y="147897"/>
                  </a:lnTo>
                  <a:lnTo>
                    <a:pt x="462112" y="147897"/>
                  </a:lnTo>
                  <a:lnTo>
                    <a:pt x="462112" y="197196"/>
                  </a:lnTo>
                  <a:lnTo>
                    <a:pt x="616149" y="98598"/>
                  </a:lnTo>
                  <a:lnTo>
                    <a:pt x="462112" y="0"/>
                  </a:lnTo>
                  <a:close/>
                </a:path>
              </a:pathLst>
            </a:custGeom>
            <a:solidFill>
              <a:srgbClr val="FF26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338910" y="3119991"/>
              <a:ext cx="616585" cy="197485"/>
            </a:xfrm>
            <a:custGeom>
              <a:avLst/>
              <a:gdLst/>
              <a:ahLst/>
              <a:cxnLst/>
              <a:rect l="l" t="t" r="r" b="b"/>
              <a:pathLst>
                <a:path w="616585" h="197485">
                  <a:moveTo>
                    <a:pt x="462111" y="197195"/>
                  </a:moveTo>
                  <a:lnTo>
                    <a:pt x="616149" y="98597"/>
                  </a:lnTo>
                  <a:lnTo>
                    <a:pt x="462111" y="0"/>
                  </a:lnTo>
                  <a:lnTo>
                    <a:pt x="462111" y="49299"/>
                  </a:lnTo>
                  <a:lnTo>
                    <a:pt x="0" y="49299"/>
                  </a:lnTo>
                  <a:lnTo>
                    <a:pt x="0" y="147897"/>
                  </a:lnTo>
                  <a:lnTo>
                    <a:pt x="462111" y="147897"/>
                  </a:lnTo>
                  <a:lnTo>
                    <a:pt x="462111" y="197195"/>
                  </a:lnTo>
                  <a:close/>
                </a:path>
              </a:pathLst>
            </a:custGeom>
            <a:ln w="13146">
              <a:solidFill>
                <a:srgbClr val="FF26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1231520" y="2240097"/>
              <a:ext cx="404495" cy="860425"/>
            </a:xfrm>
            <a:custGeom>
              <a:avLst/>
              <a:gdLst/>
              <a:ahLst/>
              <a:cxnLst/>
              <a:rect l="l" t="t" r="r" b="b"/>
              <a:pathLst>
                <a:path w="404494" h="860425">
                  <a:moveTo>
                    <a:pt x="220450" y="860248"/>
                  </a:moveTo>
                  <a:lnTo>
                    <a:pt x="151677" y="796774"/>
                  </a:lnTo>
                  <a:lnTo>
                    <a:pt x="176172" y="778713"/>
                  </a:lnTo>
                  <a:lnTo>
                    <a:pt x="176172" y="757555"/>
                  </a:lnTo>
                  <a:lnTo>
                    <a:pt x="151677" y="738461"/>
                  </a:lnTo>
                  <a:lnTo>
                    <a:pt x="176172" y="721948"/>
                  </a:lnTo>
                  <a:lnTo>
                    <a:pt x="172403" y="715239"/>
                  </a:lnTo>
                  <a:lnTo>
                    <a:pt x="151206" y="700274"/>
                  </a:lnTo>
                  <a:lnTo>
                    <a:pt x="147438" y="652798"/>
                  </a:lnTo>
                  <a:lnTo>
                    <a:pt x="144611" y="648153"/>
                  </a:lnTo>
                  <a:lnTo>
                    <a:pt x="176643" y="620803"/>
                  </a:lnTo>
                  <a:lnTo>
                    <a:pt x="176643" y="597065"/>
                  </a:lnTo>
                  <a:lnTo>
                    <a:pt x="151206" y="569198"/>
                  </a:lnTo>
                  <a:lnTo>
                    <a:pt x="176172" y="544428"/>
                  </a:lnTo>
                  <a:lnTo>
                    <a:pt x="176172" y="519658"/>
                  </a:lnTo>
                  <a:lnTo>
                    <a:pt x="151677" y="487663"/>
                  </a:lnTo>
                  <a:lnTo>
                    <a:pt x="146967" y="435542"/>
                  </a:lnTo>
                  <a:lnTo>
                    <a:pt x="117291" y="435542"/>
                  </a:lnTo>
                  <a:lnTo>
                    <a:pt x="117291" y="365360"/>
                  </a:lnTo>
                  <a:lnTo>
                    <a:pt x="99391" y="365360"/>
                  </a:lnTo>
                  <a:lnTo>
                    <a:pt x="99391" y="303951"/>
                  </a:lnTo>
                  <a:lnTo>
                    <a:pt x="79607" y="303951"/>
                  </a:lnTo>
                  <a:lnTo>
                    <a:pt x="70657" y="274536"/>
                  </a:lnTo>
                  <a:lnTo>
                    <a:pt x="30618" y="274536"/>
                  </a:lnTo>
                  <a:lnTo>
                    <a:pt x="30618" y="248733"/>
                  </a:lnTo>
                  <a:lnTo>
                    <a:pt x="0" y="248733"/>
                  </a:lnTo>
                  <a:lnTo>
                    <a:pt x="0" y="127463"/>
                  </a:lnTo>
                  <a:lnTo>
                    <a:pt x="30147" y="127463"/>
                  </a:lnTo>
                  <a:lnTo>
                    <a:pt x="30147" y="109917"/>
                  </a:lnTo>
                  <a:lnTo>
                    <a:pt x="64062" y="109917"/>
                  </a:lnTo>
                  <a:lnTo>
                    <a:pt x="72070" y="102177"/>
                  </a:lnTo>
                  <a:lnTo>
                    <a:pt x="80078" y="82567"/>
                  </a:lnTo>
                  <a:lnTo>
                    <a:pt x="99391" y="82567"/>
                  </a:lnTo>
                  <a:lnTo>
                    <a:pt x="145083" y="0"/>
                  </a:lnTo>
                  <a:lnTo>
                    <a:pt x="267084" y="0"/>
                  </a:lnTo>
                  <a:lnTo>
                    <a:pt x="244003" y="33027"/>
                  </a:lnTo>
                  <a:lnTo>
                    <a:pt x="172874" y="33027"/>
                  </a:lnTo>
                  <a:lnTo>
                    <a:pt x="146025" y="85663"/>
                  </a:lnTo>
                  <a:lnTo>
                    <a:pt x="333920" y="85663"/>
                  </a:lnTo>
                  <a:lnTo>
                    <a:pt x="341039" y="110433"/>
                  </a:lnTo>
                  <a:lnTo>
                    <a:pt x="377309" y="110433"/>
                  </a:lnTo>
                  <a:lnTo>
                    <a:pt x="377719" y="127463"/>
                  </a:lnTo>
                  <a:lnTo>
                    <a:pt x="377781" y="130043"/>
                  </a:lnTo>
                  <a:lnTo>
                    <a:pt x="391441" y="130559"/>
                  </a:lnTo>
                  <a:lnTo>
                    <a:pt x="404159" y="130559"/>
                  </a:lnTo>
                  <a:lnTo>
                    <a:pt x="404159" y="250798"/>
                  </a:lnTo>
                  <a:lnTo>
                    <a:pt x="377309" y="251314"/>
                  </a:lnTo>
                  <a:lnTo>
                    <a:pt x="376877" y="274536"/>
                  </a:lnTo>
                  <a:lnTo>
                    <a:pt x="376838" y="276600"/>
                  </a:lnTo>
                  <a:lnTo>
                    <a:pt x="342452" y="276600"/>
                  </a:lnTo>
                  <a:lnTo>
                    <a:pt x="332560" y="306531"/>
                  </a:lnTo>
                  <a:lnTo>
                    <a:pt x="313718" y="307047"/>
                  </a:lnTo>
                  <a:lnTo>
                    <a:pt x="312365" y="365360"/>
                  </a:lnTo>
                  <a:lnTo>
                    <a:pt x="312305" y="367940"/>
                  </a:lnTo>
                  <a:lnTo>
                    <a:pt x="299586" y="367940"/>
                  </a:lnTo>
                  <a:lnTo>
                    <a:pt x="295347" y="377229"/>
                  </a:lnTo>
                  <a:lnTo>
                    <a:pt x="295347" y="438122"/>
                  </a:lnTo>
                  <a:lnTo>
                    <a:pt x="272737" y="438639"/>
                  </a:lnTo>
                  <a:lnTo>
                    <a:pt x="273746" y="700274"/>
                  </a:lnTo>
                  <a:lnTo>
                    <a:pt x="273829" y="721948"/>
                  </a:lnTo>
                  <a:lnTo>
                    <a:pt x="273893" y="738461"/>
                  </a:lnTo>
                  <a:lnTo>
                    <a:pt x="273967" y="757555"/>
                  </a:lnTo>
                  <a:lnTo>
                    <a:pt x="274048" y="778713"/>
                  </a:lnTo>
                  <a:lnTo>
                    <a:pt x="274150" y="805031"/>
                  </a:lnTo>
                  <a:lnTo>
                    <a:pt x="220450" y="860248"/>
                  </a:lnTo>
                  <a:close/>
                </a:path>
                <a:path w="404494" h="860425">
                  <a:moveTo>
                    <a:pt x="333920" y="85663"/>
                  </a:moveTo>
                  <a:lnTo>
                    <a:pt x="268497" y="85663"/>
                  </a:lnTo>
                  <a:lnTo>
                    <a:pt x="243532" y="33542"/>
                  </a:lnTo>
                  <a:lnTo>
                    <a:pt x="267084" y="515"/>
                  </a:lnTo>
                  <a:lnTo>
                    <a:pt x="309949" y="82051"/>
                  </a:lnTo>
                  <a:lnTo>
                    <a:pt x="333031" y="82567"/>
                  </a:lnTo>
                  <a:lnTo>
                    <a:pt x="333920" y="85663"/>
                  </a:lnTo>
                  <a:close/>
                </a:path>
              </a:pathLst>
            </a:custGeom>
            <a:solidFill>
              <a:srgbClr val="FF9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241412" y="2244741"/>
              <a:ext cx="405130" cy="861060"/>
            </a:xfrm>
            <a:custGeom>
              <a:avLst/>
              <a:gdLst/>
              <a:ahLst/>
              <a:cxnLst/>
              <a:rect l="l" t="t" r="r" b="b"/>
              <a:pathLst>
                <a:path w="405130" h="861060">
                  <a:moveTo>
                    <a:pt x="220450" y="860764"/>
                  </a:moveTo>
                  <a:lnTo>
                    <a:pt x="151677" y="796774"/>
                  </a:lnTo>
                  <a:lnTo>
                    <a:pt x="176172" y="778713"/>
                  </a:lnTo>
                  <a:lnTo>
                    <a:pt x="176172" y="757555"/>
                  </a:lnTo>
                  <a:lnTo>
                    <a:pt x="151677" y="738461"/>
                  </a:lnTo>
                  <a:lnTo>
                    <a:pt x="176172" y="721948"/>
                  </a:lnTo>
                  <a:lnTo>
                    <a:pt x="172403" y="715240"/>
                  </a:lnTo>
                  <a:lnTo>
                    <a:pt x="151206" y="700274"/>
                  </a:lnTo>
                  <a:lnTo>
                    <a:pt x="147438" y="652798"/>
                  </a:lnTo>
                  <a:lnTo>
                    <a:pt x="144611" y="648670"/>
                  </a:lnTo>
                  <a:lnTo>
                    <a:pt x="176643" y="620803"/>
                  </a:lnTo>
                  <a:lnTo>
                    <a:pt x="176643" y="597065"/>
                  </a:lnTo>
                  <a:lnTo>
                    <a:pt x="151206" y="569198"/>
                  </a:lnTo>
                  <a:lnTo>
                    <a:pt x="176172" y="544428"/>
                  </a:lnTo>
                  <a:lnTo>
                    <a:pt x="176172" y="519658"/>
                  </a:lnTo>
                  <a:lnTo>
                    <a:pt x="151677" y="487663"/>
                  </a:lnTo>
                  <a:lnTo>
                    <a:pt x="146967" y="435542"/>
                  </a:lnTo>
                  <a:lnTo>
                    <a:pt x="117291" y="435542"/>
                  </a:lnTo>
                  <a:lnTo>
                    <a:pt x="117291" y="365360"/>
                  </a:lnTo>
                  <a:lnTo>
                    <a:pt x="99862" y="365360"/>
                  </a:lnTo>
                  <a:lnTo>
                    <a:pt x="99862" y="303951"/>
                  </a:lnTo>
                  <a:lnTo>
                    <a:pt x="79607" y="303951"/>
                  </a:lnTo>
                  <a:lnTo>
                    <a:pt x="70657" y="274536"/>
                  </a:lnTo>
                  <a:lnTo>
                    <a:pt x="30618" y="274536"/>
                  </a:lnTo>
                  <a:lnTo>
                    <a:pt x="30618" y="248734"/>
                  </a:lnTo>
                  <a:lnTo>
                    <a:pt x="0" y="248734"/>
                  </a:lnTo>
                  <a:lnTo>
                    <a:pt x="0" y="127463"/>
                  </a:lnTo>
                  <a:lnTo>
                    <a:pt x="30147" y="127463"/>
                  </a:lnTo>
                  <a:lnTo>
                    <a:pt x="30147" y="109917"/>
                  </a:lnTo>
                  <a:lnTo>
                    <a:pt x="64062" y="109917"/>
                  </a:lnTo>
                  <a:lnTo>
                    <a:pt x="72070" y="102177"/>
                  </a:lnTo>
                  <a:lnTo>
                    <a:pt x="80078" y="82567"/>
                  </a:lnTo>
                  <a:lnTo>
                    <a:pt x="99862" y="82567"/>
                  </a:lnTo>
                  <a:lnTo>
                    <a:pt x="145082" y="0"/>
                  </a:lnTo>
                  <a:lnTo>
                    <a:pt x="267084" y="0"/>
                  </a:lnTo>
                  <a:lnTo>
                    <a:pt x="244003" y="33027"/>
                  </a:lnTo>
                  <a:lnTo>
                    <a:pt x="172874" y="33027"/>
                  </a:lnTo>
                  <a:lnTo>
                    <a:pt x="146025" y="85663"/>
                  </a:lnTo>
                  <a:lnTo>
                    <a:pt x="333921" y="85663"/>
                  </a:lnTo>
                  <a:lnTo>
                    <a:pt x="341039" y="110433"/>
                  </a:lnTo>
                  <a:lnTo>
                    <a:pt x="377309" y="110433"/>
                  </a:lnTo>
                  <a:lnTo>
                    <a:pt x="377718" y="127463"/>
                  </a:lnTo>
                  <a:lnTo>
                    <a:pt x="377780" y="130043"/>
                  </a:lnTo>
                  <a:lnTo>
                    <a:pt x="391441" y="130559"/>
                  </a:lnTo>
                  <a:lnTo>
                    <a:pt x="404630" y="130559"/>
                  </a:lnTo>
                  <a:lnTo>
                    <a:pt x="404630" y="250798"/>
                  </a:lnTo>
                  <a:lnTo>
                    <a:pt x="377309" y="251314"/>
                  </a:lnTo>
                  <a:lnTo>
                    <a:pt x="376877" y="274536"/>
                  </a:lnTo>
                  <a:lnTo>
                    <a:pt x="376838" y="276600"/>
                  </a:lnTo>
                  <a:lnTo>
                    <a:pt x="342452" y="276600"/>
                  </a:lnTo>
                  <a:lnTo>
                    <a:pt x="332560" y="306531"/>
                  </a:lnTo>
                  <a:lnTo>
                    <a:pt x="313718" y="307047"/>
                  </a:lnTo>
                  <a:lnTo>
                    <a:pt x="312365" y="365360"/>
                  </a:lnTo>
                  <a:lnTo>
                    <a:pt x="312305" y="367940"/>
                  </a:lnTo>
                  <a:lnTo>
                    <a:pt x="299586" y="367940"/>
                  </a:lnTo>
                  <a:lnTo>
                    <a:pt x="296289" y="373101"/>
                  </a:lnTo>
                  <a:lnTo>
                    <a:pt x="296289" y="438639"/>
                  </a:lnTo>
                  <a:lnTo>
                    <a:pt x="272737" y="438639"/>
                  </a:lnTo>
                  <a:lnTo>
                    <a:pt x="273746" y="700274"/>
                  </a:lnTo>
                  <a:lnTo>
                    <a:pt x="273829" y="721948"/>
                  </a:lnTo>
                  <a:lnTo>
                    <a:pt x="273893" y="738461"/>
                  </a:lnTo>
                  <a:lnTo>
                    <a:pt x="273967" y="757555"/>
                  </a:lnTo>
                  <a:lnTo>
                    <a:pt x="274048" y="778713"/>
                  </a:lnTo>
                  <a:lnTo>
                    <a:pt x="274150" y="805031"/>
                  </a:lnTo>
                  <a:lnTo>
                    <a:pt x="220450" y="860764"/>
                  </a:lnTo>
                  <a:close/>
                </a:path>
                <a:path w="405130" h="861060">
                  <a:moveTo>
                    <a:pt x="333921" y="85663"/>
                  </a:moveTo>
                  <a:lnTo>
                    <a:pt x="268497" y="85663"/>
                  </a:lnTo>
                  <a:lnTo>
                    <a:pt x="243532" y="33543"/>
                  </a:lnTo>
                  <a:lnTo>
                    <a:pt x="267084" y="516"/>
                  </a:lnTo>
                  <a:lnTo>
                    <a:pt x="310420" y="82051"/>
                  </a:lnTo>
                  <a:lnTo>
                    <a:pt x="333031" y="82567"/>
                  </a:lnTo>
                  <a:lnTo>
                    <a:pt x="333921" y="85663"/>
                  </a:lnTo>
                  <a:close/>
                </a:path>
              </a:pathLst>
            </a:custGeom>
            <a:solidFill>
              <a:srgbClr val="BF7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1297938" y="2383042"/>
              <a:ext cx="286385" cy="99060"/>
            </a:xfrm>
            <a:custGeom>
              <a:avLst/>
              <a:gdLst/>
              <a:ahLst/>
              <a:cxnLst/>
              <a:rect l="l" t="t" r="r" b="b"/>
              <a:pathLst>
                <a:path w="286384" h="99060">
                  <a:moveTo>
                    <a:pt x="23081" y="98564"/>
                  </a:moveTo>
                  <a:lnTo>
                    <a:pt x="0" y="51088"/>
                  </a:lnTo>
                  <a:lnTo>
                    <a:pt x="24965" y="0"/>
                  </a:lnTo>
                  <a:lnTo>
                    <a:pt x="285926" y="0"/>
                  </a:lnTo>
                  <a:lnTo>
                    <a:pt x="283571" y="3612"/>
                  </a:lnTo>
                  <a:lnTo>
                    <a:pt x="27791" y="3612"/>
                  </a:lnTo>
                  <a:lnTo>
                    <a:pt x="4710" y="51088"/>
                  </a:lnTo>
                  <a:lnTo>
                    <a:pt x="27320" y="95468"/>
                  </a:lnTo>
                  <a:lnTo>
                    <a:pt x="23081" y="98564"/>
                  </a:lnTo>
                  <a:close/>
                </a:path>
              </a:pathLst>
            </a:custGeom>
            <a:solidFill>
              <a:srgbClr val="BF7F3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1273441" y="2348471"/>
              <a:ext cx="343535" cy="736600"/>
            </a:xfrm>
            <a:custGeom>
              <a:avLst/>
              <a:gdLst/>
              <a:ahLst/>
              <a:cxnLst/>
              <a:rect l="l" t="t" r="r" b="b"/>
              <a:pathLst>
                <a:path w="343534" h="736600">
                  <a:moveTo>
                    <a:pt x="165798" y="265252"/>
                  </a:moveTo>
                  <a:lnTo>
                    <a:pt x="156857" y="279704"/>
                  </a:lnTo>
                  <a:lnTo>
                    <a:pt x="157797" y="728141"/>
                  </a:lnTo>
                  <a:lnTo>
                    <a:pt x="165328" y="735368"/>
                  </a:lnTo>
                  <a:lnTo>
                    <a:pt x="165798" y="265252"/>
                  </a:lnTo>
                  <a:close/>
                </a:path>
                <a:path w="343534" h="736600">
                  <a:moveTo>
                    <a:pt x="214325" y="728662"/>
                  </a:moveTo>
                  <a:lnTo>
                    <a:pt x="212915" y="277634"/>
                  </a:lnTo>
                  <a:lnTo>
                    <a:pt x="206311" y="314794"/>
                  </a:lnTo>
                  <a:lnTo>
                    <a:pt x="207251" y="736396"/>
                  </a:lnTo>
                  <a:lnTo>
                    <a:pt x="214325" y="728662"/>
                  </a:lnTo>
                  <a:close/>
                </a:path>
                <a:path w="343534" h="736600">
                  <a:moveTo>
                    <a:pt x="301942" y="0"/>
                  </a:moveTo>
                  <a:lnTo>
                    <a:pt x="33909" y="0"/>
                  </a:lnTo>
                  <a:lnTo>
                    <a:pt x="33909" y="5156"/>
                  </a:lnTo>
                  <a:lnTo>
                    <a:pt x="301942" y="5156"/>
                  </a:lnTo>
                  <a:lnTo>
                    <a:pt x="301942" y="0"/>
                  </a:lnTo>
                  <a:close/>
                </a:path>
                <a:path w="343534" h="736600">
                  <a:moveTo>
                    <a:pt x="333032" y="81026"/>
                  </a:moveTo>
                  <a:lnTo>
                    <a:pt x="309943" y="34061"/>
                  </a:lnTo>
                  <a:lnTo>
                    <a:pt x="305701" y="37160"/>
                  </a:lnTo>
                  <a:lnTo>
                    <a:pt x="328320" y="81026"/>
                  </a:lnTo>
                  <a:lnTo>
                    <a:pt x="305231" y="129019"/>
                  </a:lnTo>
                  <a:lnTo>
                    <a:pt x="49453" y="129019"/>
                  </a:lnTo>
                  <a:lnTo>
                    <a:pt x="47104" y="132626"/>
                  </a:lnTo>
                  <a:lnTo>
                    <a:pt x="308063" y="132626"/>
                  </a:lnTo>
                  <a:lnTo>
                    <a:pt x="333032" y="81026"/>
                  </a:lnTo>
                  <a:close/>
                </a:path>
                <a:path w="343534" h="736600">
                  <a:moveTo>
                    <a:pt x="343395" y="19608"/>
                  </a:moveTo>
                  <a:lnTo>
                    <a:pt x="0" y="19608"/>
                  </a:lnTo>
                  <a:lnTo>
                    <a:pt x="0" y="24257"/>
                  </a:lnTo>
                  <a:lnTo>
                    <a:pt x="343395" y="24257"/>
                  </a:lnTo>
                  <a:lnTo>
                    <a:pt x="343395" y="19608"/>
                  </a:lnTo>
                  <a:close/>
                </a:path>
              </a:pathLst>
            </a:custGeom>
            <a:solidFill>
              <a:srgbClr val="FF9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1272971" y="2494508"/>
              <a:ext cx="345440" cy="610235"/>
            </a:xfrm>
            <a:custGeom>
              <a:avLst/>
              <a:gdLst/>
              <a:ahLst/>
              <a:cxnLst/>
              <a:rect l="l" t="t" r="r" b="b"/>
              <a:pathLst>
                <a:path w="345440" h="610235">
                  <a:moveTo>
                    <a:pt x="213385" y="132626"/>
                  </a:moveTo>
                  <a:lnTo>
                    <a:pt x="186994" y="182689"/>
                  </a:lnTo>
                  <a:lnTo>
                    <a:pt x="188887" y="609968"/>
                  </a:lnTo>
                  <a:lnTo>
                    <a:pt x="196888" y="601205"/>
                  </a:lnTo>
                  <a:lnTo>
                    <a:pt x="196888" y="190423"/>
                  </a:lnTo>
                  <a:lnTo>
                    <a:pt x="207251" y="163588"/>
                  </a:lnTo>
                  <a:lnTo>
                    <a:pt x="213385" y="132626"/>
                  </a:lnTo>
                  <a:close/>
                </a:path>
                <a:path w="345440" h="610235">
                  <a:moveTo>
                    <a:pt x="281686" y="56769"/>
                  </a:moveTo>
                  <a:lnTo>
                    <a:pt x="70650" y="56769"/>
                  </a:lnTo>
                  <a:lnTo>
                    <a:pt x="70650" y="67094"/>
                  </a:lnTo>
                  <a:lnTo>
                    <a:pt x="281686" y="67094"/>
                  </a:lnTo>
                  <a:lnTo>
                    <a:pt x="281686" y="56769"/>
                  </a:lnTo>
                  <a:close/>
                </a:path>
                <a:path w="345440" h="610235">
                  <a:moveTo>
                    <a:pt x="345274" y="0"/>
                  </a:moveTo>
                  <a:lnTo>
                    <a:pt x="0" y="0"/>
                  </a:lnTo>
                  <a:lnTo>
                    <a:pt x="0" y="11353"/>
                  </a:lnTo>
                  <a:lnTo>
                    <a:pt x="345274" y="11353"/>
                  </a:lnTo>
                  <a:lnTo>
                    <a:pt x="345274" y="0"/>
                  </a:lnTo>
                  <a:close/>
                </a:path>
              </a:pathLst>
            </a:custGeom>
            <a:solidFill>
              <a:srgbClr val="BF7F3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58703" y="2609586"/>
              <a:ext cx="184179" cy="71730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1312540" y="2518246"/>
              <a:ext cx="272415" cy="10160"/>
            </a:xfrm>
            <a:custGeom>
              <a:avLst/>
              <a:gdLst/>
              <a:ahLst/>
              <a:cxnLst/>
              <a:rect l="l" t="t" r="r" b="b"/>
              <a:pathLst>
                <a:path w="272415" h="10160">
                  <a:moveTo>
                    <a:pt x="2355" y="9804"/>
                  </a:moveTo>
                  <a:lnTo>
                    <a:pt x="0" y="515"/>
                  </a:lnTo>
                  <a:lnTo>
                    <a:pt x="272266" y="0"/>
                  </a:lnTo>
                  <a:lnTo>
                    <a:pt x="269439" y="9288"/>
                  </a:lnTo>
                  <a:lnTo>
                    <a:pt x="2355" y="9804"/>
                  </a:lnTo>
                  <a:close/>
                </a:path>
              </a:pathLst>
            </a:custGeom>
            <a:solidFill>
              <a:srgbClr val="BF7F3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2008458" y="2732993"/>
            <a:ext cx="1341120" cy="989330"/>
          </a:xfrm>
          <a:prstGeom prst="rect">
            <a:avLst/>
          </a:prstGeom>
          <a:ln w="9859">
            <a:solidFill>
              <a:srgbClr val="000000"/>
            </a:solidFill>
          </a:ln>
        </p:spPr>
        <p:txBody>
          <a:bodyPr wrap="square" lIns="0" tIns="41910" rIns="0" bIns="0" rtlCol="0" vert="horz">
            <a:spAutoFit/>
          </a:bodyPr>
          <a:lstStyle/>
          <a:p>
            <a:pPr marL="172085" marR="158750" indent="71120">
              <a:lnSpc>
                <a:spcPct val="101099"/>
              </a:lnSpc>
              <a:spcBef>
                <a:spcPts val="330"/>
              </a:spcBef>
            </a:pPr>
            <a:r>
              <a:rPr dirty="0" sz="2900" spc="-10" b="1">
                <a:latin typeface="Times New Roman"/>
                <a:cs typeface="Times New Roman"/>
              </a:rPr>
              <a:t>block cipher</a:t>
            </a:r>
            <a:endParaRPr sz="2900">
              <a:latin typeface="Times New Roman"/>
              <a:cs typeface="Times New Roman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2573672" y="2057597"/>
            <a:ext cx="210820" cy="629920"/>
            <a:chOff x="2573672" y="2057597"/>
            <a:chExt cx="210820" cy="629920"/>
          </a:xfrm>
        </p:grpSpPr>
        <p:sp>
          <p:nvSpPr>
            <p:cNvPr id="17" name="object 17"/>
            <p:cNvSpPr/>
            <p:nvPr/>
          </p:nvSpPr>
          <p:spPr>
            <a:xfrm>
              <a:off x="2580245" y="2064170"/>
              <a:ext cx="197485" cy="616585"/>
            </a:xfrm>
            <a:custGeom>
              <a:avLst/>
              <a:gdLst/>
              <a:ahLst/>
              <a:cxnLst/>
              <a:rect l="l" t="t" r="r" b="b"/>
              <a:pathLst>
                <a:path w="197485" h="616585">
                  <a:moveTo>
                    <a:pt x="147874" y="0"/>
                  </a:moveTo>
                  <a:lnTo>
                    <a:pt x="49291" y="0"/>
                  </a:lnTo>
                  <a:lnTo>
                    <a:pt x="49291" y="462178"/>
                  </a:lnTo>
                  <a:lnTo>
                    <a:pt x="0" y="462178"/>
                  </a:lnTo>
                  <a:lnTo>
                    <a:pt x="98583" y="616238"/>
                  </a:lnTo>
                  <a:lnTo>
                    <a:pt x="197166" y="462178"/>
                  </a:lnTo>
                  <a:lnTo>
                    <a:pt x="147874" y="462178"/>
                  </a:lnTo>
                  <a:lnTo>
                    <a:pt x="14787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2580244" y="2064169"/>
              <a:ext cx="197485" cy="616585"/>
            </a:xfrm>
            <a:custGeom>
              <a:avLst/>
              <a:gdLst/>
              <a:ahLst/>
              <a:cxnLst/>
              <a:rect l="l" t="t" r="r" b="b"/>
              <a:pathLst>
                <a:path w="197485" h="616585">
                  <a:moveTo>
                    <a:pt x="0" y="462179"/>
                  </a:moveTo>
                  <a:lnTo>
                    <a:pt x="98583" y="616239"/>
                  </a:lnTo>
                  <a:lnTo>
                    <a:pt x="197167" y="462179"/>
                  </a:lnTo>
                  <a:lnTo>
                    <a:pt x="147875" y="462179"/>
                  </a:lnTo>
                  <a:lnTo>
                    <a:pt x="147875" y="0"/>
                  </a:lnTo>
                  <a:lnTo>
                    <a:pt x="49291" y="0"/>
                  </a:lnTo>
                  <a:lnTo>
                    <a:pt x="49291" y="462179"/>
                  </a:lnTo>
                  <a:lnTo>
                    <a:pt x="0" y="462179"/>
                  </a:lnTo>
                  <a:close/>
                </a:path>
              </a:pathLst>
            </a:custGeom>
            <a:ln w="13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9" name="object 19"/>
          <p:cNvGrpSpPr/>
          <p:nvPr/>
        </p:nvGrpSpPr>
        <p:grpSpPr>
          <a:xfrm>
            <a:off x="2595031" y="3781421"/>
            <a:ext cx="207645" cy="626110"/>
            <a:chOff x="2595031" y="3781421"/>
            <a:chExt cx="207645" cy="626110"/>
          </a:xfrm>
        </p:grpSpPr>
        <p:sp>
          <p:nvSpPr>
            <p:cNvPr id="20" name="object 20"/>
            <p:cNvSpPr/>
            <p:nvPr/>
          </p:nvSpPr>
          <p:spPr>
            <a:xfrm>
              <a:off x="2599961" y="3786351"/>
              <a:ext cx="197485" cy="616585"/>
            </a:xfrm>
            <a:custGeom>
              <a:avLst/>
              <a:gdLst/>
              <a:ahLst/>
              <a:cxnLst/>
              <a:rect l="l" t="t" r="r" b="b"/>
              <a:pathLst>
                <a:path w="197485" h="616585">
                  <a:moveTo>
                    <a:pt x="147874" y="0"/>
                  </a:moveTo>
                  <a:lnTo>
                    <a:pt x="49291" y="0"/>
                  </a:lnTo>
                  <a:lnTo>
                    <a:pt x="49291" y="462179"/>
                  </a:lnTo>
                  <a:lnTo>
                    <a:pt x="0" y="462179"/>
                  </a:lnTo>
                  <a:lnTo>
                    <a:pt x="98583" y="616238"/>
                  </a:lnTo>
                  <a:lnTo>
                    <a:pt x="197167" y="462179"/>
                  </a:lnTo>
                  <a:lnTo>
                    <a:pt x="147874" y="462179"/>
                  </a:lnTo>
                  <a:lnTo>
                    <a:pt x="14787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2599961" y="3786350"/>
              <a:ext cx="197485" cy="616585"/>
            </a:xfrm>
            <a:custGeom>
              <a:avLst/>
              <a:gdLst/>
              <a:ahLst/>
              <a:cxnLst/>
              <a:rect l="l" t="t" r="r" b="b"/>
              <a:pathLst>
                <a:path w="197485" h="616585">
                  <a:moveTo>
                    <a:pt x="0" y="462179"/>
                  </a:moveTo>
                  <a:lnTo>
                    <a:pt x="98583" y="616239"/>
                  </a:lnTo>
                  <a:lnTo>
                    <a:pt x="197167" y="462179"/>
                  </a:lnTo>
                  <a:lnTo>
                    <a:pt x="147875" y="462179"/>
                  </a:lnTo>
                  <a:lnTo>
                    <a:pt x="147875" y="0"/>
                  </a:lnTo>
                  <a:lnTo>
                    <a:pt x="49291" y="0"/>
                  </a:lnTo>
                  <a:lnTo>
                    <a:pt x="49291" y="462179"/>
                  </a:lnTo>
                  <a:lnTo>
                    <a:pt x="0" y="462179"/>
                  </a:lnTo>
                  <a:close/>
                </a:path>
              </a:pathLst>
            </a:custGeom>
            <a:ln w="98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aphicFrame>
        <p:nvGraphicFramePr>
          <p:cNvPr id="22" name="object 22"/>
          <p:cNvGraphicFramePr>
            <a:graphicFrameLocks noGrp="1"/>
          </p:cNvGraphicFramePr>
          <p:nvPr/>
        </p:nvGraphicFramePr>
        <p:xfrm>
          <a:off x="1333159" y="1387128"/>
          <a:ext cx="7618095" cy="609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03805"/>
                <a:gridCol w="2523490"/>
                <a:gridCol w="2503804"/>
              </a:tblGrid>
              <a:tr h="609600">
                <a:tc>
                  <a:txBody>
                    <a:bodyPr/>
                    <a:lstStyle/>
                    <a:p>
                      <a:pPr algn="ctr" marR="6350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dirty="0" sz="3300" spc="-25">
                          <a:latin typeface="Times New Roman"/>
                          <a:cs typeface="Times New Roman"/>
                        </a:rPr>
                        <a:t>P1</a:t>
                      </a:r>
                      <a:endParaRPr sz="3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889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5080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dirty="0" sz="3300" spc="-25">
                          <a:latin typeface="Times New Roman"/>
                          <a:cs typeface="Times New Roman"/>
                        </a:rPr>
                        <a:t>P2</a:t>
                      </a:r>
                      <a:endParaRPr sz="3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889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4765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dirty="0" sz="3300" spc="-25">
                          <a:latin typeface="Times New Roman"/>
                          <a:cs typeface="Times New Roman"/>
                        </a:rPr>
                        <a:t>P3</a:t>
                      </a:r>
                      <a:endParaRPr sz="3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889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23" name="object 23"/>
          <p:cNvGraphicFramePr>
            <a:graphicFrameLocks noGrp="1"/>
          </p:cNvGraphicFramePr>
          <p:nvPr/>
        </p:nvGraphicFramePr>
        <p:xfrm>
          <a:off x="1438315" y="4483110"/>
          <a:ext cx="7618095" cy="609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03805"/>
                <a:gridCol w="2523490"/>
                <a:gridCol w="2503804"/>
              </a:tblGrid>
              <a:tr h="609600">
                <a:tc>
                  <a:txBody>
                    <a:bodyPr/>
                    <a:lstStyle/>
                    <a:p>
                      <a:pPr algn="ctr" marR="6350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dirty="0" sz="3300" spc="-25">
                          <a:latin typeface="Times New Roman"/>
                          <a:cs typeface="Times New Roman"/>
                        </a:rPr>
                        <a:t>C1</a:t>
                      </a:r>
                      <a:endParaRPr sz="3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889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5080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dirty="0" sz="3300" spc="-25">
                          <a:latin typeface="Times New Roman"/>
                          <a:cs typeface="Times New Roman"/>
                        </a:rPr>
                        <a:t>C2</a:t>
                      </a:r>
                      <a:endParaRPr sz="3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889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4765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dirty="0" sz="3300" spc="-25">
                          <a:latin typeface="Times New Roman"/>
                          <a:cs typeface="Times New Roman"/>
                        </a:rPr>
                        <a:t>C3</a:t>
                      </a:r>
                      <a:endParaRPr sz="3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889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pSp>
        <p:nvGrpSpPr>
          <p:cNvPr id="24" name="object 24"/>
          <p:cNvGrpSpPr/>
          <p:nvPr/>
        </p:nvGrpSpPr>
        <p:grpSpPr>
          <a:xfrm>
            <a:off x="3755264" y="2240097"/>
            <a:ext cx="730250" cy="1083945"/>
            <a:chOff x="3755264" y="2240097"/>
            <a:chExt cx="730250" cy="1083945"/>
          </a:xfrm>
        </p:grpSpPr>
        <p:sp>
          <p:nvSpPr>
            <p:cNvPr id="25" name="object 25"/>
            <p:cNvSpPr/>
            <p:nvPr/>
          </p:nvSpPr>
          <p:spPr>
            <a:xfrm>
              <a:off x="3862654" y="3119991"/>
              <a:ext cx="616585" cy="197485"/>
            </a:xfrm>
            <a:custGeom>
              <a:avLst/>
              <a:gdLst/>
              <a:ahLst/>
              <a:cxnLst/>
              <a:rect l="l" t="t" r="r" b="b"/>
              <a:pathLst>
                <a:path w="616585" h="197485">
                  <a:moveTo>
                    <a:pt x="462112" y="0"/>
                  </a:moveTo>
                  <a:lnTo>
                    <a:pt x="462112" y="49298"/>
                  </a:lnTo>
                  <a:lnTo>
                    <a:pt x="0" y="49298"/>
                  </a:lnTo>
                  <a:lnTo>
                    <a:pt x="0" y="147897"/>
                  </a:lnTo>
                  <a:lnTo>
                    <a:pt x="462112" y="147897"/>
                  </a:lnTo>
                  <a:lnTo>
                    <a:pt x="462112" y="197196"/>
                  </a:lnTo>
                  <a:lnTo>
                    <a:pt x="616149" y="98598"/>
                  </a:lnTo>
                  <a:lnTo>
                    <a:pt x="462112" y="0"/>
                  </a:lnTo>
                  <a:close/>
                </a:path>
              </a:pathLst>
            </a:custGeom>
            <a:solidFill>
              <a:srgbClr val="FF26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3862654" y="3119991"/>
              <a:ext cx="616585" cy="197485"/>
            </a:xfrm>
            <a:custGeom>
              <a:avLst/>
              <a:gdLst/>
              <a:ahLst/>
              <a:cxnLst/>
              <a:rect l="l" t="t" r="r" b="b"/>
              <a:pathLst>
                <a:path w="616585" h="197485">
                  <a:moveTo>
                    <a:pt x="462110" y="197195"/>
                  </a:moveTo>
                  <a:lnTo>
                    <a:pt x="616147" y="98597"/>
                  </a:lnTo>
                  <a:lnTo>
                    <a:pt x="462110" y="0"/>
                  </a:lnTo>
                  <a:lnTo>
                    <a:pt x="462110" y="49299"/>
                  </a:lnTo>
                  <a:lnTo>
                    <a:pt x="0" y="49299"/>
                  </a:lnTo>
                  <a:lnTo>
                    <a:pt x="0" y="147897"/>
                  </a:lnTo>
                  <a:lnTo>
                    <a:pt x="462110" y="147897"/>
                  </a:lnTo>
                  <a:lnTo>
                    <a:pt x="462110" y="197195"/>
                  </a:lnTo>
                  <a:close/>
                </a:path>
              </a:pathLst>
            </a:custGeom>
            <a:ln w="13146">
              <a:solidFill>
                <a:srgbClr val="FF26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3755264" y="2240097"/>
              <a:ext cx="404495" cy="860425"/>
            </a:xfrm>
            <a:custGeom>
              <a:avLst/>
              <a:gdLst/>
              <a:ahLst/>
              <a:cxnLst/>
              <a:rect l="l" t="t" r="r" b="b"/>
              <a:pathLst>
                <a:path w="404495" h="860425">
                  <a:moveTo>
                    <a:pt x="220450" y="860248"/>
                  </a:moveTo>
                  <a:lnTo>
                    <a:pt x="151677" y="796774"/>
                  </a:lnTo>
                  <a:lnTo>
                    <a:pt x="176172" y="778713"/>
                  </a:lnTo>
                  <a:lnTo>
                    <a:pt x="176172" y="757555"/>
                  </a:lnTo>
                  <a:lnTo>
                    <a:pt x="151677" y="738461"/>
                  </a:lnTo>
                  <a:lnTo>
                    <a:pt x="176172" y="721948"/>
                  </a:lnTo>
                  <a:lnTo>
                    <a:pt x="172403" y="715239"/>
                  </a:lnTo>
                  <a:lnTo>
                    <a:pt x="151206" y="700274"/>
                  </a:lnTo>
                  <a:lnTo>
                    <a:pt x="147438" y="652798"/>
                  </a:lnTo>
                  <a:lnTo>
                    <a:pt x="144612" y="648153"/>
                  </a:lnTo>
                  <a:lnTo>
                    <a:pt x="176643" y="620803"/>
                  </a:lnTo>
                  <a:lnTo>
                    <a:pt x="176643" y="597065"/>
                  </a:lnTo>
                  <a:lnTo>
                    <a:pt x="151206" y="569198"/>
                  </a:lnTo>
                  <a:lnTo>
                    <a:pt x="176172" y="544428"/>
                  </a:lnTo>
                  <a:lnTo>
                    <a:pt x="176172" y="519658"/>
                  </a:lnTo>
                  <a:lnTo>
                    <a:pt x="151677" y="487663"/>
                  </a:lnTo>
                  <a:lnTo>
                    <a:pt x="146967" y="435542"/>
                  </a:lnTo>
                  <a:lnTo>
                    <a:pt x="117291" y="435542"/>
                  </a:lnTo>
                  <a:lnTo>
                    <a:pt x="117291" y="365360"/>
                  </a:lnTo>
                  <a:lnTo>
                    <a:pt x="99391" y="365360"/>
                  </a:lnTo>
                  <a:lnTo>
                    <a:pt x="99391" y="303951"/>
                  </a:lnTo>
                  <a:lnTo>
                    <a:pt x="79607" y="303951"/>
                  </a:lnTo>
                  <a:lnTo>
                    <a:pt x="70657" y="274536"/>
                  </a:lnTo>
                  <a:lnTo>
                    <a:pt x="30618" y="274536"/>
                  </a:lnTo>
                  <a:lnTo>
                    <a:pt x="30618" y="248733"/>
                  </a:lnTo>
                  <a:lnTo>
                    <a:pt x="0" y="248733"/>
                  </a:lnTo>
                  <a:lnTo>
                    <a:pt x="0" y="127463"/>
                  </a:lnTo>
                  <a:lnTo>
                    <a:pt x="30147" y="127463"/>
                  </a:lnTo>
                  <a:lnTo>
                    <a:pt x="30147" y="109917"/>
                  </a:lnTo>
                  <a:lnTo>
                    <a:pt x="64062" y="109917"/>
                  </a:lnTo>
                  <a:lnTo>
                    <a:pt x="72070" y="102177"/>
                  </a:lnTo>
                  <a:lnTo>
                    <a:pt x="80078" y="82567"/>
                  </a:lnTo>
                  <a:lnTo>
                    <a:pt x="99391" y="82567"/>
                  </a:lnTo>
                  <a:lnTo>
                    <a:pt x="145083" y="0"/>
                  </a:lnTo>
                  <a:lnTo>
                    <a:pt x="267084" y="0"/>
                  </a:lnTo>
                  <a:lnTo>
                    <a:pt x="244003" y="33027"/>
                  </a:lnTo>
                  <a:lnTo>
                    <a:pt x="172874" y="33027"/>
                  </a:lnTo>
                  <a:lnTo>
                    <a:pt x="146025" y="85663"/>
                  </a:lnTo>
                  <a:lnTo>
                    <a:pt x="333920" y="85663"/>
                  </a:lnTo>
                  <a:lnTo>
                    <a:pt x="341039" y="110433"/>
                  </a:lnTo>
                  <a:lnTo>
                    <a:pt x="377309" y="110433"/>
                  </a:lnTo>
                  <a:lnTo>
                    <a:pt x="377718" y="127463"/>
                  </a:lnTo>
                  <a:lnTo>
                    <a:pt x="377780" y="130043"/>
                  </a:lnTo>
                  <a:lnTo>
                    <a:pt x="391441" y="130559"/>
                  </a:lnTo>
                  <a:lnTo>
                    <a:pt x="404159" y="130559"/>
                  </a:lnTo>
                  <a:lnTo>
                    <a:pt x="404159" y="250798"/>
                  </a:lnTo>
                  <a:lnTo>
                    <a:pt x="377309" y="251314"/>
                  </a:lnTo>
                  <a:lnTo>
                    <a:pt x="376877" y="274536"/>
                  </a:lnTo>
                  <a:lnTo>
                    <a:pt x="376839" y="276600"/>
                  </a:lnTo>
                  <a:lnTo>
                    <a:pt x="342452" y="276600"/>
                  </a:lnTo>
                  <a:lnTo>
                    <a:pt x="332560" y="306531"/>
                  </a:lnTo>
                  <a:lnTo>
                    <a:pt x="313718" y="307047"/>
                  </a:lnTo>
                  <a:lnTo>
                    <a:pt x="312365" y="365360"/>
                  </a:lnTo>
                  <a:lnTo>
                    <a:pt x="312305" y="367940"/>
                  </a:lnTo>
                  <a:lnTo>
                    <a:pt x="299586" y="367940"/>
                  </a:lnTo>
                  <a:lnTo>
                    <a:pt x="295347" y="377229"/>
                  </a:lnTo>
                  <a:lnTo>
                    <a:pt x="295347" y="438122"/>
                  </a:lnTo>
                  <a:lnTo>
                    <a:pt x="272737" y="438639"/>
                  </a:lnTo>
                  <a:lnTo>
                    <a:pt x="273746" y="700274"/>
                  </a:lnTo>
                  <a:lnTo>
                    <a:pt x="273829" y="721948"/>
                  </a:lnTo>
                  <a:lnTo>
                    <a:pt x="273893" y="738461"/>
                  </a:lnTo>
                  <a:lnTo>
                    <a:pt x="273967" y="757555"/>
                  </a:lnTo>
                  <a:lnTo>
                    <a:pt x="274048" y="778713"/>
                  </a:lnTo>
                  <a:lnTo>
                    <a:pt x="274150" y="805031"/>
                  </a:lnTo>
                  <a:lnTo>
                    <a:pt x="220450" y="860248"/>
                  </a:lnTo>
                  <a:close/>
                </a:path>
                <a:path w="404495" h="860425">
                  <a:moveTo>
                    <a:pt x="333920" y="85663"/>
                  </a:moveTo>
                  <a:lnTo>
                    <a:pt x="268497" y="85663"/>
                  </a:lnTo>
                  <a:lnTo>
                    <a:pt x="243532" y="33542"/>
                  </a:lnTo>
                  <a:lnTo>
                    <a:pt x="267084" y="515"/>
                  </a:lnTo>
                  <a:lnTo>
                    <a:pt x="309950" y="82051"/>
                  </a:lnTo>
                  <a:lnTo>
                    <a:pt x="333031" y="82567"/>
                  </a:lnTo>
                  <a:lnTo>
                    <a:pt x="333920" y="85663"/>
                  </a:lnTo>
                  <a:close/>
                </a:path>
              </a:pathLst>
            </a:custGeom>
            <a:solidFill>
              <a:srgbClr val="FF9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3765156" y="2244741"/>
              <a:ext cx="405130" cy="861060"/>
            </a:xfrm>
            <a:custGeom>
              <a:avLst/>
              <a:gdLst/>
              <a:ahLst/>
              <a:cxnLst/>
              <a:rect l="l" t="t" r="r" b="b"/>
              <a:pathLst>
                <a:path w="405129" h="861060">
                  <a:moveTo>
                    <a:pt x="220450" y="860764"/>
                  </a:moveTo>
                  <a:lnTo>
                    <a:pt x="151677" y="796774"/>
                  </a:lnTo>
                  <a:lnTo>
                    <a:pt x="176172" y="778713"/>
                  </a:lnTo>
                  <a:lnTo>
                    <a:pt x="176172" y="757555"/>
                  </a:lnTo>
                  <a:lnTo>
                    <a:pt x="151677" y="738461"/>
                  </a:lnTo>
                  <a:lnTo>
                    <a:pt x="176172" y="721948"/>
                  </a:lnTo>
                  <a:lnTo>
                    <a:pt x="172403" y="715240"/>
                  </a:lnTo>
                  <a:lnTo>
                    <a:pt x="151206" y="700274"/>
                  </a:lnTo>
                  <a:lnTo>
                    <a:pt x="147438" y="652798"/>
                  </a:lnTo>
                  <a:lnTo>
                    <a:pt x="144611" y="648670"/>
                  </a:lnTo>
                  <a:lnTo>
                    <a:pt x="176643" y="620803"/>
                  </a:lnTo>
                  <a:lnTo>
                    <a:pt x="176643" y="597065"/>
                  </a:lnTo>
                  <a:lnTo>
                    <a:pt x="151206" y="569198"/>
                  </a:lnTo>
                  <a:lnTo>
                    <a:pt x="176172" y="544428"/>
                  </a:lnTo>
                  <a:lnTo>
                    <a:pt x="176172" y="519658"/>
                  </a:lnTo>
                  <a:lnTo>
                    <a:pt x="151677" y="487663"/>
                  </a:lnTo>
                  <a:lnTo>
                    <a:pt x="146967" y="435542"/>
                  </a:lnTo>
                  <a:lnTo>
                    <a:pt x="117290" y="435542"/>
                  </a:lnTo>
                  <a:lnTo>
                    <a:pt x="117290" y="365360"/>
                  </a:lnTo>
                  <a:lnTo>
                    <a:pt x="99862" y="365360"/>
                  </a:lnTo>
                  <a:lnTo>
                    <a:pt x="99862" y="303951"/>
                  </a:lnTo>
                  <a:lnTo>
                    <a:pt x="79607" y="303951"/>
                  </a:lnTo>
                  <a:lnTo>
                    <a:pt x="70657" y="274536"/>
                  </a:lnTo>
                  <a:lnTo>
                    <a:pt x="30618" y="274536"/>
                  </a:lnTo>
                  <a:lnTo>
                    <a:pt x="30618" y="248734"/>
                  </a:lnTo>
                  <a:lnTo>
                    <a:pt x="0" y="248734"/>
                  </a:lnTo>
                  <a:lnTo>
                    <a:pt x="0" y="127463"/>
                  </a:lnTo>
                  <a:lnTo>
                    <a:pt x="30147" y="127463"/>
                  </a:lnTo>
                  <a:lnTo>
                    <a:pt x="30147" y="109917"/>
                  </a:lnTo>
                  <a:lnTo>
                    <a:pt x="64062" y="109917"/>
                  </a:lnTo>
                  <a:lnTo>
                    <a:pt x="72070" y="102177"/>
                  </a:lnTo>
                  <a:lnTo>
                    <a:pt x="80078" y="82567"/>
                  </a:lnTo>
                  <a:lnTo>
                    <a:pt x="99862" y="82567"/>
                  </a:lnTo>
                  <a:lnTo>
                    <a:pt x="145083" y="0"/>
                  </a:lnTo>
                  <a:lnTo>
                    <a:pt x="267084" y="0"/>
                  </a:lnTo>
                  <a:lnTo>
                    <a:pt x="244003" y="33027"/>
                  </a:lnTo>
                  <a:lnTo>
                    <a:pt x="172874" y="33027"/>
                  </a:lnTo>
                  <a:lnTo>
                    <a:pt x="146025" y="85663"/>
                  </a:lnTo>
                  <a:lnTo>
                    <a:pt x="333921" y="85663"/>
                  </a:lnTo>
                  <a:lnTo>
                    <a:pt x="341039" y="110433"/>
                  </a:lnTo>
                  <a:lnTo>
                    <a:pt x="377309" y="110433"/>
                  </a:lnTo>
                  <a:lnTo>
                    <a:pt x="377718" y="127463"/>
                  </a:lnTo>
                  <a:lnTo>
                    <a:pt x="377780" y="130043"/>
                  </a:lnTo>
                  <a:lnTo>
                    <a:pt x="391441" y="130559"/>
                  </a:lnTo>
                  <a:lnTo>
                    <a:pt x="404630" y="130559"/>
                  </a:lnTo>
                  <a:lnTo>
                    <a:pt x="404630" y="250798"/>
                  </a:lnTo>
                  <a:lnTo>
                    <a:pt x="377309" y="251314"/>
                  </a:lnTo>
                  <a:lnTo>
                    <a:pt x="376877" y="274536"/>
                  </a:lnTo>
                  <a:lnTo>
                    <a:pt x="376839" y="276600"/>
                  </a:lnTo>
                  <a:lnTo>
                    <a:pt x="342452" y="276600"/>
                  </a:lnTo>
                  <a:lnTo>
                    <a:pt x="332560" y="306531"/>
                  </a:lnTo>
                  <a:lnTo>
                    <a:pt x="313718" y="307047"/>
                  </a:lnTo>
                  <a:lnTo>
                    <a:pt x="312365" y="365360"/>
                  </a:lnTo>
                  <a:lnTo>
                    <a:pt x="312305" y="367940"/>
                  </a:lnTo>
                  <a:lnTo>
                    <a:pt x="299586" y="367940"/>
                  </a:lnTo>
                  <a:lnTo>
                    <a:pt x="296289" y="373101"/>
                  </a:lnTo>
                  <a:lnTo>
                    <a:pt x="296289" y="438639"/>
                  </a:lnTo>
                  <a:lnTo>
                    <a:pt x="272737" y="438639"/>
                  </a:lnTo>
                  <a:lnTo>
                    <a:pt x="273746" y="700274"/>
                  </a:lnTo>
                  <a:lnTo>
                    <a:pt x="273829" y="721948"/>
                  </a:lnTo>
                  <a:lnTo>
                    <a:pt x="273893" y="738461"/>
                  </a:lnTo>
                  <a:lnTo>
                    <a:pt x="273967" y="757555"/>
                  </a:lnTo>
                  <a:lnTo>
                    <a:pt x="274048" y="778713"/>
                  </a:lnTo>
                  <a:lnTo>
                    <a:pt x="274150" y="805031"/>
                  </a:lnTo>
                  <a:lnTo>
                    <a:pt x="220450" y="860764"/>
                  </a:lnTo>
                  <a:close/>
                </a:path>
                <a:path w="405129" h="861060">
                  <a:moveTo>
                    <a:pt x="333921" y="85663"/>
                  </a:moveTo>
                  <a:lnTo>
                    <a:pt x="268497" y="85663"/>
                  </a:lnTo>
                  <a:lnTo>
                    <a:pt x="243532" y="33543"/>
                  </a:lnTo>
                  <a:lnTo>
                    <a:pt x="267084" y="516"/>
                  </a:lnTo>
                  <a:lnTo>
                    <a:pt x="310420" y="82051"/>
                  </a:lnTo>
                  <a:lnTo>
                    <a:pt x="333031" y="82567"/>
                  </a:lnTo>
                  <a:lnTo>
                    <a:pt x="333921" y="85663"/>
                  </a:lnTo>
                  <a:close/>
                </a:path>
              </a:pathLst>
            </a:custGeom>
            <a:solidFill>
              <a:srgbClr val="BF7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3821682" y="2383042"/>
              <a:ext cx="286385" cy="99060"/>
            </a:xfrm>
            <a:custGeom>
              <a:avLst/>
              <a:gdLst/>
              <a:ahLst/>
              <a:cxnLst/>
              <a:rect l="l" t="t" r="r" b="b"/>
              <a:pathLst>
                <a:path w="286385" h="99060">
                  <a:moveTo>
                    <a:pt x="23081" y="98564"/>
                  </a:moveTo>
                  <a:lnTo>
                    <a:pt x="0" y="51088"/>
                  </a:lnTo>
                  <a:lnTo>
                    <a:pt x="24965" y="0"/>
                  </a:lnTo>
                  <a:lnTo>
                    <a:pt x="285926" y="0"/>
                  </a:lnTo>
                  <a:lnTo>
                    <a:pt x="283571" y="3612"/>
                  </a:lnTo>
                  <a:lnTo>
                    <a:pt x="27791" y="3612"/>
                  </a:lnTo>
                  <a:lnTo>
                    <a:pt x="4710" y="51088"/>
                  </a:lnTo>
                  <a:lnTo>
                    <a:pt x="27320" y="95468"/>
                  </a:lnTo>
                  <a:lnTo>
                    <a:pt x="23081" y="98564"/>
                  </a:lnTo>
                  <a:close/>
                </a:path>
              </a:pathLst>
            </a:custGeom>
            <a:solidFill>
              <a:srgbClr val="BF7F3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3797185" y="2348471"/>
              <a:ext cx="343535" cy="736600"/>
            </a:xfrm>
            <a:custGeom>
              <a:avLst/>
              <a:gdLst/>
              <a:ahLst/>
              <a:cxnLst/>
              <a:rect l="l" t="t" r="r" b="b"/>
              <a:pathLst>
                <a:path w="343535" h="736600">
                  <a:moveTo>
                    <a:pt x="165798" y="265252"/>
                  </a:moveTo>
                  <a:lnTo>
                    <a:pt x="156857" y="279704"/>
                  </a:lnTo>
                  <a:lnTo>
                    <a:pt x="157797" y="728141"/>
                  </a:lnTo>
                  <a:lnTo>
                    <a:pt x="165328" y="735368"/>
                  </a:lnTo>
                  <a:lnTo>
                    <a:pt x="165798" y="265252"/>
                  </a:lnTo>
                  <a:close/>
                </a:path>
                <a:path w="343535" h="736600">
                  <a:moveTo>
                    <a:pt x="214325" y="728662"/>
                  </a:moveTo>
                  <a:lnTo>
                    <a:pt x="212915" y="277634"/>
                  </a:lnTo>
                  <a:lnTo>
                    <a:pt x="206311" y="314794"/>
                  </a:lnTo>
                  <a:lnTo>
                    <a:pt x="207251" y="736396"/>
                  </a:lnTo>
                  <a:lnTo>
                    <a:pt x="214325" y="728662"/>
                  </a:lnTo>
                  <a:close/>
                </a:path>
                <a:path w="343535" h="736600">
                  <a:moveTo>
                    <a:pt x="301942" y="0"/>
                  </a:moveTo>
                  <a:lnTo>
                    <a:pt x="33909" y="0"/>
                  </a:lnTo>
                  <a:lnTo>
                    <a:pt x="33909" y="5156"/>
                  </a:lnTo>
                  <a:lnTo>
                    <a:pt x="301942" y="5156"/>
                  </a:lnTo>
                  <a:lnTo>
                    <a:pt x="301942" y="0"/>
                  </a:lnTo>
                  <a:close/>
                </a:path>
                <a:path w="343535" h="736600">
                  <a:moveTo>
                    <a:pt x="333032" y="81026"/>
                  </a:moveTo>
                  <a:lnTo>
                    <a:pt x="309943" y="34061"/>
                  </a:lnTo>
                  <a:lnTo>
                    <a:pt x="305701" y="37160"/>
                  </a:lnTo>
                  <a:lnTo>
                    <a:pt x="328320" y="81026"/>
                  </a:lnTo>
                  <a:lnTo>
                    <a:pt x="305231" y="129019"/>
                  </a:lnTo>
                  <a:lnTo>
                    <a:pt x="49453" y="129019"/>
                  </a:lnTo>
                  <a:lnTo>
                    <a:pt x="47104" y="132626"/>
                  </a:lnTo>
                  <a:lnTo>
                    <a:pt x="308063" y="132626"/>
                  </a:lnTo>
                  <a:lnTo>
                    <a:pt x="333032" y="81026"/>
                  </a:lnTo>
                  <a:close/>
                </a:path>
                <a:path w="343535" h="736600">
                  <a:moveTo>
                    <a:pt x="343395" y="19608"/>
                  </a:moveTo>
                  <a:lnTo>
                    <a:pt x="0" y="19608"/>
                  </a:lnTo>
                  <a:lnTo>
                    <a:pt x="0" y="24257"/>
                  </a:lnTo>
                  <a:lnTo>
                    <a:pt x="343395" y="24257"/>
                  </a:lnTo>
                  <a:lnTo>
                    <a:pt x="343395" y="19608"/>
                  </a:lnTo>
                  <a:close/>
                </a:path>
              </a:pathLst>
            </a:custGeom>
            <a:solidFill>
              <a:srgbClr val="FF9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3796716" y="2494508"/>
              <a:ext cx="345440" cy="610235"/>
            </a:xfrm>
            <a:custGeom>
              <a:avLst/>
              <a:gdLst/>
              <a:ahLst/>
              <a:cxnLst/>
              <a:rect l="l" t="t" r="r" b="b"/>
              <a:pathLst>
                <a:path w="345439" h="610235">
                  <a:moveTo>
                    <a:pt x="213385" y="132626"/>
                  </a:moveTo>
                  <a:lnTo>
                    <a:pt x="186994" y="182689"/>
                  </a:lnTo>
                  <a:lnTo>
                    <a:pt x="188887" y="609968"/>
                  </a:lnTo>
                  <a:lnTo>
                    <a:pt x="196888" y="601205"/>
                  </a:lnTo>
                  <a:lnTo>
                    <a:pt x="196888" y="190423"/>
                  </a:lnTo>
                  <a:lnTo>
                    <a:pt x="207251" y="163588"/>
                  </a:lnTo>
                  <a:lnTo>
                    <a:pt x="213385" y="132626"/>
                  </a:lnTo>
                  <a:close/>
                </a:path>
                <a:path w="345439" h="610235">
                  <a:moveTo>
                    <a:pt x="281686" y="56769"/>
                  </a:moveTo>
                  <a:lnTo>
                    <a:pt x="70650" y="56769"/>
                  </a:lnTo>
                  <a:lnTo>
                    <a:pt x="70650" y="67094"/>
                  </a:lnTo>
                  <a:lnTo>
                    <a:pt x="281686" y="67094"/>
                  </a:lnTo>
                  <a:lnTo>
                    <a:pt x="281686" y="56769"/>
                  </a:lnTo>
                  <a:close/>
                </a:path>
                <a:path w="345439" h="610235">
                  <a:moveTo>
                    <a:pt x="345274" y="0"/>
                  </a:moveTo>
                  <a:lnTo>
                    <a:pt x="0" y="0"/>
                  </a:lnTo>
                  <a:lnTo>
                    <a:pt x="0" y="11353"/>
                  </a:lnTo>
                  <a:lnTo>
                    <a:pt x="345274" y="11353"/>
                  </a:lnTo>
                  <a:lnTo>
                    <a:pt x="345274" y="0"/>
                  </a:lnTo>
                  <a:close/>
                </a:path>
              </a:pathLst>
            </a:custGeom>
            <a:solidFill>
              <a:srgbClr val="BF7F3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2" name="object 3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82447" y="2609586"/>
              <a:ext cx="184180" cy="71730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3836284" y="2518246"/>
              <a:ext cx="272415" cy="10160"/>
            </a:xfrm>
            <a:custGeom>
              <a:avLst/>
              <a:gdLst/>
              <a:ahLst/>
              <a:cxnLst/>
              <a:rect l="l" t="t" r="r" b="b"/>
              <a:pathLst>
                <a:path w="272414" h="10160">
                  <a:moveTo>
                    <a:pt x="2355" y="9804"/>
                  </a:moveTo>
                  <a:lnTo>
                    <a:pt x="0" y="515"/>
                  </a:lnTo>
                  <a:lnTo>
                    <a:pt x="272266" y="0"/>
                  </a:lnTo>
                  <a:lnTo>
                    <a:pt x="269439" y="9288"/>
                  </a:lnTo>
                  <a:lnTo>
                    <a:pt x="2355" y="9804"/>
                  </a:lnTo>
                  <a:close/>
                </a:path>
              </a:pathLst>
            </a:custGeom>
            <a:solidFill>
              <a:srgbClr val="BF7F3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4" name="object 34"/>
          <p:cNvSpPr txBox="1"/>
          <p:nvPr/>
        </p:nvSpPr>
        <p:spPr>
          <a:xfrm>
            <a:off x="4532202" y="2732993"/>
            <a:ext cx="1341120" cy="989330"/>
          </a:xfrm>
          <a:prstGeom prst="rect">
            <a:avLst/>
          </a:prstGeom>
          <a:ln w="9859">
            <a:solidFill>
              <a:srgbClr val="000000"/>
            </a:solidFill>
          </a:ln>
        </p:spPr>
        <p:txBody>
          <a:bodyPr wrap="square" lIns="0" tIns="41910" rIns="0" bIns="0" rtlCol="0" vert="horz">
            <a:spAutoFit/>
          </a:bodyPr>
          <a:lstStyle/>
          <a:p>
            <a:pPr marL="172085" marR="158750" indent="71120">
              <a:lnSpc>
                <a:spcPct val="101099"/>
              </a:lnSpc>
              <a:spcBef>
                <a:spcPts val="330"/>
              </a:spcBef>
            </a:pPr>
            <a:r>
              <a:rPr dirty="0" sz="2900" spc="-10" b="1">
                <a:latin typeface="Times New Roman"/>
                <a:cs typeface="Times New Roman"/>
              </a:rPr>
              <a:t>block cipher</a:t>
            </a:r>
            <a:endParaRPr sz="2900">
              <a:latin typeface="Times New Roman"/>
              <a:cs typeface="Times New Roman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5097415" y="2057597"/>
            <a:ext cx="210820" cy="629920"/>
            <a:chOff x="5097415" y="2057597"/>
            <a:chExt cx="210820" cy="629920"/>
          </a:xfrm>
        </p:grpSpPr>
        <p:sp>
          <p:nvSpPr>
            <p:cNvPr id="36" name="object 36"/>
            <p:cNvSpPr/>
            <p:nvPr/>
          </p:nvSpPr>
          <p:spPr>
            <a:xfrm>
              <a:off x="5103989" y="2064170"/>
              <a:ext cx="197485" cy="616585"/>
            </a:xfrm>
            <a:custGeom>
              <a:avLst/>
              <a:gdLst/>
              <a:ahLst/>
              <a:cxnLst/>
              <a:rect l="l" t="t" r="r" b="b"/>
              <a:pathLst>
                <a:path w="197485" h="616585">
                  <a:moveTo>
                    <a:pt x="147874" y="0"/>
                  </a:moveTo>
                  <a:lnTo>
                    <a:pt x="49291" y="0"/>
                  </a:lnTo>
                  <a:lnTo>
                    <a:pt x="49291" y="462178"/>
                  </a:lnTo>
                  <a:lnTo>
                    <a:pt x="0" y="462178"/>
                  </a:lnTo>
                  <a:lnTo>
                    <a:pt x="98582" y="616238"/>
                  </a:lnTo>
                  <a:lnTo>
                    <a:pt x="197166" y="462178"/>
                  </a:lnTo>
                  <a:lnTo>
                    <a:pt x="147874" y="462178"/>
                  </a:lnTo>
                  <a:lnTo>
                    <a:pt x="14787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5103988" y="2064169"/>
              <a:ext cx="197485" cy="616585"/>
            </a:xfrm>
            <a:custGeom>
              <a:avLst/>
              <a:gdLst/>
              <a:ahLst/>
              <a:cxnLst/>
              <a:rect l="l" t="t" r="r" b="b"/>
              <a:pathLst>
                <a:path w="197485" h="616585">
                  <a:moveTo>
                    <a:pt x="0" y="462179"/>
                  </a:moveTo>
                  <a:lnTo>
                    <a:pt x="98583" y="616239"/>
                  </a:lnTo>
                  <a:lnTo>
                    <a:pt x="197167" y="462179"/>
                  </a:lnTo>
                  <a:lnTo>
                    <a:pt x="147875" y="462179"/>
                  </a:lnTo>
                  <a:lnTo>
                    <a:pt x="147875" y="0"/>
                  </a:lnTo>
                  <a:lnTo>
                    <a:pt x="49291" y="0"/>
                  </a:lnTo>
                  <a:lnTo>
                    <a:pt x="49291" y="462179"/>
                  </a:lnTo>
                  <a:lnTo>
                    <a:pt x="0" y="462179"/>
                  </a:lnTo>
                  <a:close/>
                </a:path>
              </a:pathLst>
            </a:custGeom>
            <a:ln w="13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8" name="object 38"/>
          <p:cNvGrpSpPr/>
          <p:nvPr/>
        </p:nvGrpSpPr>
        <p:grpSpPr>
          <a:xfrm>
            <a:off x="5118775" y="3781421"/>
            <a:ext cx="207645" cy="626110"/>
            <a:chOff x="5118775" y="3781421"/>
            <a:chExt cx="207645" cy="626110"/>
          </a:xfrm>
        </p:grpSpPr>
        <p:sp>
          <p:nvSpPr>
            <p:cNvPr id="39" name="object 39"/>
            <p:cNvSpPr/>
            <p:nvPr/>
          </p:nvSpPr>
          <p:spPr>
            <a:xfrm>
              <a:off x="5123704" y="3786351"/>
              <a:ext cx="197485" cy="616585"/>
            </a:xfrm>
            <a:custGeom>
              <a:avLst/>
              <a:gdLst/>
              <a:ahLst/>
              <a:cxnLst/>
              <a:rect l="l" t="t" r="r" b="b"/>
              <a:pathLst>
                <a:path w="197485" h="616585">
                  <a:moveTo>
                    <a:pt x="147876" y="0"/>
                  </a:moveTo>
                  <a:lnTo>
                    <a:pt x="49292" y="0"/>
                  </a:lnTo>
                  <a:lnTo>
                    <a:pt x="49292" y="462179"/>
                  </a:lnTo>
                  <a:lnTo>
                    <a:pt x="0" y="462179"/>
                  </a:lnTo>
                  <a:lnTo>
                    <a:pt x="98585" y="616238"/>
                  </a:lnTo>
                  <a:lnTo>
                    <a:pt x="197167" y="462179"/>
                  </a:lnTo>
                  <a:lnTo>
                    <a:pt x="147876" y="462179"/>
                  </a:lnTo>
                  <a:lnTo>
                    <a:pt x="14787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5123705" y="3786350"/>
              <a:ext cx="197485" cy="616585"/>
            </a:xfrm>
            <a:custGeom>
              <a:avLst/>
              <a:gdLst/>
              <a:ahLst/>
              <a:cxnLst/>
              <a:rect l="l" t="t" r="r" b="b"/>
              <a:pathLst>
                <a:path w="197485" h="616585">
                  <a:moveTo>
                    <a:pt x="0" y="462179"/>
                  </a:moveTo>
                  <a:lnTo>
                    <a:pt x="98583" y="616239"/>
                  </a:lnTo>
                  <a:lnTo>
                    <a:pt x="197167" y="462179"/>
                  </a:lnTo>
                  <a:lnTo>
                    <a:pt x="147875" y="462179"/>
                  </a:lnTo>
                  <a:lnTo>
                    <a:pt x="147875" y="0"/>
                  </a:lnTo>
                  <a:lnTo>
                    <a:pt x="49291" y="0"/>
                  </a:lnTo>
                  <a:lnTo>
                    <a:pt x="49291" y="462179"/>
                  </a:lnTo>
                  <a:lnTo>
                    <a:pt x="0" y="462179"/>
                  </a:lnTo>
                  <a:close/>
                </a:path>
              </a:pathLst>
            </a:custGeom>
            <a:ln w="98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1" name="object 41"/>
          <p:cNvGrpSpPr/>
          <p:nvPr/>
        </p:nvGrpSpPr>
        <p:grpSpPr>
          <a:xfrm>
            <a:off x="6279008" y="2240097"/>
            <a:ext cx="730250" cy="1083945"/>
            <a:chOff x="6279008" y="2240097"/>
            <a:chExt cx="730250" cy="1083945"/>
          </a:xfrm>
        </p:grpSpPr>
        <p:sp>
          <p:nvSpPr>
            <p:cNvPr id="42" name="object 42"/>
            <p:cNvSpPr/>
            <p:nvPr/>
          </p:nvSpPr>
          <p:spPr>
            <a:xfrm>
              <a:off x="6386398" y="3119991"/>
              <a:ext cx="616585" cy="197485"/>
            </a:xfrm>
            <a:custGeom>
              <a:avLst/>
              <a:gdLst/>
              <a:ahLst/>
              <a:cxnLst/>
              <a:rect l="l" t="t" r="r" b="b"/>
              <a:pathLst>
                <a:path w="616584" h="197485">
                  <a:moveTo>
                    <a:pt x="462111" y="0"/>
                  </a:moveTo>
                  <a:lnTo>
                    <a:pt x="462111" y="49298"/>
                  </a:lnTo>
                  <a:lnTo>
                    <a:pt x="0" y="49298"/>
                  </a:lnTo>
                  <a:lnTo>
                    <a:pt x="0" y="147897"/>
                  </a:lnTo>
                  <a:lnTo>
                    <a:pt x="462111" y="147897"/>
                  </a:lnTo>
                  <a:lnTo>
                    <a:pt x="462111" y="197196"/>
                  </a:lnTo>
                  <a:lnTo>
                    <a:pt x="616149" y="98598"/>
                  </a:lnTo>
                  <a:lnTo>
                    <a:pt x="462111" y="0"/>
                  </a:lnTo>
                  <a:close/>
                </a:path>
              </a:pathLst>
            </a:custGeom>
            <a:solidFill>
              <a:srgbClr val="FF26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6386398" y="3119991"/>
              <a:ext cx="616585" cy="197485"/>
            </a:xfrm>
            <a:custGeom>
              <a:avLst/>
              <a:gdLst/>
              <a:ahLst/>
              <a:cxnLst/>
              <a:rect l="l" t="t" r="r" b="b"/>
              <a:pathLst>
                <a:path w="616584" h="197485">
                  <a:moveTo>
                    <a:pt x="462110" y="197195"/>
                  </a:moveTo>
                  <a:lnTo>
                    <a:pt x="616147" y="98597"/>
                  </a:lnTo>
                  <a:lnTo>
                    <a:pt x="462110" y="0"/>
                  </a:lnTo>
                  <a:lnTo>
                    <a:pt x="462110" y="49299"/>
                  </a:lnTo>
                  <a:lnTo>
                    <a:pt x="0" y="49299"/>
                  </a:lnTo>
                  <a:lnTo>
                    <a:pt x="0" y="147897"/>
                  </a:lnTo>
                  <a:lnTo>
                    <a:pt x="462110" y="147897"/>
                  </a:lnTo>
                  <a:lnTo>
                    <a:pt x="462110" y="197195"/>
                  </a:lnTo>
                  <a:close/>
                </a:path>
              </a:pathLst>
            </a:custGeom>
            <a:ln w="13146">
              <a:solidFill>
                <a:srgbClr val="FF26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/>
            <p:cNvSpPr/>
            <p:nvPr/>
          </p:nvSpPr>
          <p:spPr>
            <a:xfrm>
              <a:off x="6279008" y="2240097"/>
              <a:ext cx="404495" cy="860425"/>
            </a:xfrm>
            <a:custGeom>
              <a:avLst/>
              <a:gdLst/>
              <a:ahLst/>
              <a:cxnLst/>
              <a:rect l="l" t="t" r="r" b="b"/>
              <a:pathLst>
                <a:path w="404495" h="860425">
                  <a:moveTo>
                    <a:pt x="220450" y="860248"/>
                  </a:moveTo>
                  <a:lnTo>
                    <a:pt x="151677" y="796774"/>
                  </a:lnTo>
                  <a:lnTo>
                    <a:pt x="176172" y="778713"/>
                  </a:lnTo>
                  <a:lnTo>
                    <a:pt x="176172" y="757555"/>
                  </a:lnTo>
                  <a:lnTo>
                    <a:pt x="151677" y="738461"/>
                  </a:lnTo>
                  <a:lnTo>
                    <a:pt x="176172" y="721948"/>
                  </a:lnTo>
                  <a:lnTo>
                    <a:pt x="172403" y="715239"/>
                  </a:lnTo>
                  <a:lnTo>
                    <a:pt x="151206" y="700274"/>
                  </a:lnTo>
                  <a:lnTo>
                    <a:pt x="147438" y="652798"/>
                  </a:lnTo>
                  <a:lnTo>
                    <a:pt x="144612" y="648153"/>
                  </a:lnTo>
                  <a:lnTo>
                    <a:pt x="176643" y="620803"/>
                  </a:lnTo>
                  <a:lnTo>
                    <a:pt x="176643" y="597065"/>
                  </a:lnTo>
                  <a:lnTo>
                    <a:pt x="151206" y="569198"/>
                  </a:lnTo>
                  <a:lnTo>
                    <a:pt x="176172" y="544428"/>
                  </a:lnTo>
                  <a:lnTo>
                    <a:pt x="176172" y="519658"/>
                  </a:lnTo>
                  <a:lnTo>
                    <a:pt x="151677" y="487663"/>
                  </a:lnTo>
                  <a:lnTo>
                    <a:pt x="146967" y="435542"/>
                  </a:lnTo>
                  <a:lnTo>
                    <a:pt x="117291" y="435542"/>
                  </a:lnTo>
                  <a:lnTo>
                    <a:pt x="117291" y="365360"/>
                  </a:lnTo>
                  <a:lnTo>
                    <a:pt x="99391" y="365360"/>
                  </a:lnTo>
                  <a:lnTo>
                    <a:pt x="99391" y="303951"/>
                  </a:lnTo>
                  <a:lnTo>
                    <a:pt x="79607" y="303951"/>
                  </a:lnTo>
                  <a:lnTo>
                    <a:pt x="70657" y="274536"/>
                  </a:lnTo>
                  <a:lnTo>
                    <a:pt x="30618" y="274536"/>
                  </a:lnTo>
                  <a:lnTo>
                    <a:pt x="30618" y="248733"/>
                  </a:lnTo>
                  <a:lnTo>
                    <a:pt x="0" y="248733"/>
                  </a:lnTo>
                  <a:lnTo>
                    <a:pt x="0" y="127463"/>
                  </a:lnTo>
                  <a:lnTo>
                    <a:pt x="30147" y="127463"/>
                  </a:lnTo>
                  <a:lnTo>
                    <a:pt x="30147" y="109917"/>
                  </a:lnTo>
                  <a:lnTo>
                    <a:pt x="64062" y="109917"/>
                  </a:lnTo>
                  <a:lnTo>
                    <a:pt x="72070" y="102177"/>
                  </a:lnTo>
                  <a:lnTo>
                    <a:pt x="80078" y="82567"/>
                  </a:lnTo>
                  <a:lnTo>
                    <a:pt x="99391" y="82567"/>
                  </a:lnTo>
                  <a:lnTo>
                    <a:pt x="145083" y="0"/>
                  </a:lnTo>
                  <a:lnTo>
                    <a:pt x="267084" y="0"/>
                  </a:lnTo>
                  <a:lnTo>
                    <a:pt x="244003" y="33027"/>
                  </a:lnTo>
                  <a:lnTo>
                    <a:pt x="172874" y="33027"/>
                  </a:lnTo>
                  <a:lnTo>
                    <a:pt x="146025" y="85663"/>
                  </a:lnTo>
                  <a:lnTo>
                    <a:pt x="333920" y="85663"/>
                  </a:lnTo>
                  <a:lnTo>
                    <a:pt x="341039" y="110433"/>
                  </a:lnTo>
                  <a:lnTo>
                    <a:pt x="377309" y="110433"/>
                  </a:lnTo>
                  <a:lnTo>
                    <a:pt x="377719" y="127463"/>
                  </a:lnTo>
                  <a:lnTo>
                    <a:pt x="377781" y="130043"/>
                  </a:lnTo>
                  <a:lnTo>
                    <a:pt x="391441" y="130559"/>
                  </a:lnTo>
                  <a:lnTo>
                    <a:pt x="404159" y="130559"/>
                  </a:lnTo>
                  <a:lnTo>
                    <a:pt x="404159" y="250798"/>
                  </a:lnTo>
                  <a:lnTo>
                    <a:pt x="377309" y="251314"/>
                  </a:lnTo>
                  <a:lnTo>
                    <a:pt x="376877" y="274536"/>
                  </a:lnTo>
                  <a:lnTo>
                    <a:pt x="376838" y="276600"/>
                  </a:lnTo>
                  <a:lnTo>
                    <a:pt x="342452" y="276600"/>
                  </a:lnTo>
                  <a:lnTo>
                    <a:pt x="332559" y="306531"/>
                  </a:lnTo>
                  <a:lnTo>
                    <a:pt x="313718" y="307047"/>
                  </a:lnTo>
                  <a:lnTo>
                    <a:pt x="312365" y="365360"/>
                  </a:lnTo>
                  <a:lnTo>
                    <a:pt x="312305" y="367940"/>
                  </a:lnTo>
                  <a:lnTo>
                    <a:pt x="299586" y="367940"/>
                  </a:lnTo>
                  <a:lnTo>
                    <a:pt x="295347" y="377229"/>
                  </a:lnTo>
                  <a:lnTo>
                    <a:pt x="295347" y="438122"/>
                  </a:lnTo>
                  <a:lnTo>
                    <a:pt x="272737" y="438639"/>
                  </a:lnTo>
                  <a:lnTo>
                    <a:pt x="273746" y="700274"/>
                  </a:lnTo>
                  <a:lnTo>
                    <a:pt x="273829" y="721948"/>
                  </a:lnTo>
                  <a:lnTo>
                    <a:pt x="273893" y="738461"/>
                  </a:lnTo>
                  <a:lnTo>
                    <a:pt x="273967" y="757555"/>
                  </a:lnTo>
                  <a:lnTo>
                    <a:pt x="274048" y="778713"/>
                  </a:lnTo>
                  <a:lnTo>
                    <a:pt x="274150" y="805031"/>
                  </a:lnTo>
                  <a:lnTo>
                    <a:pt x="220450" y="860248"/>
                  </a:lnTo>
                  <a:close/>
                </a:path>
                <a:path w="404495" h="860425">
                  <a:moveTo>
                    <a:pt x="333920" y="85663"/>
                  </a:moveTo>
                  <a:lnTo>
                    <a:pt x="268497" y="85663"/>
                  </a:lnTo>
                  <a:lnTo>
                    <a:pt x="243532" y="33542"/>
                  </a:lnTo>
                  <a:lnTo>
                    <a:pt x="267084" y="515"/>
                  </a:lnTo>
                  <a:lnTo>
                    <a:pt x="309949" y="82051"/>
                  </a:lnTo>
                  <a:lnTo>
                    <a:pt x="333031" y="82567"/>
                  </a:lnTo>
                  <a:lnTo>
                    <a:pt x="333920" y="85663"/>
                  </a:lnTo>
                  <a:close/>
                </a:path>
              </a:pathLst>
            </a:custGeom>
            <a:solidFill>
              <a:srgbClr val="FF9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/>
            <p:cNvSpPr/>
            <p:nvPr/>
          </p:nvSpPr>
          <p:spPr>
            <a:xfrm>
              <a:off x="6288900" y="2244741"/>
              <a:ext cx="405130" cy="861060"/>
            </a:xfrm>
            <a:custGeom>
              <a:avLst/>
              <a:gdLst/>
              <a:ahLst/>
              <a:cxnLst/>
              <a:rect l="l" t="t" r="r" b="b"/>
              <a:pathLst>
                <a:path w="405129" h="861060">
                  <a:moveTo>
                    <a:pt x="220450" y="860764"/>
                  </a:moveTo>
                  <a:lnTo>
                    <a:pt x="151677" y="796774"/>
                  </a:lnTo>
                  <a:lnTo>
                    <a:pt x="176172" y="778713"/>
                  </a:lnTo>
                  <a:lnTo>
                    <a:pt x="176172" y="757555"/>
                  </a:lnTo>
                  <a:lnTo>
                    <a:pt x="151677" y="738461"/>
                  </a:lnTo>
                  <a:lnTo>
                    <a:pt x="176172" y="721948"/>
                  </a:lnTo>
                  <a:lnTo>
                    <a:pt x="172403" y="715240"/>
                  </a:lnTo>
                  <a:lnTo>
                    <a:pt x="151206" y="700274"/>
                  </a:lnTo>
                  <a:lnTo>
                    <a:pt x="147438" y="652798"/>
                  </a:lnTo>
                  <a:lnTo>
                    <a:pt x="144611" y="648670"/>
                  </a:lnTo>
                  <a:lnTo>
                    <a:pt x="176643" y="620803"/>
                  </a:lnTo>
                  <a:lnTo>
                    <a:pt x="176643" y="597065"/>
                  </a:lnTo>
                  <a:lnTo>
                    <a:pt x="151206" y="569198"/>
                  </a:lnTo>
                  <a:lnTo>
                    <a:pt x="176172" y="544428"/>
                  </a:lnTo>
                  <a:lnTo>
                    <a:pt x="176172" y="519658"/>
                  </a:lnTo>
                  <a:lnTo>
                    <a:pt x="151677" y="487663"/>
                  </a:lnTo>
                  <a:lnTo>
                    <a:pt x="146966" y="435542"/>
                  </a:lnTo>
                  <a:lnTo>
                    <a:pt x="117290" y="435542"/>
                  </a:lnTo>
                  <a:lnTo>
                    <a:pt x="117290" y="365360"/>
                  </a:lnTo>
                  <a:lnTo>
                    <a:pt x="99862" y="365360"/>
                  </a:lnTo>
                  <a:lnTo>
                    <a:pt x="99862" y="303951"/>
                  </a:lnTo>
                  <a:lnTo>
                    <a:pt x="79607" y="303951"/>
                  </a:lnTo>
                  <a:lnTo>
                    <a:pt x="70657" y="274536"/>
                  </a:lnTo>
                  <a:lnTo>
                    <a:pt x="30618" y="274536"/>
                  </a:lnTo>
                  <a:lnTo>
                    <a:pt x="30618" y="248734"/>
                  </a:lnTo>
                  <a:lnTo>
                    <a:pt x="0" y="248734"/>
                  </a:lnTo>
                  <a:lnTo>
                    <a:pt x="0" y="127463"/>
                  </a:lnTo>
                  <a:lnTo>
                    <a:pt x="30146" y="127463"/>
                  </a:lnTo>
                  <a:lnTo>
                    <a:pt x="30146" y="109917"/>
                  </a:lnTo>
                  <a:lnTo>
                    <a:pt x="64062" y="109917"/>
                  </a:lnTo>
                  <a:lnTo>
                    <a:pt x="72070" y="102177"/>
                  </a:lnTo>
                  <a:lnTo>
                    <a:pt x="80078" y="82567"/>
                  </a:lnTo>
                  <a:lnTo>
                    <a:pt x="99862" y="82567"/>
                  </a:lnTo>
                  <a:lnTo>
                    <a:pt x="145083" y="0"/>
                  </a:lnTo>
                  <a:lnTo>
                    <a:pt x="267084" y="0"/>
                  </a:lnTo>
                  <a:lnTo>
                    <a:pt x="244002" y="33027"/>
                  </a:lnTo>
                  <a:lnTo>
                    <a:pt x="172874" y="33027"/>
                  </a:lnTo>
                  <a:lnTo>
                    <a:pt x="146025" y="85663"/>
                  </a:lnTo>
                  <a:lnTo>
                    <a:pt x="333921" y="85663"/>
                  </a:lnTo>
                  <a:lnTo>
                    <a:pt x="341038" y="110433"/>
                  </a:lnTo>
                  <a:lnTo>
                    <a:pt x="377309" y="110433"/>
                  </a:lnTo>
                  <a:lnTo>
                    <a:pt x="377718" y="127463"/>
                  </a:lnTo>
                  <a:lnTo>
                    <a:pt x="377780" y="130043"/>
                  </a:lnTo>
                  <a:lnTo>
                    <a:pt x="391441" y="130559"/>
                  </a:lnTo>
                  <a:lnTo>
                    <a:pt x="404631" y="130559"/>
                  </a:lnTo>
                  <a:lnTo>
                    <a:pt x="404631" y="250798"/>
                  </a:lnTo>
                  <a:lnTo>
                    <a:pt x="377309" y="251314"/>
                  </a:lnTo>
                  <a:lnTo>
                    <a:pt x="376877" y="274536"/>
                  </a:lnTo>
                  <a:lnTo>
                    <a:pt x="376839" y="276600"/>
                  </a:lnTo>
                  <a:lnTo>
                    <a:pt x="342451" y="276600"/>
                  </a:lnTo>
                  <a:lnTo>
                    <a:pt x="332560" y="306531"/>
                  </a:lnTo>
                  <a:lnTo>
                    <a:pt x="313718" y="307047"/>
                  </a:lnTo>
                  <a:lnTo>
                    <a:pt x="312364" y="365360"/>
                  </a:lnTo>
                  <a:lnTo>
                    <a:pt x="312304" y="367940"/>
                  </a:lnTo>
                  <a:lnTo>
                    <a:pt x="299587" y="367940"/>
                  </a:lnTo>
                  <a:lnTo>
                    <a:pt x="296289" y="373101"/>
                  </a:lnTo>
                  <a:lnTo>
                    <a:pt x="296289" y="438639"/>
                  </a:lnTo>
                  <a:lnTo>
                    <a:pt x="272736" y="438639"/>
                  </a:lnTo>
                  <a:lnTo>
                    <a:pt x="273745" y="700274"/>
                  </a:lnTo>
                  <a:lnTo>
                    <a:pt x="273829" y="721948"/>
                  </a:lnTo>
                  <a:lnTo>
                    <a:pt x="273893" y="738461"/>
                  </a:lnTo>
                  <a:lnTo>
                    <a:pt x="273966" y="757555"/>
                  </a:lnTo>
                  <a:lnTo>
                    <a:pt x="274048" y="778713"/>
                  </a:lnTo>
                  <a:lnTo>
                    <a:pt x="274149" y="805031"/>
                  </a:lnTo>
                  <a:lnTo>
                    <a:pt x="220450" y="860764"/>
                  </a:lnTo>
                  <a:close/>
                </a:path>
                <a:path w="405129" h="861060">
                  <a:moveTo>
                    <a:pt x="333921" y="85663"/>
                  </a:moveTo>
                  <a:lnTo>
                    <a:pt x="268497" y="85663"/>
                  </a:lnTo>
                  <a:lnTo>
                    <a:pt x="243532" y="33543"/>
                  </a:lnTo>
                  <a:lnTo>
                    <a:pt x="267084" y="516"/>
                  </a:lnTo>
                  <a:lnTo>
                    <a:pt x="310421" y="82051"/>
                  </a:lnTo>
                  <a:lnTo>
                    <a:pt x="333031" y="82567"/>
                  </a:lnTo>
                  <a:lnTo>
                    <a:pt x="333921" y="85663"/>
                  </a:lnTo>
                  <a:close/>
                </a:path>
              </a:pathLst>
            </a:custGeom>
            <a:solidFill>
              <a:srgbClr val="BF7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/>
            <p:cNvSpPr/>
            <p:nvPr/>
          </p:nvSpPr>
          <p:spPr>
            <a:xfrm>
              <a:off x="6345426" y="2383042"/>
              <a:ext cx="286385" cy="99060"/>
            </a:xfrm>
            <a:custGeom>
              <a:avLst/>
              <a:gdLst/>
              <a:ahLst/>
              <a:cxnLst/>
              <a:rect l="l" t="t" r="r" b="b"/>
              <a:pathLst>
                <a:path w="286384" h="99060">
                  <a:moveTo>
                    <a:pt x="23081" y="98564"/>
                  </a:moveTo>
                  <a:lnTo>
                    <a:pt x="0" y="51088"/>
                  </a:lnTo>
                  <a:lnTo>
                    <a:pt x="24965" y="0"/>
                  </a:lnTo>
                  <a:lnTo>
                    <a:pt x="285925" y="0"/>
                  </a:lnTo>
                  <a:lnTo>
                    <a:pt x="283571" y="3612"/>
                  </a:lnTo>
                  <a:lnTo>
                    <a:pt x="27791" y="3612"/>
                  </a:lnTo>
                  <a:lnTo>
                    <a:pt x="4710" y="51088"/>
                  </a:lnTo>
                  <a:lnTo>
                    <a:pt x="27320" y="95468"/>
                  </a:lnTo>
                  <a:lnTo>
                    <a:pt x="23081" y="98564"/>
                  </a:lnTo>
                  <a:close/>
                </a:path>
              </a:pathLst>
            </a:custGeom>
            <a:solidFill>
              <a:srgbClr val="BF7F3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/>
            <p:cNvSpPr/>
            <p:nvPr/>
          </p:nvSpPr>
          <p:spPr>
            <a:xfrm>
              <a:off x="6320929" y="2348471"/>
              <a:ext cx="343535" cy="736600"/>
            </a:xfrm>
            <a:custGeom>
              <a:avLst/>
              <a:gdLst/>
              <a:ahLst/>
              <a:cxnLst/>
              <a:rect l="l" t="t" r="r" b="b"/>
              <a:pathLst>
                <a:path w="343534" h="736600">
                  <a:moveTo>
                    <a:pt x="165811" y="265252"/>
                  </a:moveTo>
                  <a:lnTo>
                    <a:pt x="156857" y="279704"/>
                  </a:lnTo>
                  <a:lnTo>
                    <a:pt x="157797" y="728141"/>
                  </a:lnTo>
                  <a:lnTo>
                    <a:pt x="165328" y="735368"/>
                  </a:lnTo>
                  <a:lnTo>
                    <a:pt x="165811" y="265252"/>
                  </a:lnTo>
                  <a:close/>
                </a:path>
                <a:path w="343534" h="736600">
                  <a:moveTo>
                    <a:pt x="214325" y="728662"/>
                  </a:moveTo>
                  <a:lnTo>
                    <a:pt x="212915" y="277634"/>
                  </a:lnTo>
                  <a:lnTo>
                    <a:pt x="206311" y="314794"/>
                  </a:lnTo>
                  <a:lnTo>
                    <a:pt x="207251" y="736396"/>
                  </a:lnTo>
                  <a:lnTo>
                    <a:pt x="214325" y="728662"/>
                  </a:lnTo>
                  <a:close/>
                </a:path>
                <a:path w="343534" h="736600">
                  <a:moveTo>
                    <a:pt x="301942" y="0"/>
                  </a:moveTo>
                  <a:lnTo>
                    <a:pt x="33909" y="0"/>
                  </a:lnTo>
                  <a:lnTo>
                    <a:pt x="33909" y="5156"/>
                  </a:lnTo>
                  <a:lnTo>
                    <a:pt x="301942" y="5156"/>
                  </a:lnTo>
                  <a:lnTo>
                    <a:pt x="301942" y="0"/>
                  </a:lnTo>
                  <a:close/>
                </a:path>
                <a:path w="343534" h="736600">
                  <a:moveTo>
                    <a:pt x="333032" y="81026"/>
                  </a:moveTo>
                  <a:lnTo>
                    <a:pt x="309943" y="34061"/>
                  </a:lnTo>
                  <a:lnTo>
                    <a:pt x="305701" y="37160"/>
                  </a:lnTo>
                  <a:lnTo>
                    <a:pt x="328320" y="81026"/>
                  </a:lnTo>
                  <a:lnTo>
                    <a:pt x="305231" y="129019"/>
                  </a:lnTo>
                  <a:lnTo>
                    <a:pt x="49453" y="129019"/>
                  </a:lnTo>
                  <a:lnTo>
                    <a:pt x="47104" y="132626"/>
                  </a:lnTo>
                  <a:lnTo>
                    <a:pt x="308063" y="132626"/>
                  </a:lnTo>
                  <a:lnTo>
                    <a:pt x="333032" y="81026"/>
                  </a:lnTo>
                  <a:close/>
                </a:path>
                <a:path w="343534" h="736600">
                  <a:moveTo>
                    <a:pt x="343395" y="19608"/>
                  </a:moveTo>
                  <a:lnTo>
                    <a:pt x="0" y="19608"/>
                  </a:lnTo>
                  <a:lnTo>
                    <a:pt x="0" y="24257"/>
                  </a:lnTo>
                  <a:lnTo>
                    <a:pt x="343395" y="24257"/>
                  </a:lnTo>
                  <a:lnTo>
                    <a:pt x="343395" y="19608"/>
                  </a:lnTo>
                  <a:close/>
                </a:path>
              </a:pathLst>
            </a:custGeom>
            <a:solidFill>
              <a:srgbClr val="FF9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/>
            <p:cNvSpPr/>
            <p:nvPr/>
          </p:nvSpPr>
          <p:spPr>
            <a:xfrm>
              <a:off x="6320460" y="2494508"/>
              <a:ext cx="345440" cy="610235"/>
            </a:xfrm>
            <a:custGeom>
              <a:avLst/>
              <a:gdLst/>
              <a:ahLst/>
              <a:cxnLst/>
              <a:rect l="l" t="t" r="r" b="b"/>
              <a:pathLst>
                <a:path w="345440" h="610235">
                  <a:moveTo>
                    <a:pt x="213385" y="132626"/>
                  </a:moveTo>
                  <a:lnTo>
                    <a:pt x="186994" y="182689"/>
                  </a:lnTo>
                  <a:lnTo>
                    <a:pt x="188887" y="609968"/>
                  </a:lnTo>
                  <a:lnTo>
                    <a:pt x="196888" y="601205"/>
                  </a:lnTo>
                  <a:lnTo>
                    <a:pt x="196888" y="190423"/>
                  </a:lnTo>
                  <a:lnTo>
                    <a:pt x="207251" y="163588"/>
                  </a:lnTo>
                  <a:lnTo>
                    <a:pt x="213385" y="132626"/>
                  </a:lnTo>
                  <a:close/>
                </a:path>
                <a:path w="345440" h="610235">
                  <a:moveTo>
                    <a:pt x="281686" y="56769"/>
                  </a:moveTo>
                  <a:lnTo>
                    <a:pt x="70650" y="56769"/>
                  </a:lnTo>
                  <a:lnTo>
                    <a:pt x="70650" y="67094"/>
                  </a:lnTo>
                  <a:lnTo>
                    <a:pt x="281686" y="67094"/>
                  </a:lnTo>
                  <a:lnTo>
                    <a:pt x="281686" y="56769"/>
                  </a:lnTo>
                  <a:close/>
                </a:path>
                <a:path w="345440" h="610235">
                  <a:moveTo>
                    <a:pt x="345274" y="0"/>
                  </a:moveTo>
                  <a:lnTo>
                    <a:pt x="0" y="0"/>
                  </a:lnTo>
                  <a:lnTo>
                    <a:pt x="0" y="11353"/>
                  </a:lnTo>
                  <a:lnTo>
                    <a:pt x="345274" y="11353"/>
                  </a:lnTo>
                  <a:lnTo>
                    <a:pt x="345274" y="0"/>
                  </a:lnTo>
                  <a:close/>
                </a:path>
              </a:pathLst>
            </a:custGeom>
            <a:solidFill>
              <a:srgbClr val="BF7F3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9" name="object 4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06191" y="2609586"/>
              <a:ext cx="184179" cy="71730"/>
            </a:xfrm>
            <a:prstGeom prst="rect">
              <a:avLst/>
            </a:prstGeom>
          </p:spPr>
        </p:pic>
        <p:sp>
          <p:nvSpPr>
            <p:cNvPr id="50" name="object 50"/>
            <p:cNvSpPr/>
            <p:nvPr/>
          </p:nvSpPr>
          <p:spPr>
            <a:xfrm>
              <a:off x="6360028" y="2518246"/>
              <a:ext cx="272415" cy="10160"/>
            </a:xfrm>
            <a:custGeom>
              <a:avLst/>
              <a:gdLst/>
              <a:ahLst/>
              <a:cxnLst/>
              <a:rect l="l" t="t" r="r" b="b"/>
              <a:pathLst>
                <a:path w="272415" h="10160">
                  <a:moveTo>
                    <a:pt x="2355" y="9804"/>
                  </a:moveTo>
                  <a:lnTo>
                    <a:pt x="0" y="515"/>
                  </a:lnTo>
                  <a:lnTo>
                    <a:pt x="272266" y="0"/>
                  </a:lnTo>
                  <a:lnTo>
                    <a:pt x="269440" y="9288"/>
                  </a:lnTo>
                  <a:lnTo>
                    <a:pt x="2355" y="9804"/>
                  </a:lnTo>
                  <a:close/>
                </a:path>
              </a:pathLst>
            </a:custGeom>
            <a:solidFill>
              <a:srgbClr val="BF7F3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1" name="object 51"/>
          <p:cNvSpPr txBox="1"/>
          <p:nvPr/>
        </p:nvSpPr>
        <p:spPr>
          <a:xfrm>
            <a:off x="7055946" y="2732993"/>
            <a:ext cx="1341120" cy="989330"/>
          </a:xfrm>
          <a:prstGeom prst="rect">
            <a:avLst/>
          </a:prstGeom>
          <a:ln w="9859">
            <a:solidFill>
              <a:srgbClr val="000000"/>
            </a:solidFill>
          </a:ln>
        </p:spPr>
        <p:txBody>
          <a:bodyPr wrap="square" lIns="0" tIns="41910" rIns="0" bIns="0" rtlCol="0" vert="horz">
            <a:spAutoFit/>
          </a:bodyPr>
          <a:lstStyle/>
          <a:p>
            <a:pPr marL="172085" marR="158750" indent="71120">
              <a:lnSpc>
                <a:spcPct val="101099"/>
              </a:lnSpc>
              <a:spcBef>
                <a:spcPts val="330"/>
              </a:spcBef>
            </a:pPr>
            <a:r>
              <a:rPr dirty="0" sz="2900" spc="-10" b="1">
                <a:latin typeface="Times New Roman"/>
                <a:cs typeface="Times New Roman"/>
              </a:rPr>
              <a:t>block cipher</a:t>
            </a:r>
            <a:endParaRPr sz="2900">
              <a:latin typeface="Times New Roman"/>
              <a:cs typeface="Times New Roman"/>
            </a:endParaRPr>
          </a:p>
        </p:txBody>
      </p:sp>
      <p:grpSp>
        <p:nvGrpSpPr>
          <p:cNvPr id="52" name="object 52"/>
          <p:cNvGrpSpPr/>
          <p:nvPr/>
        </p:nvGrpSpPr>
        <p:grpSpPr>
          <a:xfrm>
            <a:off x="7621159" y="2057597"/>
            <a:ext cx="210820" cy="629920"/>
            <a:chOff x="7621159" y="2057597"/>
            <a:chExt cx="210820" cy="629920"/>
          </a:xfrm>
        </p:grpSpPr>
        <p:sp>
          <p:nvSpPr>
            <p:cNvPr id="53" name="object 53"/>
            <p:cNvSpPr/>
            <p:nvPr/>
          </p:nvSpPr>
          <p:spPr>
            <a:xfrm>
              <a:off x="7627731" y="2064170"/>
              <a:ext cx="197485" cy="616585"/>
            </a:xfrm>
            <a:custGeom>
              <a:avLst/>
              <a:gdLst/>
              <a:ahLst/>
              <a:cxnLst/>
              <a:rect l="l" t="t" r="r" b="b"/>
              <a:pathLst>
                <a:path w="197484" h="616585">
                  <a:moveTo>
                    <a:pt x="147876" y="0"/>
                  </a:moveTo>
                  <a:lnTo>
                    <a:pt x="49292" y="0"/>
                  </a:lnTo>
                  <a:lnTo>
                    <a:pt x="49292" y="462178"/>
                  </a:lnTo>
                  <a:lnTo>
                    <a:pt x="0" y="462178"/>
                  </a:lnTo>
                  <a:lnTo>
                    <a:pt x="98583" y="616238"/>
                  </a:lnTo>
                  <a:lnTo>
                    <a:pt x="197168" y="462178"/>
                  </a:lnTo>
                  <a:lnTo>
                    <a:pt x="147876" y="462178"/>
                  </a:lnTo>
                  <a:lnTo>
                    <a:pt x="14787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/>
            <p:cNvSpPr/>
            <p:nvPr/>
          </p:nvSpPr>
          <p:spPr>
            <a:xfrm>
              <a:off x="7627731" y="2064169"/>
              <a:ext cx="197485" cy="616585"/>
            </a:xfrm>
            <a:custGeom>
              <a:avLst/>
              <a:gdLst/>
              <a:ahLst/>
              <a:cxnLst/>
              <a:rect l="l" t="t" r="r" b="b"/>
              <a:pathLst>
                <a:path w="197484" h="616585">
                  <a:moveTo>
                    <a:pt x="0" y="462179"/>
                  </a:moveTo>
                  <a:lnTo>
                    <a:pt x="98583" y="616239"/>
                  </a:lnTo>
                  <a:lnTo>
                    <a:pt x="197167" y="462179"/>
                  </a:lnTo>
                  <a:lnTo>
                    <a:pt x="147875" y="462179"/>
                  </a:lnTo>
                  <a:lnTo>
                    <a:pt x="147875" y="0"/>
                  </a:lnTo>
                  <a:lnTo>
                    <a:pt x="49292" y="0"/>
                  </a:lnTo>
                  <a:lnTo>
                    <a:pt x="49292" y="462179"/>
                  </a:lnTo>
                  <a:lnTo>
                    <a:pt x="0" y="462179"/>
                  </a:lnTo>
                  <a:close/>
                </a:path>
              </a:pathLst>
            </a:custGeom>
            <a:ln w="13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5" name="object 55"/>
          <p:cNvGrpSpPr/>
          <p:nvPr/>
        </p:nvGrpSpPr>
        <p:grpSpPr>
          <a:xfrm>
            <a:off x="7642519" y="3781421"/>
            <a:ext cx="207645" cy="626110"/>
            <a:chOff x="7642519" y="3781421"/>
            <a:chExt cx="207645" cy="626110"/>
          </a:xfrm>
        </p:grpSpPr>
        <p:sp>
          <p:nvSpPr>
            <p:cNvPr id="56" name="object 56"/>
            <p:cNvSpPr/>
            <p:nvPr/>
          </p:nvSpPr>
          <p:spPr>
            <a:xfrm>
              <a:off x="7647448" y="3786351"/>
              <a:ext cx="197485" cy="616585"/>
            </a:xfrm>
            <a:custGeom>
              <a:avLst/>
              <a:gdLst/>
              <a:ahLst/>
              <a:cxnLst/>
              <a:rect l="l" t="t" r="r" b="b"/>
              <a:pathLst>
                <a:path w="197484" h="616585">
                  <a:moveTo>
                    <a:pt x="147876" y="0"/>
                  </a:moveTo>
                  <a:lnTo>
                    <a:pt x="49292" y="0"/>
                  </a:lnTo>
                  <a:lnTo>
                    <a:pt x="49292" y="462179"/>
                  </a:lnTo>
                  <a:lnTo>
                    <a:pt x="0" y="462179"/>
                  </a:lnTo>
                  <a:lnTo>
                    <a:pt x="98583" y="616238"/>
                  </a:lnTo>
                  <a:lnTo>
                    <a:pt x="197167" y="462179"/>
                  </a:lnTo>
                  <a:lnTo>
                    <a:pt x="147876" y="462179"/>
                  </a:lnTo>
                  <a:lnTo>
                    <a:pt x="14787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/>
            <p:cNvSpPr/>
            <p:nvPr/>
          </p:nvSpPr>
          <p:spPr>
            <a:xfrm>
              <a:off x="7647448" y="3786350"/>
              <a:ext cx="197485" cy="616585"/>
            </a:xfrm>
            <a:custGeom>
              <a:avLst/>
              <a:gdLst/>
              <a:ahLst/>
              <a:cxnLst/>
              <a:rect l="l" t="t" r="r" b="b"/>
              <a:pathLst>
                <a:path w="197484" h="616585">
                  <a:moveTo>
                    <a:pt x="0" y="462179"/>
                  </a:moveTo>
                  <a:lnTo>
                    <a:pt x="98583" y="616239"/>
                  </a:lnTo>
                  <a:lnTo>
                    <a:pt x="197167" y="462179"/>
                  </a:lnTo>
                  <a:lnTo>
                    <a:pt x="147875" y="462179"/>
                  </a:lnTo>
                  <a:lnTo>
                    <a:pt x="147875" y="0"/>
                  </a:lnTo>
                  <a:lnTo>
                    <a:pt x="49292" y="0"/>
                  </a:lnTo>
                  <a:lnTo>
                    <a:pt x="49292" y="462179"/>
                  </a:lnTo>
                  <a:lnTo>
                    <a:pt x="0" y="462179"/>
                  </a:lnTo>
                  <a:close/>
                </a:path>
              </a:pathLst>
            </a:custGeom>
            <a:ln w="98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8" name="object 58"/>
          <p:cNvSpPr txBox="1"/>
          <p:nvPr/>
        </p:nvSpPr>
        <p:spPr>
          <a:xfrm>
            <a:off x="9083273" y="6731267"/>
            <a:ext cx="209550" cy="2463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50" spc="-25">
                <a:latin typeface="Times New Roman"/>
                <a:cs typeface="Times New Roman"/>
              </a:rPr>
              <a:t>36</a:t>
            </a:r>
            <a:endParaRPr sz="14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04924" rIns="0" bIns="0" rtlCol="0" vert="horz">
            <a:spAutoFit/>
          </a:bodyPr>
          <a:lstStyle/>
          <a:p>
            <a:pPr marL="806450">
              <a:lnSpc>
                <a:spcPct val="100000"/>
              </a:lnSpc>
              <a:spcBef>
                <a:spcPts val="105"/>
              </a:spcBef>
            </a:pPr>
            <a:r>
              <a:rPr dirty="0"/>
              <a:t>Data</a:t>
            </a:r>
            <a:r>
              <a:rPr dirty="0" spc="-50"/>
              <a:t> </a:t>
            </a:r>
            <a:r>
              <a:rPr dirty="0"/>
              <a:t>Encryption</a:t>
            </a:r>
            <a:r>
              <a:rPr dirty="0" spc="-50"/>
              <a:t> </a:t>
            </a:r>
            <a:r>
              <a:rPr dirty="0"/>
              <a:t>Standard</a:t>
            </a:r>
            <a:r>
              <a:rPr dirty="0" spc="-50"/>
              <a:t> </a:t>
            </a:r>
            <a:r>
              <a:rPr dirty="0" spc="-10"/>
              <a:t>(1977)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680"/>
              </a:lnSpc>
            </a:pPr>
            <a:fld id="{81D60167-4931-47E6-BA6A-407CBD079E47}" type="slidenum">
              <a:rPr dirty="0" spc="-25"/>
              <a:t>37</a:t>
            </a:fld>
          </a:p>
        </p:txBody>
      </p:sp>
      <p:sp>
        <p:nvSpPr>
          <p:cNvPr id="3" name="object 3"/>
          <p:cNvSpPr txBox="1"/>
          <p:nvPr/>
        </p:nvSpPr>
        <p:spPr>
          <a:xfrm>
            <a:off x="1643486" y="1998554"/>
            <a:ext cx="8066405" cy="3957320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marL="367030" marR="342265" indent="-354965">
              <a:lnSpc>
                <a:spcPts val="3929"/>
              </a:lnSpc>
              <a:spcBef>
                <a:spcPts val="265"/>
              </a:spcBef>
              <a:buChar char="•"/>
              <a:tabLst>
                <a:tab pos="367030" algn="l"/>
              </a:tabLst>
            </a:pPr>
            <a:r>
              <a:rPr dirty="0" sz="3300">
                <a:latin typeface="Times New Roman"/>
                <a:cs typeface="Times New Roman"/>
              </a:rPr>
              <a:t>encrypts</a:t>
            </a:r>
            <a:r>
              <a:rPr dirty="0" sz="3300" spc="-20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64</a:t>
            </a:r>
            <a:r>
              <a:rPr dirty="0" sz="3300" spc="-10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plaintext</a:t>
            </a:r>
            <a:r>
              <a:rPr dirty="0" sz="3300" spc="-10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bits</a:t>
            </a:r>
            <a:r>
              <a:rPr dirty="0" sz="3300" spc="-10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under</a:t>
            </a:r>
            <a:r>
              <a:rPr dirty="0" sz="3300" spc="-10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control</a:t>
            </a:r>
            <a:r>
              <a:rPr dirty="0" sz="3300" spc="-10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of</a:t>
            </a:r>
            <a:r>
              <a:rPr dirty="0" sz="3300" spc="-5">
                <a:latin typeface="Times New Roman"/>
                <a:cs typeface="Times New Roman"/>
              </a:rPr>
              <a:t> </a:t>
            </a:r>
            <a:r>
              <a:rPr dirty="0" sz="3300" spc="-50">
                <a:latin typeface="Times New Roman"/>
                <a:cs typeface="Times New Roman"/>
              </a:rPr>
              <a:t>a </a:t>
            </a:r>
            <a:r>
              <a:rPr dirty="0" sz="3300">
                <a:latin typeface="Times New Roman"/>
                <a:cs typeface="Times New Roman"/>
              </a:rPr>
              <a:t>56-bit</a:t>
            </a:r>
            <a:r>
              <a:rPr dirty="0" sz="3300" spc="-5">
                <a:latin typeface="Times New Roman"/>
                <a:cs typeface="Times New Roman"/>
              </a:rPr>
              <a:t> </a:t>
            </a:r>
            <a:r>
              <a:rPr dirty="0" sz="3300" spc="-25">
                <a:latin typeface="Times New Roman"/>
                <a:cs typeface="Times New Roman"/>
              </a:rPr>
              <a:t>key</a:t>
            </a:r>
            <a:endParaRPr sz="3300">
              <a:latin typeface="Times New Roman"/>
              <a:cs typeface="Times New Roman"/>
            </a:endParaRPr>
          </a:p>
          <a:p>
            <a:pPr marL="367030" indent="-354330">
              <a:lnSpc>
                <a:spcPct val="100000"/>
              </a:lnSpc>
              <a:spcBef>
                <a:spcPts val="750"/>
              </a:spcBef>
              <a:buChar char="•"/>
              <a:tabLst>
                <a:tab pos="367030" algn="l"/>
              </a:tabLst>
            </a:pPr>
            <a:r>
              <a:rPr dirty="0" sz="3300">
                <a:latin typeface="Times New Roman"/>
                <a:cs typeface="Times New Roman"/>
              </a:rPr>
              <a:t>16</a:t>
            </a:r>
            <a:r>
              <a:rPr dirty="0" sz="3300" spc="-2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iterations</a:t>
            </a:r>
            <a:r>
              <a:rPr dirty="0" sz="3300" spc="-1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of</a:t>
            </a:r>
            <a:r>
              <a:rPr dirty="0" sz="3300" spc="-1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a</a:t>
            </a:r>
            <a:r>
              <a:rPr dirty="0" sz="3300" spc="-1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relatively</a:t>
            </a:r>
            <a:r>
              <a:rPr dirty="0" sz="3300" spc="-1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simple</a:t>
            </a:r>
            <a:r>
              <a:rPr dirty="0" sz="3300" spc="-15">
                <a:latin typeface="Times New Roman"/>
                <a:cs typeface="Times New Roman"/>
              </a:rPr>
              <a:t> </a:t>
            </a:r>
            <a:r>
              <a:rPr dirty="0" sz="3300" spc="-10">
                <a:latin typeface="Times New Roman"/>
                <a:cs typeface="Times New Roman"/>
              </a:rPr>
              <a:t>mapping</a:t>
            </a:r>
            <a:endParaRPr sz="3300">
              <a:latin typeface="Times New Roman"/>
              <a:cs typeface="Times New Roman"/>
            </a:endParaRPr>
          </a:p>
          <a:p>
            <a:pPr marL="367030" marR="271145" indent="-354965">
              <a:lnSpc>
                <a:spcPct val="100000"/>
              </a:lnSpc>
              <a:spcBef>
                <a:spcPts val="805"/>
              </a:spcBef>
              <a:buChar char="•"/>
              <a:tabLst>
                <a:tab pos="367030" algn="l"/>
              </a:tabLst>
            </a:pPr>
            <a:r>
              <a:rPr dirty="0" sz="3300">
                <a:latin typeface="Times New Roman"/>
                <a:cs typeface="Times New Roman"/>
              </a:rPr>
              <a:t>FIPS:</a:t>
            </a:r>
            <a:r>
              <a:rPr dirty="0" sz="3300" spc="-20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US</a:t>
            </a:r>
            <a:r>
              <a:rPr dirty="0" sz="3300" spc="-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government</a:t>
            </a:r>
            <a:r>
              <a:rPr dirty="0" sz="3300" spc="-10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standard</a:t>
            </a:r>
            <a:r>
              <a:rPr dirty="0" sz="3300" spc="-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for</a:t>
            </a:r>
            <a:r>
              <a:rPr dirty="0" sz="3300" spc="-5">
                <a:latin typeface="Times New Roman"/>
                <a:cs typeface="Times New Roman"/>
              </a:rPr>
              <a:t> </a:t>
            </a:r>
            <a:r>
              <a:rPr dirty="0" sz="3300" spc="-10">
                <a:latin typeface="Times New Roman"/>
                <a:cs typeface="Times New Roman"/>
              </a:rPr>
              <a:t>sensitive </a:t>
            </a:r>
            <a:r>
              <a:rPr dirty="0" sz="3300">
                <a:latin typeface="Times New Roman"/>
                <a:cs typeface="Times New Roman"/>
              </a:rPr>
              <a:t>but</a:t>
            </a:r>
            <a:r>
              <a:rPr dirty="0" sz="3300" spc="-1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unclassified</a:t>
            </a:r>
            <a:r>
              <a:rPr dirty="0" sz="3300" spc="-15">
                <a:latin typeface="Times New Roman"/>
                <a:cs typeface="Times New Roman"/>
              </a:rPr>
              <a:t> </a:t>
            </a:r>
            <a:r>
              <a:rPr dirty="0" sz="3300" spc="-20">
                <a:latin typeface="Times New Roman"/>
                <a:cs typeface="Times New Roman"/>
              </a:rPr>
              <a:t>data</a:t>
            </a:r>
            <a:endParaRPr sz="3300">
              <a:latin typeface="Times New Roman"/>
              <a:cs typeface="Times New Roman"/>
            </a:endParaRPr>
          </a:p>
          <a:p>
            <a:pPr marL="367030" indent="-354330">
              <a:lnSpc>
                <a:spcPct val="100000"/>
              </a:lnSpc>
              <a:spcBef>
                <a:spcPts val="775"/>
              </a:spcBef>
              <a:buChar char="•"/>
              <a:tabLst>
                <a:tab pos="367030" algn="l"/>
              </a:tabLst>
            </a:pPr>
            <a:r>
              <a:rPr dirty="0" sz="3300">
                <a:latin typeface="Times New Roman"/>
                <a:cs typeface="Times New Roman"/>
              </a:rPr>
              <a:t>worldwide</a:t>
            </a:r>
            <a:r>
              <a:rPr dirty="0" sz="3300" spc="-2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de</a:t>
            </a:r>
            <a:r>
              <a:rPr dirty="0" sz="3300" spc="-10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facto</a:t>
            </a:r>
            <a:r>
              <a:rPr dirty="0" sz="3300" spc="-10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standard</a:t>
            </a:r>
            <a:r>
              <a:rPr dirty="0" sz="3300" spc="-1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since</a:t>
            </a:r>
            <a:r>
              <a:rPr dirty="0" sz="3300" spc="-10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early</a:t>
            </a:r>
            <a:r>
              <a:rPr dirty="0" sz="3300" spc="-10">
                <a:latin typeface="Times New Roman"/>
                <a:cs typeface="Times New Roman"/>
              </a:rPr>
              <a:t> 80ies</a:t>
            </a:r>
            <a:endParaRPr sz="3300">
              <a:latin typeface="Times New Roman"/>
              <a:cs typeface="Times New Roman"/>
            </a:endParaRPr>
          </a:p>
          <a:p>
            <a:pPr marL="367030" indent="-354330">
              <a:lnSpc>
                <a:spcPct val="100000"/>
              </a:lnSpc>
              <a:spcBef>
                <a:spcPts val="800"/>
              </a:spcBef>
              <a:buChar char="•"/>
              <a:tabLst>
                <a:tab pos="367030" algn="l"/>
              </a:tabLst>
            </a:pPr>
            <a:r>
              <a:rPr dirty="0" sz="3300">
                <a:latin typeface="Times New Roman"/>
                <a:cs typeface="Times New Roman"/>
              </a:rPr>
              <a:t>surrounded</a:t>
            </a:r>
            <a:r>
              <a:rPr dirty="0" sz="3300" spc="-1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by </a:t>
            </a:r>
            <a:r>
              <a:rPr dirty="0" sz="3300" spc="-10">
                <a:latin typeface="Times New Roman"/>
                <a:cs typeface="Times New Roman"/>
              </a:rPr>
              <a:t>controversy</a:t>
            </a:r>
            <a:endParaRPr sz="33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696265" y="539301"/>
            <a:ext cx="6659880" cy="72009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Security</a:t>
            </a:r>
            <a:r>
              <a:rPr dirty="0" spc="-15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/>
              <a:t>DES</a:t>
            </a:r>
            <a:r>
              <a:rPr dirty="0" spc="-15"/>
              <a:t> </a:t>
            </a:r>
            <a:r>
              <a:rPr dirty="0"/>
              <a:t>(56</a:t>
            </a:r>
            <a:r>
              <a:rPr dirty="0" spc="-15"/>
              <a:t> </a:t>
            </a:r>
            <a:r>
              <a:rPr dirty="0"/>
              <a:t>bit</a:t>
            </a:r>
            <a:r>
              <a:rPr dirty="0" spc="-15"/>
              <a:t> </a:t>
            </a:r>
            <a:r>
              <a:rPr dirty="0" spc="-20"/>
              <a:t>key)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353160" y="1503528"/>
            <a:ext cx="5901690" cy="4925695"/>
          </a:xfrm>
          <a:prstGeom prst="rect">
            <a:avLst/>
          </a:prstGeom>
        </p:spPr>
        <p:txBody>
          <a:bodyPr wrap="square" lIns="0" tIns="109855" rIns="0" bIns="0" rtlCol="0" vert="horz">
            <a:spAutoFit/>
          </a:bodyPr>
          <a:lstStyle/>
          <a:p>
            <a:pPr marL="392430" indent="-354330">
              <a:lnSpc>
                <a:spcPct val="100000"/>
              </a:lnSpc>
              <a:spcBef>
                <a:spcPts val="865"/>
              </a:spcBef>
              <a:buChar char="•"/>
              <a:tabLst>
                <a:tab pos="392430" algn="l"/>
              </a:tabLst>
            </a:pPr>
            <a:r>
              <a:rPr dirty="0" sz="3300">
                <a:latin typeface="Times New Roman"/>
                <a:cs typeface="Times New Roman"/>
              </a:rPr>
              <a:t>PC:</a:t>
            </a:r>
            <a:r>
              <a:rPr dirty="0" sz="3300" spc="-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trying</a:t>
            </a:r>
            <a:r>
              <a:rPr dirty="0" sz="3300" spc="-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1 DES</a:t>
            </a:r>
            <a:r>
              <a:rPr dirty="0" sz="3300" spc="-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key:</a:t>
            </a:r>
            <a:r>
              <a:rPr dirty="0" sz="3300" spc="-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15 </a:t>
            </a:r>
            <a:r>
              <a:rPr dirty="0" sz="3300" spc="-25">
                <a:latin typeface="Times New Roman"/>
                <a:cs typeface="Times New Roman"/>
              </a:rPr>
              <a:t>ns</a:t>
            </a:r>
            <a:endParaRPr sz="3300">
              <a:latin typeface="Times New Roman"/>
              <a:cs typeface="Times New Roman"/>
            </a:endParaRPr>
          </a:p>
          <a:p>
            <a:pPr marL="392430" indent="-354330">
              <a:lnSpc>
                <a:spcPct val="100000"/>
              </a:lnSpc>
              <a:spcBef>
                <a:spcPts val="770"/>
              </a:spcBef>
              <a:buChar char="•"/>
              <a:tabLst>
                <a:tab pos="392430" algn="l"/>
              </a:tabLst>
            </a:pPr>
            <a:r>
              <a:rPr dirty="0" sz="3300">
                <a:latin typeface="Times New Roman"/>
                <a:cs typeface="Times New Roman"/>
              </a:rPr>
              <a:t>Trying</a:t>
            </a:r>
            <a:r>
              <a:rPr dirty="0" sz="3300" spc="-10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all</a:t>
            </a:r>
            <a:r>
              <a:rPr dirty="0" sz="3300" spc="-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keys</a:t>
            </a:r>
            <a:r>
              <a:rPr dirty="0" sz="3300" spc="-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on</a:t>
            </a:r>
            <a:r>
              <a:rPr dirty="0" sz="3300" spc="-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250</a:t>
            </a:r>
            <a:r>
              <a:rPr dirty="0" sz="3300" spc="-5">
                <a:latin typeface="Times New Roman"/>
                <a:cs typeface="Times New Roman"/>
              </a:rPr>
              <a:t> </a:t>
            </a:r>
            <a:r>
              <a:rPr dirty="0" sz="3300" spc="-20">
                <a:latin typeface="Times New Roman"/>
                <a:cs typeface="Times New Roman"/>
              </a:rPr>
              <a:t>PCs:</a:t>
            </a:r>
            <a:endParaRPr sz="3300">
              <a:latin typeface="Times New Roman"/>
              <a:cs typeface="Times New Roman"/>
            </a:endParaRPr>
          </a:p>
          <a:p>
            <a:pPr marL="392430">
              <a:lnSpc>
                <a:spcPct val="100000"/>
              </a:lnSpc>
              <a:spcBef>
                <a:spcPts val="5"/>
              </a:spcBef>
              <a:tabLst>
                <a:tab pos="5282565" algn="l"/>
              </a:tabLst>
            </a:pPr>
            <a:r>
              <a:rPr dirty="0" sz="3300">
                <a:latin typeface="Times New Roman"/>
                <a:cs typeface="Times New Roman"/>
              </a:rPr>
              <a:t>1</a:t>
            </a:r>
            <a:r>
              <a:rPr dirty="0" sz="3300" spc="-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month: 2</a:t>
            </a:r>
            <a:r>
              <a:rPr dirty="0" baseline="16414" sz="3300">
                <a:latin typeface="Times New Roman"/>
                <a:cs typeface="Times New Roman"/>
              </a:rPr>
              <a:t>26</a:t>
            </a:r>
            <a:r>
              <a:rPr dirty="0" baseline="16414" sz="3300" spc="40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x 2</a:t>
            </a:r>
            <a:r>
              <a:rPr dirty="0" baseline="16414" sz="3300">
                <a:latin typeface="Times New Roman"/>
                <a:cs typeface="Times New Roman"/>
              </a:rPr>
              <a:t>16</a:t>
            </a:r>
            <a:r>
              <a:rPr dirty="0" baseline="16414" sz="3300" spc="412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x</a:t>
            </a:r>
            <a:r>
              <a:rPr dirty="0" sz="3300" spc="-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2</a:t>
            </a:r>
            <a:r>
              <a:rPr dirty="0" baseline="16414" sz="3300">
                <a:latin typeface="Times New Roman"/>
                <a:cs typeface="Times New Roman"/>
              </a:rPr>
              <a:t>5</a:t>
            </a:r>
            <a:r>
              <a:rPr dirty="0" baseline="16414" sz="3300" spc="412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x </a:t>
            </a:r>
            <a:r>
              <a:rPr dirty="0" sz="3300" spc="-25">
                <a:latin typeface="Times New Roman"/>
                <a:cs typeface="Times New Roman"/>
              </a:rPr>
              <a:t>2</a:t>
            </a:r>
            <a:r>
              <a:rPr dirty="0" baseline="16414" sz="3300" spc="-37">
                <a:latin typeface="Times New Roman"/>
                <a:cs typeface="Times New Roman"/>
              </a:rPr>
              <a:t>8=</a:t>
            </a:r>
            <a:r>
              <a:rPr dirty="0" baseline="16414" sz="3300">
                <a:latin typeface="Times New Roman"/>
                <a:cs typeface="Times New Roman"/>
              </a:rPr>
              <a:t>	</a:t>
            </a:r>
            <a:r>
              <a:rPr dirty="0" sz="3300" spc="-25">
                <a:latin typeface="Times New Roman"/>
                <a:cs typeface="Times New Roman"/>
              </a:rPr>
              <a:t>2</a:t>
            </a:r>
            <a:r>
              <a:rPr dirty="0" baseline="16414" sz="3300" spc="-37">
                <a:latin typeface="Times New Roman"/>
                <a:cs typeface="Times New Roman"/>
              </a:rPr>
              <a:t>55</a:t>
            </a:r>
            <a:endParaRPr baseline="16414" sz="3300">
              <a:latin typeface="Times New Roman"/>
              <a:cs typeface="Times New Roman"/>
            </a:endParaRPr>
          </a:p>
          <a:p>
            <a:pPr marL="392430" marR="500380" indent="-354965">
              <a:lnSpc>
                <a:spcPct val="100000"/>
              </a:lnSpc>
              <a:spcBef>
                <a:spcPts val="869"/>
              </a:spcBef>
              <a:buChar char="•"/>
              <a:tabLst>
                <a:tab pos="392430" algn="l"/>
              </a:tabLst>
            </a:pPr>
            <a:r>
              <a:rPr dirty="0" sz="3300">
                <a:latin typeface="Times New Roman"/>
                <a:cs typeface="Times New Roman"/>
              </a:rPr>
              <a:t>M.</a:t>
            </a:r>
            <a:r>
              <a:rPr dirty="0" sz="3300" spc="-1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Wiener’s</a:t>
            </a:r>
            <a:r>
              <a:rPr dirty="0" sz="3300" spc="-1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design</a:t>
            </a:r>
            <a:r>
              <a:rPr dirty="0" sz="3300" spc="-10">
                <a:latin typeface="Times New Roman"/>
                <a:cs typeface="Times New Roman"/>
              </a:rPr>
              <a:t> (1993): </a:t>
            </a:r>
            <a:r>
              <a:rPr dirty="0" sz="3300">
                <a:latin typeface="Times New Roman"/>
                <a:cs typeface="Times New Roman"/>
              </a:rPr>
              <a:t>1,000,000</a:t>
            </a:r>
            <a:r>
              <a:rPr dirty="0" sz="3300" spc="-20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$</a:t>
            </a:r>
            <a:r>
              <a:rPr dirty="0" sz="3300" spc="-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machine:</a:t>
            </a:r>
            <a:r>
              <a:rPr dirty="0" sz="3300" spc="-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3</a:t>
            </a:r>
            <a:r>
              <a:rPr dirty="0" sz="3300" spc="-5">
                <a:latin typeface="Times New Roman"/>
                <a:cs typeface="Times New Roman"/>
              </a:rPr>
              <a:t> </a:t>
            </a:r>
            <a:r>
              <a:rPr dirty="0" sz="3300" spc="-10">
                <a:latin typeface="Times New Roman"/>
                <a:cs typeface="Times New Roman"/>
              </a:rPr>
              <a:t>hours</a:t>
            </a:r>
            <a:endParaRPr sz="3300">
              <a:latin typeface="Times New Roman"/>
              <a:cs typeface="Times New Roman"/>
            </a:endParaRPr>
          </a:p>
          <a:p>
            <a:pPr marL="392430">
              <a:lnSpc>
                <a:spcPts val="3445"/>
              </a:lnSpc>
            </a:pPr>
            <a:r>
              <a:rPr dirty="0" sz="2900">
                <a:latin typeface="Times New Roman"/>
                <a:cs typeface="Times New Roman"/>
              </a:rPr>
              <a:t>(in</a:t>
            </a:r>
            <a:r>
              <a:rPr dirty="0" sz="2900" spc="-20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2010:</a:t>
            </a:r>
            <a:r>
              <a:rPr dirty="0" sz="2900" spc="-15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5</a:t>
            </a:r>
            <a:r>
              <a:rPr dirty="0" sz="2900" spc="-15">
                <a:latin typeface="Times New Roman"/>
                <a:cs typeface="Times New Roman"/>
              </a:rPr>
              <a:t> </a:t>
            </a:r>
            <a:r>
              <a:rPr dirty="0" sz="2900" spc="-10">
                <a:latin typeface="Times New Roman"/>
                <a:cs typeface="Times New Roman"/>
              </a:rPr>
              <a:t>seconds)</a:t>
            </a:r>
            <a:endParaRPr sz="2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900">
              <a:latin typeface="Times New Roman"/>
              <a:cs typeface="Times New Roman"/>
            </a:endParaRPr>
          </a:p>
          <a:p>
            <a:pPr marL="560070" marR="17780">
              <a:lnSpc>
                <a:spcPct val="120800"/>
              </a:lnSpc>
              <a:spcBef>
                <a:spcPts val="5"/>
              </a:spcBef>
            </a:pPr>
            <a:r>
              <a:rPr dirty="0" sz="3300">
                <a:latin typeface="Times New Roman"/>
                <a:cs typeface="Times New Roman"/>
              </a:rPr>
              <a:t>EFF</a:t>
            </a:r>
            <a:r>
              <a:rPr dirty="0" sz="3300" spc="-20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Deep</a:t>
            </a:r>
            <a:r>
              <a:rPr dirty="0" sz="3300" spc="-10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Crack</a:t>
            </a:r>
            <a:r>
              <a:rPr dirty="0" sz="3300" spc="-10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(July</a:t>
            </a:r>
            <a:r>
              <a:rPr dirty="0" sz="3300" spc="-5">
                <a:latin typeface="Times New Roman"/>
                <a:cs typeface="Times New Roman"/>
              </a:rPr>
              <a:t> </a:t>
            </a:r>
            <a:r>
              <a:rPr dirty="0" sz="3300" spc="-10">
                <a:latin typeface="Times New Roman"/>
                <a:cs typeface="Times New Roman"/>
              </a:rPr>
              <a:t>1998) </a:t>
            </a:r>
            <a:r>
              <a:rPr dirty="0" sz="3300">
                <a:latin typeface="Times New Roman"/>
                <a:cs typeface="Times New Roman"/>
              </a:rPr>
              <a:t>250,000</a:t>
            </a:r>
            <a:r>
              <a:rPr dirty="0" sz="3300" spc="-10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$</a:t>
            </a:r>
            <a:r>
              <a:rPr dirty="0" sz="3300" spc="-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machine:</a:t>
            </a:r>
            <a:r>
              <a:rPr dirty="0" sz="3300" spc="-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50</a:t>
            </a:r>
            <a:r>
              <a:rPr dirty="0" sz="3300" spc="-5">
                <a:latin typeface="Times New Roman"/>
                <a:cs typeface="Times New Roman"/>
              </a:rPr>
              <a:t> </a:t>
            </a:r>
            <a:r>
              <a:rPr dirty="0" sz="3300" spc="-10">
                <a:latin typeface="Times New Roman"/>
                <a:cs typeface="Times New Roman"/>
              </a:rPr>
              <a:t>hours…</a:t>
            </a:r>
            <a:endParaRPr sz="330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15141" y="228600"/>
            <a:ext cx="2568575" cy="7104380"/>
            <a:chOff x="615141" y="228600"/>
            <a:chExt cx="2568575" cy="710438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5141" y="4645798"/>
              <a:ext cx="2568106" cy="26868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5141" y="228600"/>
              <a:ext cx="1735074" cy="227433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15141" y="2502929"/>
              <a:ext cx="2099833" cy="2142867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680"/>
              </a:lnSpc>
            </a:pPr>
            <a:fld id="{81D60167-4931-47E6-BA6A-407CBD079E47}" type="slidenum">
              <a:rPr dirty="0" spc="-25"/>
              <a:t>37</a:t>
            </a:fld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244869" y="420985"/>
            <a:ext cx="4683760" cy="72009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DES:</a:t>
            </a:r>
            <a:r>
              <a:rPr dirty="0" spc="-45"/>
              <a:t> </a:t>
            </a:r>
            <a:r>
              <a:rPr dirty="0"/>
              <a:t>security</a:t>
            </a:r>
            <a:r>
              <a:rPr dirty="0" spc="-40"/>
              <a:t> </a:t>
            </a:r>
            <a:r>
              <a:rPr dirty="0" spc="-10"/>
              <a:t>(ct’d)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53118" y="1651819"/>
            <a:ext cx="7798434" cy="4815205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marL="367030" marR="5080" indent="-354965">
              <a:lnSpc>
                <a:spcPts val="3929"/>
              </a:lnSpc>
              <a:spcBef>
                <a:spcPts val="265"/>
              </a:spcBef>
              <a:buChar char="•"/>
              <a:tabLst>
                <a:tab pos="367030" algn="l"/>
              </a:tabLst>
            </a:pPr>
            <a:r>
              <a:rPr dirty="0" sz="3300">
                <a:latin typeface="Times New Roman"/>
                <a:cs typeface="Times New Roman"/>
              </a:rPr>
              <a:t>Moore’s</a:t>
            </a:r>
            <a:r>
              <a:rPr dirty="0" sz="3300" spc="-2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“law”:</a:t>
            </a:r>
            <a:r>
              <a:rPr dirty="0" sz="3300" spc="-1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speed</a:t>
            </a:r>
            <a:r>
              <a:rPr dirty="0" sz="3300" spc="-10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of</a:t>
            </a:r>
            <a:r>
              <a:rPr dirty="0" sz="3300" spc="-1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computers</a:t>
            </a:r>
            <a:r>
              <a:rPr dirty="0" sz="3300" spc="-10">
                <a:latin typeface="Times New Roman"/>
                <a:cs typeface="Times New Roman"/>
              </a:rPr>
              <a:t> doubles </a:t>
            </a:r>
            <a:r>
              <a:rPr dirty="0" sz="3300">
                <a:latin typeface="Times New Roman"/>
                <a:cs typeface="Times New Roman"/>
              </a:rPr>
              <a:t>every</a:t>
            </a:r>
            <a:r>
              <a:rPr dirty="0" sz="3300" spc="-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18</a:t>
            </a:r>
            <a:r>
              <a:rPr dirty="0" sz="3300" spc="-5">
                <a:latin typeface="Times New Roman"/>
                <a:cs typeface="Times New Roman"/>
              </a:rPr>
              <a:t> </a:t>
            </a:r>
            <a:r>
              <a:rPr dirty="0" sz="3300" spc="-10">
                <a:latin typeface="Times New Roman"/>
                <a:cs typeface="Times New Roman"/>
              </a:rPr>
              <a:t>months</a:t>
            </a:r>
            <a:endParaRPr sz="3300">
              <a:latin typeface="Times New Roman"/>
              <a:cs typeface="Times New Roman"/>
            </a:endParaRPr>
          </a:p>
          <a:p>
            <a:pPr lvl="1" marL="780415" indent="-294640">
              <a:lnSpc>
                <a:spcPct val="100000"/>
              </a:lnSpc>
              <a:spcBef>
                <a:spcPts val="640"/>
              </a:spcBef>
              <a:buChar char="–"/>
              <a:tabLst>
                <a:tab pos="780415" algn="l"/>
              </a:tabLst>
            </a:pPr>
            <a:r>
              <a:rPr dirty="0" sz="2900">
                <a:latin typeface="Times New Roman"/>
                <a:cs typeface="Times New Roman"/>
              </a:rPr>
              <a:t>key</a:t>
            </a:r>
            <a:r>
              <a:rPr dirty="0" sz="2900" spc="-50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lengths</a:t>
            </a:r>
            <a:r>
              <a:rPr dirty="0" sz="2900" spc="-50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need</a:t>
            </a:r>
            <a:r>
              <a:rPr dirty="0" sz="2900" spc="-45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to</a:t>
            </a:r>
            <a:r>
              <a:rPr dirty="0" sz="2900" spc="-50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grow</a:t>
            </a:r>
            <a:r>
              <a:rPr dirty="0" sz="2900" spc="-50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in</a:t>
            </a:r>
            <a:r>
              <a:rPr dirty="0" sz="2900" spc="-45">
                <a:latin typeface="Times New Roman"/>
                <a:cs typeface="Times New Roman"/>
              </a:rPr>
              <a:t> </a:t>
            </a:r>
            <a:r>
              <a:rPr dirty="0" sz="2900" spc="-20">
                <a:latin typeface="Times New Roman"/>
                <a:cs typeface="Times New Roman"/>
              </a:rPr>
              <a:t>time</a:t>
            </a:r>
            <a:endParaRPr sz="2900">
              <a:latin typeface="Times New Roman"/>
              <a:cs typeface="Times New Roman"/>
            </a:endParaRPr>
          </a:p>
          <a:p>
            <a:pPr marL="367030" indent="-354330">
              <a:lnSpc>
                <a:spcPct val="100000"/>
              </a:lnSpc>
              <a:spcBef>
                <a:spcPts val="770"/>
              </a:spcBef>
              <a:buChar char="•"/>
              <a:tabLst>
                <a:tab pos="367030" algn="l"/>
              </a:tabLst>
            </a:pPr>
            <a:r>
              <a:rPr dirty="0" sz="3300">
                <a:latin typeface="Times New Roman"/>
                <a:cs typeface="Times New Roman"/>
              </a:rPr>
              <a:t>Use</a:t>
            </a:r>
            <a:r>
              <a:rPr dirty="0" sz="3300" spc="-10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new</a:t>
            </a:r>
            <a:r>
              <a:rPr dirty="0" sz="3300" spc="-10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algorithms</a:t>
            </a:r>
            <a:r>
              <a:rPr dirty="0" sz="3300" spc="-10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with</a:t>
            </a:r>
            <a:r>
              <a:rPr dirty="0" sz="3300" spc="-10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longer</a:t>
            </a:r>
            <a:r>
              <a:rPr dirty="0" sz="3300" spc="-10">
                <a:latin typeface="Times New Roman"/>
                <a:cs typeface="Times New Roman"/>
              </a:rPr>
              <a:t> </a:t>
            </a:r>
            <a:r>
              <a:rPr dirty="0" sz="3300" spc="-20">
                <a:latin typeface="Times New Roman"/>
                <a:cs typeface="Times New Roman"/>
              </a:rPr>
              <a:t>keys</a:t>
            </a:r>
            <a:endParaRPr sz="3300">
              <a:latin typeface="Times New Roman"/>
              <a:cs typeface="Times New Roman"/>
            </a:endParaRPr>
          </a:p>
          <a:p>
            <a:pPr lvl="1" marL="779780" marR="793115" indent="-294640">
              <a:lnSpc>
                <a:spcPct val="102000"/>
              </a:lnSpc>
              <a:spcBef>
                <a:spcPts val="620"/>
              </a:spcBef>
              <a:buChar char="–"/>
              <a:tabLst>
                <a:tab pos="788035" algn="l"/>
              </a:tabLst>
            </a:pPr>
            <a:r>
              <a:rPr dirty="0" sz="2900">
                <a:latin typeface="Times New Roman"/>
                <a:cs typeface="Times New Roman"/>
              </a:rPr>
              <a:t>adding</a:t>
            </a:r>
            <a:r>
              <a:rPr dirty="0" sz="2900" spc="-30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1</a:t>
            </a:r>
            <a:r>
              <a:rPr dirty="0" sz="2900" spc="-30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key</a:t>
            </a:r>
            <a:r>
              <a:rPr dirty="0" sz="2900" spc="-30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bits</a:t>
            </a:r>
            <a:r>
              <a:rPr dirty="0" sz="2900" spc="-30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doubles</a:t>
            </a:r>
            <a:r>
              <a:rPr dirty="0" sz="2900" spc="-30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the</a:t>
            </a:r>
            <a:r>
              <a:rPr dirty="0" sz="2900" spc="-30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work</a:t>
            </a:r>
            <a:r>
              <a:rPr dirty="0" sz="2900" spc="-30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for</a:t>
            </a:r>
            <a:r>
              <a:rPr dirty="0" sz="2900" spc="-30">
                <a:latin typeface="Times New Roman"/>
                <a:cs typeface="Times New Roman"/>
              </a:rPr>
              <a:t> </a:t>
            </a:r>
            <a:r>
              <a:rPr dirty="0" sz="2900" spc="-25">
                <a:latin typeface="Times New Roman"/>
                <a:cs typeface="Times New Roman"/>
              </a:rPr>
              <a:t>the </a:t>
            </a:r>
            <a:r>
              <a:rPr dirty="0" sz="2900" spc="-25">
                <a:latin typeface="Times New Roman"/>
                <a:cs typeface="Times New Roman"/>
              </a:rPr>
              <a:t>	</a:t>
            </a:r>
            <a:r>
              <a:rPr dirty="0" sz="2900" spc="-10">
                <a:latin typeface="Times New Roman"/>
                <a:cs typeface="Times New Roman"/>
              </a:rPr>
              <a:t>attacker</a:t>
            </a:r>
            <a:endParaRPr sz="2900">
              <a:latin typeface="Times New Roman"/>
              <a:cs typeface="Times New Roman"/>
            </a:endParaRPr>
          </a:p>
          <a:p>
            <a:pPr marL="367030" indent="-354330">
              <a:lnSpc>
                <a:spcPct val="100000"/>
              </a:lnSpc>
              <a:spcBef>
                <a:spcPts val="745"/>
              </a:spcBef>
              <a:buChar char="•"/>
              <a:tabLst>
                <a:tab pos="367030" algn="l"/>
              </a:tabLst>
            </a:pPr>
            <a:r>
              <a:rPr dirty="0" sz="3300">
                <a:latin typeface="Times New Roman"/>
                <a:cs typeface="Times New Roman"/>
              </a:rPr>
              <a:t>Key</a:t>
            </a:r>
            <a:r>
              <a:rPr dirty="0" sz="3300" spc="-30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length</a:t>
            </a:r>
            <a:r>
              <a:rPr dirty="0" sz="3300" spc="-20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recommendations</a:t>
            </a:r>
            <a:r>
              <a:rPr dirty="0" sz="3300" spc="-20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in</a:t>
            </a:r>
            <a:r>
              <a:rPr dirty="0" sz="3300" spc="-15">
                <a:latin typeface="Times New Roman"/>
                <a:cs typeface="Times New Roman"/>
              </a:rPr>
              <a:t> </a:t>
            </a:r>
            <a:r>
              <a:rPr dirty="0" sz="3300" spc="-20">
                <a:latin typeface="Times New Roman"/>
                <a:cs typeface="Times New Roman"/>
              </a:rPr>
              <a:t>2009</a:t>
            </a:r>
            <a:endParaRPr sz="3300">
              <a:latin typeface="Times New Roman"/>
              <a:cs typeface="Times New Roman"/>
            </a:endParaRPr>
          </a:p>
          <a:p>
            <a:pPr lvl="1" marL="780415" indent="-294640">
              <a:lnSpc>
                <a:spcPct val="100000"/>
              </a:lnSpc>
              <a:spcBef>
                <a:spcPts val="690"/>
              </a:spcBef>
              <a:buChar char="–"/>
              <a:tabLst>
                <a:tab pos="780415" algn="l"/>
              </a:tabLst>
            </a:pPr>
            <a:r>
              <a:rPr dirty="0" sz="2900">
                <a:latin typeface="Times New Roman"/>
                <a:cs typeface="Times New Roman"/>
              </a:rPr>
              <a:t>&lt;</a:t>
            </a:r>
            <a:r>
              <a:rPr dirty="0" sz="2900" spc="-25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64</a:t>
            </a:r>
            <a:r>
              <a:rPr dirty="0" sz="2900" spc="-25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bits:</a:t>
            </a:r>
            <a:r>
              <a:rPr dirty="0" sz="2900" spc="-25">
                <a:latin typeface="Times New Roman"/>
                <a:cs typeface="Times New Roman"/>
              </a:rPr>
              <a:t> </a:t>
            </a:r>
            <a:r>
              <a:rPr dirty="0" sz="2900" spc="-10">
                <a:latin typeface="Times New Roman"/>
                <a:cs typeface="Times New Roman"/>
              </a:rPr>
              <a:t>insecure</a:t>
            </a:r>
            <a:endParaRPr sz="2900">
              <a:latin typeface="Times New Roman"/>
              <a:cs typeface="Times New Roman"/>
            </a:endParaRPr>
          </a:p>
          <a:p>
            <a:pPr lvl="1" marL="780415" indent="-294640">
              <a:lnSpc>
                <a:spcPct val="100000"/>
              </a:lnSpc>
              <a:spcBef>
                <a:spcPts val="765"/>
              </a:spcBef>
              <a:buChar char="–"/>
              <a:tabLst>
                <a:tab pos="780415" algn="l"/>
              </a:tabLst>
            </a:pPr>
            <a:r>
              <a:rPr dirty="0" sz="2900">
                <a:latin typeface="Times New Roman"/>
                <a:cs typeface="Times New Roman"/>
              </a:rPr>
              <a:t>80</a:t>
            </a:r>
            <a:r>
              <a:rPr dirty="0" sz="2900" spc="-20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bits:</a:t>
            </a:r>
            <a:r>
              <a:rPr dirty="0" sz="2900" spc="-20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3-5</a:t>
            </a:r>
            <a:r>
              <a:rPr dirty="0" sz="2900" spc="-15">
                <a:latin typeface="Times New Roman"/>
                <a:cs typeface="Times New Roman"/>
              </a:rPr>
              <a:t> </a:t>
            </a:r>
            <a:r>
              <a:rPr dirty="0" sz="2900" spc="-20">
                <a:latin typeface="Times New Roman"/>
                <a:cs typeface="Times New Roman"/>
              </a:rPr>
              <a:t>years</a:t>
            </a:r>
            <a:endParaRPr sz="29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026320" y="6525460"/>
            <a:ext cx="3418840" cy="46735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900">
                <a:latin typeface="Times New Roman"/>
                <a:cs typeface="Times New Roman"/>
              </a:rPr>
              <a:t>–</a:t>
            </a:r>
            <a:r>
              <a:rPr dirty="0" sz="2900" spc="125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100</a:t>
            </a:r>
            <a:r>
              <a:rPr dirty="0" sz="2900" spc="-20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bits:</a:t>
            </a:r>
            <a:r>
              <a:rPr dirty="0" sz="2900" spc="-25">
                <a:latin typeface="Times New Roman"/>
                <a:cs typeface="Times New Roman"/>
              </a:rPr>
              <a:t> </a:t>
            </a:r>
            <a:r>
              <a:rPr dirty="0" sz="2900" spc="-20">
                <a:latin typeface="Times New Roman"/>
                <a:cs typeface="Times New Roman"/>
              </a:rPr>
              <a:t>20-</a:t>
            </a:r>
            <a:r>
              <a:rPr dirty="0" sz="2900">
                <a:latin typeface="Times New Roman"/>
                <a:cs typeface="Times New Roman"/>
              </a:rPr>
              <a:t>25</a:t>
            </a:r>
            <a:r>
              <a:rPr dirty="0" sz="2900" spc="-25">
                <a:latin typeface="Times New Roman"/>
                <a:cs typeface="Times New Roman"/>
              </a:rPr>
              <a:t> </a:t>
            </a:r>
            <a:r>
              <a:rPr dirty="0" sz="2900" spc="-10">
                <a:latin typeface="Times New Roman"/>
                <a:cs typeface="Times New Roman"/>
              </a:rPr>
              <a:t>years</a:t>
            </a:r>
            <a:endParaRPr sz="29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083273" y="6731267"/>
            <a:ext cx="209550" cy="2463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50" spc="-25">
                <a:latin typeface="Times New Roman"/>
                <a:cs typeface="Times New Roman"/>
              </a:rPr>
              <a:t>39</a:t>
            </a:r>
            <a:endParaRPr sz="14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34570" rIns="0" bIns="0" rtlCol="0" vert="horz">
            <a:spAutoFit/>
          </a:bodyPr>
          <a:lstStyle/>
          <a:p>
            <a:pPr marL="1367155">
              <a:lnSpc>
                <a:spcPct val="100000"/>
              </a:lnSpc>
              <a:spcBef>
                <a:spcPts val="90"/>
              </a:spcBef>
            </a:pPr>
            <a:r>
              <a:rPr dirty="0" sz="4150"/>
              <a:t>Federal</a:t>
            </a:r>
            <a:r>
              <a:rPr dirty="0" sz="4150" spc="-100"/>
              <a:t> </a:t>
            </a:r>
            <a:r>
              <a:rPr dirty="0" sz="4150"/>
              <a:t>Register,</a:t>
            </a:r>
            <a:r>
              <a:rPr dirty="0" sz="4150" spc="-100"/>
              <a:t> </a:t>
            </a:r>
            <a:r>
              <a:rPr dirty="0" sz="4150"/>
              <a:t>July</a:t>
            </a:r>
            <a:r>
              <a:rPr dirty="0" sz="4150" spc="-100"/>
              <a:t> </a:t>
            </a:r>
            <a:r>
              <a:rPr dirty="0" sz="4150"/>
              <a:t>24,</a:t>
            </a:r>
            <a:r>
              <a:rPr dirty="0" sz="4150" spc="-95"/>
              <a:t> </a:t>
            </a:r>
            <a:r>
              <a:rPr dirty="0" sz="4150" spc="-20"/>
              <a:t>2004</a:t>
            </a:r>
            <a:endParaRPr sz="4150"/>
          </a:p>
        </p:txBody>
      </p:sp>
      <p:sp>
        <p:nvSpPr>
          <p:cNvPr id="5" name="object 5"/>
          <p:cNvSpPr txBox="1"/>
          <p:nvPr/>
        </p:nvSpPr>
        <p:spPr>
          <a:xfrm>
            <a:off x="9793075" y="6909065"/>
            <a:ext cx="209550" cy="229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80"/>
              </a:lnSpc>
            </a:pPr>
            <a:r>
              <a:rPr dirty="0" sz="1450" spc="-25">
                <a:latin typeface="Times New Roman"/>
                <a:cs typeface="Times New Roman"/>
              </a:rPr>
              <a:t>40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idx="2" sz="half"/>
          </p:nvPr>
        </p:nvSpPr>
        <p:spPr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DEPARTMENT</a:t>
            </a:r>
            <a:r>
              <a:rPr dirty="0" spc="-5"/>
              <a:t> </a:t>
            </a:r>
            <a:r>
              <a:rPr dirty="0"/>
              <a:t>OF</a:t>
            </a:r>
            <a:r>
              <a:rPr dirty="0" spc="-5"/>
              <a:t> </a:t>
            </a:r>
            <a:r>
              <a:rPr dirty="0" spc="-10"/>
              <a:t>COMMERCE</a:t>
            </a:r>
          </a:p>
          <a:p>
            <a:pPr>
              <a:lnSpc>
                <a:spcPct val="100000"/>
              </a:lnSpc>
              <a:spcBef>
                <a:spcPts val="250"/>
              </a:spcBef>
            </a:pPr>
          </a:p>
          <a:p>
            <a:pPr marL="12700" marR="208279">
              <a:lnSpc>
                <a:spcPts val="2170"/>
              </a:lnSpc>
              <a:spcBef>
                <a:spcPts val="5"/>
              </a:spcBef>
            </a:pPr>
            <a:r>
              <a:rPr dirty="0"/>
              <a:t>National</a:t>
            </a:r>
            <a:r>
              <a:rPr dirty="0" spc="5"/>
              <a:t> </a:t>
            </a:r>
            <a:r>
              <a:rPr dirty="0"/>
              <a:t>Institute</a:t>
            </a:r>
            <a:r>
              <a:rPr dirty="0" spc="10"/>
              <a:t> </a:t>
            </a:r>
            <a:r>
              <a:rPr dirty="0"/>
              <a:t>of</a:t>
            </a:r>
            <a:r>
              <a:rPr dirty="0" spc="10"/>
              <a:t> </a:t>
            </a:r>
            <a:r>
              <a:rPr dirty="0"/>
              <a:t>Standards</a:t>
            </a:r>
            <a:r>
              <a:rPr dirty="0" spc="5"/>
              <a:t> </a:t>
            </a:r>
            <a:r>
              <a:rPr dirty="0" spc="-25"/>
              <a:t>and </a:t>
            </a:r>
            <a:r>
              <a:rPr dirty="0" spc="-10"/>
              <a:t>Technology</a:t>
            </a:r>
          </a:p>
          <a:p>
            <a:pPr marL="12700">
              <a:lnSpc>
                <a:spcPts val="2215"/>
              </a:lnSpc>
            </a:pPr>
            <a:r>
              <a:rPr dirty="0"/>
              <a:t>[Docket No. 040602169– 4169– </a:t>
            </a:r>
            <a:r>
              <a:rPr dirty="0" spc="-25"/>
              <a:t>01]</a:t>
            </a:r>
          </a:p>
          <a:p>
            <a:pPr>
              <a:lnSpc>
                <a:spcPct val="100000"/>
              </a:lnSpc>
              <a:spcBef>
                <a:spcPts val="45"/>
              </a:spcBef>
            </a:pPr>
          </a:p>
          <a:p>
            <a:pPr marL="12700" marR="5080">
              <a:lnSpc>
                <a:spcPct val="102600"/>
              </a:lnSpc>
            </a:pPr>
            <a:r>
              <a:rPr dirty="0"/>
              <a:t>Announcing</a:t>
            </a:r>
            <a:r>
              <a:rPr dirty="0" spc="5"/>
              <a:t> </a:t>
            </a:r>
            <a:r>
              <a:rPr dirty="0"/>
              <a:t>Proposed</a:t>
            </a:r>
            <a:r>
              <a:rPr dirty="0" spc="10"/>
              <a:t> </a:t>
            </a:r>
            <a:r>
              <a:rPr dirty="0"/>
              <a:t>Withdrawal</a:t>
            </a:r>
            <a:r>
              <a:rPr dirty="0" spc="10"/>
              <a:t> </a:t>
            </a:r>
            <a:r>
              <a:rPr dirty="0" spc="-25"/>
              <a:t>of </a:t>
            </a:r>
            <a:r>
              <a:rPr dirty="0"/>
              <a:t>Federal</a:t>
            </a:r>
            <a:r>
              <a:rPr dirty="0" spc="-5"/>
              <a:t> </a:t>
            </a:r>
            <a:r>
              <a:rPr dirty="0"/>
              <a:t>Information </a:t>
            </a:r>
            <a:r>
              <a:rPr dirty="0" spc="-10"/>
              <a:t>Processing</a:t>
            </a:r>
          </a:p>
          <a:p>
            <a:pPr marL="367030">
              <a:lnSpc>
                <a:spcPts val="1550"/>
              </a:lnSpc>
            </a:pPr>
            <a:r>
              <a:rPr dirty="0"/>
              <a:t>Standard</a:t>
            </a:r>
            <a:r>
              <a:rPr dirty="0" spc="15"/>
              <a:t> </a:t>
            </a:r>
            <a:r>
              <a:rPr dirty="0"/>
              <a:t>(FIPS)</a:t>
            </a:r>
            <a:r>
              <a:rPr dirty="0" spc="15"/>
              <a:t> </a:t>
            </a:r>
            <a:r>
              <a:rPr dirty="0"/>
              <a:t>for</a:t>
            </a:r>
            <a:r>
              <a:rPr dirty="0" spc="15"/>
              <a:t> </a:t>
            </a:r>
            <a:r>
              <a:rPr dirty="0"/>
              <a:t>the</a:t>
            </a:r>
            <a:r>
              <a:rPr dirty="0" spc="15"/>
              <a:t> </a:t>
            </a:r>
            <a:r>
              <a:rPr dirty="0" spc="-20"/>
              <a:t>Data</a:t>
            </a:r>
          </a:p>
          <a:p>
            <a:pPr marL="367030">
              <a:lnSpc>
                <a:spcPts val="2035"/>
              </a:lnSpc>
            </a:pPr>
            <a:r>
              <a:rPr dirty="0"/>
              <a:t>Encryption</a:t>
            </a:r>
            <a:r>
              <a:rPr dirty="0" spc="-5"/>
              <a:t> </a:t>
            </a:r>
            <a:r>
              <a:rPr dirty="0"/>
              <a:t>Standard (DES)</a:t>
            </a:r>
            <a:r>
              <a:rPr dirty="0" spc="-5"/>
              <a:t> </a:t>
            </a:r>
            <a:r>
              <a:rPr dirty="0" spc="-25"/>
              <a:t>and</a:t>
            </a:r>
          </a:p>
          <a:p>
            <a:pPr marL="12700">
              <a:lnSpc>
                <a:spcPts val="2215"/>
              </a:lnSpc>
            </a:pPr>
            <a:r>
              <a:rPr dirty="0"/>
              <a:t>Request</a:t>
            </a:r>
            <a:r>
              <a:rPr dirty="0" spc="5"/>
              <a:t> </a:t>
            </a:r>
            <a:r>
              <a:rPr dirty="0"/>
              <a:t>for</a:t>
            </a:r>
            <a:r>
              <a:rPr dirty="0" spc="10"/>
              <a:t> </a:t>
            </a:r>
            <a:r>
              <a:rPr dirty="0" spc="-10"/>
              <a:t>Comments</a:t>
            </a:r>
          </a:p>
          <a:p>
            <a:pPr>
              <a:lnSpc>
                <a:spcPct val="100000"/>
              </a:lnSpc>
              <a:spcBef>
                <a:spcPts val="525"/>
              </a:spcBef>
            </a:pPr>
          </a:p>
          <a:p>
            <a:pPr marL="367030" marR="104775" indent="-354965">
              <a:lnSpc>
                <a:spcPct val="80900"/>
              </a:lnSpc>
            </a:pPr>
            <a:r>
              <a:rPr dirty="0"/>
              <a:t>AGENCY:</a:t>
            </a:r>
            <a:r>
              <a:rPr dirty="0" spc="-20"/>
              <a:t> </a:t>
            </a:r>
            <a:r>
              <a:rPr dirty="0" b="0">
                <a:latin typeface="Times New Roman"/>
                <a:cs typeface="Times New Roman"/>
              </a:rPr>
              <a:t>National</a:t>
            </a:r>
            <a:r>
              <a:rPr dirty="0" spc="-20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Institute</a:t>
            </a:r>
            <a:r>
              <a:rPr dirty="0" spc="-15" b="0">
                <a:latin typeface="Times New Roman"/>
                <a:cs typeface="Times New Roman"/>
              </a:rPr>
              <a:t> </a:t>
            </a:r>
            <a:r>
              <a:rPr dirty="0" spc="-25" b="0">
                <a:latin typeface="Times New Roman"/>
                <a:cs typeface="Times New Roman"/>
              </a:rPr>
              <a:t>of </a:t>
            </a:r>
            <a:r>
              <a:rPr dirty="0" b="0">
                <a:latin typeface="Times New Roman"/>
                <a:cs typeface="Times New Roman"/>
              </a:rPr>
              <a:t>Standards</a:t>
            </a:r>
            <a:r>
              <a:rPr dirty="0" spc="-10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and</a:t>
            </a:r>
            <a:r>
              <a:rPr dirty="0" spc="-10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Technology</a:t>
            </a:r>
            <a:r>
              <a:rPr dirty="0" spc="-10" b="0">
                <a:latin typeface="Times New Roman"/>
                <a:cs typeface="Times New Roman"/>
              </a:rPr>
              <a:t> (NIST), Commerce.</a:t>
            </a:r>
          </a:p>
          <a:p>
            <a:pPr>
              <a:lnSpc>
                <a:spcPct val="100000"/>
              </a:lnSpc>
              <a:spcBef>
                <a:spcPts val="525"/>
              </a:spcBef>
            </a:pPr>
          </a:p>
          <a:p>
            <a:pPr marL="367030" marR="925830" indent="-354965">
              <a:lnSpc>
                <a:spcPts val="1830"/>
              </a:lnSpc>
            </a:pPr>
            <a:r>
              <a:rPr dirty="0"/>
              <a:t>ACTION:</a:t>
            </a:r>
            <a:r>
              <a:rPr dirty="0" spc="-15"/>
              <a:t> </a:t>
            </a:r>
            <a:r>
              <a:rPr dirty="0" b="0">
                <a:latin typeface="Times New Roman"/>
                <a:cs typeface="Times New Roman"/>
              </a:rPr>
              <a:t>Notice;</a:t>
            </a:r>
            <a:r>
              <a:rPr dirty="0" spc="-10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request</a:t>
            </a:r>
            <a:r>
              <a:rPr dirty="0" spc="-10" b="0">
                <a:latin typeface="Times New Roman"/>
                <a:cs typeface="Times New Roman"/>
              </a:rPr>
              <a:t> </a:t>
            </a:r>
            <a:r>
              <a:rPr dirty="0" spc="-25" b="0">
                <a:latin typeface="Times New Roman"/>
                <a:cs typeface="Times New Roman"/>
              </a:rPr>
              <a:t>for </a:t>
            </a:r>
            <a:r>
              <a:rPr dirty="0" spc="-10" b="0">
                <a:latin typeface="Times New Roman"/>
                <a:cs typeface="Times New Roman"/>
              </a:rPr>
              <a:t>comments.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idx="3" sz="half"/>
          </p:nvPr>
        </p:nvSpPr>
        <p:spPr>
          <a:prstGeom prst="rect"/>
        </p:spPr>
        <p:txBody>
          <a:bodyPr wrap="square" lIns="0" tIns="74930" rIns="0" bIns="0" rtlCol="0" vert="horz">
            <a:spAutoFit/>
          </a:bodyPr>
          <a:lstStyle/>
          <a:p>
            <a:pPr marL="367030" marR="5080" indent="-354965">
              <a:lnSpc>
                <a:spcPct val="80900"/>
              </a:lnSpc>
              <a:spcBef>
                <a:spcPts val="590"/>
              </a:spcBef>
              <a:buFont typeface="Times New Roman"/>
              <a:buChar char="•"/>
              <a:tabLst>
                <a:tab pos="367030" algn="l"/>
                <a:tab pos="1200150" algn="l"/>
              </a:tabLst>
            </a:pPr>
            <a:r>
              <a:rPr dirty="0" b="1">
                <a:latin typeface="Times New Roman"/>
                <a:cs typeface="Times New Roman"/>
              </a:rPr>
              <a:t>SUMMARY:</a:t>
            </a:r>
            <a:r>
              <a:rPr dirty="0" spc="25" b="1">
                <a:latin typeface="Times New Roman"/>
                <a:cs typeface="Times New Roman"/>
              </a:rPr>
              <a:t> </a:t>
            </a:r>
            <a:r>
              <a:rPr dirty="0"/>
              <a:t>The</a:t>
            </a:r>
            <a:r>
              <a:rPr dirty="0" spc="35"/>
              <a:t> </a:t>
            </a:r>
            <a:r>
              <a:rPr dirty="0" spc="-20"/>
              <a:t>Data </a:t>
            </a:r>
            <a:r>
              <a:rPr dirty="0"/>
              <a:t>Encryption</a:t>
            </a:r>
            <a:r>
              <a:rPr dirty="0" spc="-15"/>
              <a:t> </a:t>
            </a:r>
            <a:r>
              <a:rPr dirty="0"/>
              <a:t>Standard</a:t>
            </a:r>
            <a:r>
              <a:rPr dirty="0" spc="5"/>
              <a:t> </a:t>
            </a:r>
            <a:r>
              <a:rPr dirty="0" spc="-10"/>
              <a:t>(DES), </a:t>
            </a:r>
            <a:r>
              <a:rPr dirty="0"/>
              <a:t>currently</a:t>
            </a:r>
            <a:r>
              <a:rPr dirty="0" spc="-15"/>
              <a:t> </a:t>
            </a:r>
            <a:r>
              <a:rPr dirty="0"/>
              <a:t>specified</a:t>
            </a:r>
            <a:r>
              <a:rPr dirty="0" spc="-10"/>
              <a:t> </a:t>
            </a:r>
            <a:r>
              <a:rPr dirty="0"/>
              <a:t>in</a:t>
            </a:r>
            <a:r>
              <a:rPr dirty="0" spc="-10"/>
              <a:t> Federal </a:t>
            </a:r>
            <a:r>
              <a:rPr dirty="0"/>
              <a:t>Information</a:t>
            </a:r>
            <a:r>
              <a:rPr dirty="0" spc="-10"/>
              <a:t> </a:t>
            </a:r>
            <a:r>
              <a:rPr dirty="0"/>
              <a:t>Processing</a:t>
            </a:r>
            <a:r>
              <a:rPr dirty="0" spc="-5"/>
              <a:t> </a:t>
            </a:r>
            <a:r>
              <a:rPr dirty="0" spc="-10"/>
              <a:t>Standard (FIPS)</a:t>
            </a:r>
            <a:r>
              <a:rPr dirty="0"/>
              <a:t>	46–3, was</a:t>
            </a:r>
            <a:r>
              <a:rPr dirty="0" spc="10"/>
              <a:t> </a:t>
            </a:r>
            <a:r>
              <a:rPr dirty="0" spc="-10"/>
              <a:t>evaluated </a:t>
            </a:r>
            <a:r>
              <a:rPr dirty="0"/>
              <a:t>pursuant</a:t>
            </a:r>
            <a:r>
              <a:rPr dirty="0" spc="-15"/>
              <a:t> </a:t>
            </a:r>
            <a:r>
              <a:rPr dirty="0"/>
              <a:t>to</a:t>
            </a:r>
            <a:r>
              <a:rPr dirty="0" spc="-10"/>
              <a:t> </a:t>
            </a:r>
            <a:r>
              <a:rPr dirty="0"/>
              <a:t>its</a:t>
            </a:r>
            <a:r>
              <a:rPr dirty="0" spc="-10"/>
              <a:t> </a:t>
            </a:r>
            <a:r>
              <a:rPr dirty="0"/>
              <a:t>scheduled</a:t>
            </a:r>
            <a:r>
              <a:rPr dirty="0" spc="-5"/>
              <a:t> </a:t>
            </a:r>
            <a:r>
              <a:rPr dirty="0" spc="-10"/>
              <a:t>review. </a:t>
            </a:r>
            <a:r>
              <a:rPr dirty="0"/>
              <a:t>At</a:t>
            </a:r>
            <a:r>
              <a:rPr dirty="0" spc="-5"/>
              <a:t> </a:t>
            </a:r>
            <a:r>
              <a:rPr dirty="0"/>
              <a:t>the</a:t>
            </a:r>
            <a:r>
              <a:rPr dirty="0" spc="-5"/>
              <a:t> </a:t>
            </a:r>
            <a:r>
              <a:rPr dirty="0"/>
              <a:t>conclusion</a:t>
            </a:r>
            <a:r>
              <a:rPr dirty="0" spc="-5"/>
              <a:t> </a:t>
            </a:r>
            <a:r>
              <a:rPr dirty="0"/>
              <a:t>of</a:t>
            </a:r>
            <a:r>
              <a:rPr dirty="0" spc="5"/>
              <a:t> </a:t>
            </a:r>
            <a:r>
              <a:rPr dirty="0"/>
              <a:t>this</a:t>
            </a:r>
            <a:r>
              <a:rPr dirty="0" spc="-5"/>
              <a:t> </a:t>
            </a:r>
            <a:r>
              <a:rPr dirty="0" spc="-10"/>
              <a:t>review, </a:t>
            </a:r>
            <a:r>
              <a:rPr dirty="0" b="1">
                <a:solidFill>
                  <a:srgbClr val="B6001A"/>
                </a:solidFill>
                <a:latin typeface="Times New Roman"/>
                <a:cs typeface="Times New Roman"/>
              </a:rPr>
              <a:t>NIST</a:t>
            </a:r>
            <a:r>
              <a:rPr dirty="0" spc="10" b="1">
                <a:solidFill>
                  <a:srgbClr val="B6001A"/>
                </a:solidFill>
                <a:latin typeface="Times New Roman"/>
                <a:cs typeface="Times New Roman"/>
              </a:rPr>
              <a:t> </a:t>
            </a:r>
            <a:r>
              <a:rPr dirty="0" b="1">
                <a:solidFill>
                  <a:srgbClr val="B6001A"/>
                </a:solidFill>
                <a:latin typeface="Times New Roman"/>
                <a:cs typeface="Times New Roman"/>
              </a:rPr>
              <a:t>determined</a:t>
            </a:r>
            <a:r>
              <a:rPr dirty="0" spc="20" b="1">
                <a:solidFill>
                  <a:srgbClr val="B6001A"/>
                </a:solidFill>
                <a:latin typeface="Times New Roman"/>
                <a:cs typeface="Times New Roman"/>
              </a:rPr>
              <a:t> </a:t>
            </a:r>
            <a:r>
              <a:rPr dirty="0" b="1">
                <a:solidFill>
                  <a:srgbClr val="B6001A"/>
                </a:solidFill>
                <a:latin typeface="Times New Roman"/>
                <a:cs typeface="Times New Roman"/>
              </a:rPr>
              <a:t>that</a:t>
            </a:r>
            <a:r>
              <a:rPr dirty="0" spc="20" b="1">
                <a:solidFill>
                  <a:srgbClr val="B6001A"/>
                </a:solidFill>
                <a:latin typeface="Times New Roman"/>
                <a:cs typeface="Times New Roman"/>
              </a:rPr>
              <a:t> </a:t>
            </a:r>
            <a:r>
              <a:rPr dirty="0" spc="-25" b="1">
                <a:solidFill>
                  <a:srgbClr val="B6001A"/>
                </a:solidFill>
                <a:latin typeface="Times New Roman"/>
                <a:cs typeface="Times New Roman"/>
              </a:rPr>
              <a:t>the </a:t>
            </a:r>
            <a:r>
              <a:rPr dirty="0" b="1">
                <a:solidFill>
                  <a:srgbClr val="B6001A"/>
                </a:solidFill>
                <a:latin typeface="Times New Roman"/>
                <a:cs typeface="Times New Roman"/>
              </a:rPr>
              <a:t>strength</a:t>
            </a:r>
            <a:r>
              <a:rPr dirty="0" spc="5" b="1">
                <a:solidFill>
                  <a:srgbClr val="B6001A"/>
                </a:solidFill>
                <a:latin typeface="Times New Roman"/>
                <a:cs typeface="Times New Roman"/>
              </a:rPr>
              <a:t> </a:t>
            </a:r>
            <a:r>
              <a:rPr dirty="0" b="1">
                <a:solidFill>
                  <a:srgbClr val="B6001A"/>
                </a:solidFill>
                <a:latin typeface="Times New Roman"/>
                <a:cs typeface="Times New Roman"/>
              </a:rPr>
              <a:t>of</a:t>
            </a:r>
            <a:r>
              <a:rPr dirty="0" spc="5" b="1">
                <a:solidFill>
                  <a:srgbClr val="B6001A"/>
                </a:solidFill>
                <a:latin typeface="Times New Roman"/>
                <a:cs typeface="Times New Roman"/>
              </a:rPr>
              <a:t> </a:t>
            </a:r>
            <a:r>
              <a:rPr dirty="0" b="1">
                <a:solidFill>
                  <a:srgbClr val="B6001A"/>
                </a:solidFill>
                <a:latin typeface="Times New Roman"/>
                <a:cs typeface="Times New Roman"/>
              </a:rPr>
              <a:t>the DES</a:t>
            </a:r>
            <a:r>
              <a:rPr dirty="0" spc="5" b="1">
                <a:solidFill>
                  <a:srgbClr val="B6001A"/>
                </a:solidFill>
                <a:latin typeface="Times New Roman"/>
                <a:cs typeface="Times New Roman"/>
              </a:rPr>
              <a:t> </a:t>
            </a:r>
            <a:r>
              <a:rPr dirty="0" b="1">
                <a:solidFill>
                  <a:srgbClr val="B6001A"/>
                </a:solidFill>
                <a:latin typeface="Times New Roman"/>
                <a:cs typeface="Times New Roman"/>
              </a:rPr>
              <a:t>algorithm</a:t>
            </a:r>
            <a:r>
              <a:rPr dirty="0" spc="5" b="1">
                <a:solidFill>
                  <a:srgbClr val="B6001A"/>
                </a:solidFill>
                <a:latin typeface="Times New Roman"/>
                <a:cs typeface="Times New Roman"/>
              </a:rPr>
              <a:t> </a:t>
            </a:r>
            <a:r>
              <a:rPr dirty="0" spc="-25" b="1">
                <a:solidFill>
                  <a:srgbClr val="B6001A"/>
                </a:solidFill>
                <a:latin typeface="Times New Roman"/>
                <a:cs typeface="Times New Roman"/>
              </a:rPr>
              <a:t>is </a:t>
            </a:r>
            <a:r>
              <a:rPr dirty="0" b="1">
                <a:solidFill>
                  <a:srgbClr val="B6001A"/>
                </a:solidFill>
                <a:latin typeface="Times New Roman"/>
                <a:cs typeface="Times New Roman"/>
              </a:rPr>
              <a:t>no</a:t>
            </a:r>
            <a:r>
              <a:rPr dirty="0" spc="10" b="1">
                <a:solidFill>
                  <a:srgbClr val="B6001A"/>
                </a:solidFill>
                <a:latin typeface="Times New Roman"/>
                <a:cs typeface="Times New Roman"/>
              </a:rPr>
              <a:t> </a:t>
            </a:r>
            <a:r>
              <a:rPr dirty="0" b="1">
                <a:solidFill>
                  <a:srgbClr val="B6001A"/>
                </a:solidFill>
                <a:latin typeface="Times New Roman"/>
                <a:cs typeface="Times New Roman"/>
              </a:rPr>
              <a:t>longer</a:t>
            </a:r>
            <a:r>
              <a:rPr dirty="0" spc="10" b="1">
                <a:solidFill>
                  <a:srgbClr val="B6001A"/>
                </a:solidFill>
                <a:latin typeface="Times New Roman"/>
                <a:cs typeface="Times New Roman"/>
              </a:rPr>
              <a:t> </a:t>
            </a:r>
            <a:r>
              <a:rPr dirty="0" b="1">
                <a:solidFill>
                  <a:srgbClr val="B6001A"/>
                </a:solidFill>
                <a:latin typeface="Times New Roman"/>
                <a:cs typeface="Times New Roman"/>
              </a:rPr>
              <a:t>sufficient</a:t>
            </a:r>
            <a:r>
              <a:rPr dirty="0" spc="10" b="1">
                <a:solidFill>
                  <a:srgbClr val="B6001A"/>
                </a:solidFill>
                <a:latin typeface="Times New Roman"/>
                <a:cs typeface="Times New Roman"/>
              </a:rPr>
              <a:t> </a:t>
            </a:r>
            <a:r>
              <a:rPr dirty="0" spc="-25" b="1">
                <a:solidFill>
                  <a:srgbClr val="B6001A"/>
                </a:solidFill>
                <a:latin typeface="Times New Roman"/>
                <a:cs typeface="Times New Roman"/>
              </a:rPr>
              <a:t>to </a:t>
            </a:r>
            <a:r>
              <a:rPr dirty="0" b="1">
                <a:solidFill>
                  <a:srgbClr val="B6001A"/>
                </a:solidFill>
                <a:latin typeface="Times New Roman"/>
                <a:cs typeface="Times New Roman"/>
              </a:rPr>
              <a:t>adequately</a:t>
            </a:r>
            <a:r>
              <a:rPr dirty="0" spc="15" b="1">
                <a:solidFill>
                  <a:srgbClr val="B6001A"/>
                </a:solidFill>
                <a:latin typeface="Times New Roman"/>
                <a:cs typeface="Times New Roman"/>
              </a:rPr>
              <a:t> </a:t>
            </a:r>
            <a:r>
              <a:rPr dirty="0" b="1">
                <a:solidFill>
                  <a:srgbClr val="B6001A"/>
                </a:solidFill>
                <a:latin typeface="Times New Roman"/>
                <a:cs typeface="Times New Roman"/>
              </a:rPr>
              <a:t>protect</a:t>
            </a:r>
            <a:r>
              <a:rPr dirty="0" spc="15" b="1">
                <a:solidFill>
                  <a:srgbClr val="B6001A"/>
                </a:solidFill>
                <a:latin typeface="Times New Roman"/>
                <a:cs typeface="Times New Roman"/>
              </a:rPr>
              <a:t> </a:t>
            </a:r>
            <a:r>
              <a:rPr dirty="0" spc="-10" b="1">
                <a:solidFill>
                  <a:srgbClr val="B6001A"/>
                </a:solidFill>
                <a:latin typeface="Times New Roman"/>
                <a:cs typeface="Times New Roman"/>
              </a:rPr>
              <a:t>Federal </a:t>
            </a:r>
            <a:r>
              <a:rPr dirty="0" b="1">
                <a:solidFill>
                  <a:srgbClr val="B6001A"/>
                </a:solidFill>
                <a:latin typeface="Times New Roman"/>
                <a:cs typeface="Times New Roman"/>
              </a:rPr>
              <a:t>government</a:t>
            </a:r>
            <a:r>
              <a:rPr dirty="0" spc="15" b="1">
                <a:solidFill>
                  <a:srgbClr val="B6001A"/>
                </a:solidFill>
                <a:latin typeface="Times New Roman"/>
                <a:cs typeface="Times New Roman"/>
              </a:rPr>
              <a:t> </a:t>
            </a:r>
            <a:r>
              <a:rPr dirty="0" b="1">
                <a:solidFill>
                  <a:srgbClr val="B6001A"/>
                </a:solidFill>
                <a:latin typeface="Times New Roman"/>
                <a:cs typeface="Times New Roman"/>
              </a:rPr>
              <a:t>information</a:t>
            </a:r>
            <a:r>
              <a:rPr dirty="0">
                <a:solidFill>
                  <a:srgbClr val="B6001A"/>
                </a:solidFill>
              </a:rPr>
              <a:t>.</a:t>
            </a:r>
            <a:r>
              <a:rPr dirty="0" spc="15">
                <a:solidFill>
                  <a:srgbClr val="B6001A"/>
                </a:solidFill>
              </a:rPr>
              <a:t> </a:t>
            </a:r>
            <a:r>
              <a:rPr dirty="0"/>
              <a:t>As</a:t>
            </a:r>
            <a:r>
              <a:rPr dirty="0" spc="15"/>
              <a:t> </a:t>
            </a:r>
            <a:r>
              <a:rPr dirty="0" spc="-50"/>
              <a:t>a </a:t>
            </a:r>
            <a:r>
              <a:rPr dirty="0"/>
              <a:t>result,</a:t>
            </a:r>
            <a:r>
              <a:rPr dirty="0" spc="-5"/>
              <a:t> </a:t>
            </a:r>
            <a:r>
              <a:rPr dirty="0"/>
              <a:t>NIST</a:t>
            </a:r>
            <a:r>
              <a:rPr dirty="0" spc="-5"/>
              <a:t> </a:t>
            </a:r>
            <a:r>
              <a:rPr dirty="0"/>
              <a:t>proposes</a:t>
            </a:r>
            <a:r>
              <a:rPr dirty="0" spc="-5"/>
              <a:t> </a:t>
            </a:r>
            <a:r>
              <a:rPr dirty="0"/>
              <a:t>to </a:t>
            </a:r>
            <a:r>
              <a:rPr dirty="0" spc="-10"/>
              <a:t>withdraw </a:t>
            </a:r>
            <a:r>
              <a:rPr dirty="0"/>
              <a:t>FIPS</a:t>
            </a:r>
            <a:r>
              <a:rPr dirty="0" spc="-5"/>
              <a:t> </a:t>
            </a:r>
            <a:r>
              <a:rPr dirty="0"/>
              <a:t>46–3,</a:t>
            </a:r>
            <a:r>
              <a:rPr dirty="0" spc="10"/>
              <a:t> </a:t>
            </a:r>
            <a:r>
              <a:rPr dirty="0"/>
              <a:t>and</a:t>
            </a:r>
            <a:r>
              <a:rPr dirty="0" spc="5"/>
              <a:t> </a:t>
            </a:r>
            <a:r>
              <a:rPr dirty="0"/>
              <a:t>the</a:t>
            </a:r>
            <a:r>
              <a:rPr dirty="0" spc="5"/>
              <a:t> </a:t>
            </a:r>
            <a:r>
              <a:rPr dirty="0" spc="-10"/>
              <a:t>associated </a:t>
            </a:r>
            <a:r>
              <a:rPr dirty="0"/>
              <a:t>FIPS</a:t>
            </a:r>
            <a:r>
              <a:rPr dirty="0" spc="10"/>
              <a:t> </a:t>
            </a:r>
            <a:r>
              <a:rPr dirty="0"/>
              <a:t>74</a:t>
            </a:r>
            <a:r>
              <a:rPr dirty="0" spc="10"/>
              <a:t> </a:t>
            </a:r>
            <a:r>
              <a:rPr dirty="0"/>
              <a:t>and</a:t>
            </a:r>
            <a:r>
              <a:rPr dirty="0" spc="15"/>
              <a:t> </a:t>
            </a:r>
            <a:r>
              <a:rPr dirty="0"/>
              <a:t>FIPS</a:t>
            </a:r>
            <a:r>
              <a:rPr dirty="0" spc="10"/>
              <a:t> </a:t>
            </a:r>
            <a:r>
              <a:rPr dirty="0"/>
              <a:t>81.</a:t>
            </a:r>
            <a:r>
              <a:rPr dirty="0" spc="10"/>
              <a:t> </a:t>
            </a:r>
            <a:r>
              <a:rPr dirty="0"/>
              <a:t>Future</a:t>
            </a:r>
            <a:r>
              <a:rPr dirty="0" spc="5"/>
              <a:t> </a:t>
            </a:r>
            <a:r>
              <a:rPr dirty="0" spc="-25"/>
              <a:t>use </a:t>
            </a:r>
            <a:r>
              <a:rPr dirty="0"/>
              <a:t>of</a:t>
            </a:r>
            <a:r>
              <a:rPr dirty="0" spc="-5"/>
              <a:t> </a:t>
            </a:r>
            <a:r>
              <a:rPr dirty="0"/>
              <a:t>DES</a:t>
            </a:r>
            <a:r>
              <a:rPr dirty="0" spc="5"/>
              <a:t> </a:t>
            </a:r>
            <a:r>
              <a:rPr dirty="0"/>
              <a:t>by</a:t>
            </a:r>
            <a:r>
              <a:rPr dirty="0" spc="5"/>
              <a:t> </a:t>
            </a:r>
            <a:r>
              <a:rPr dirty="0"/>
              <a:t>Federal agencies</a:t>
            </a:r>
            <a:r>
              <a:rPr dirty="0" spc="5"/>
              <a:t> </a:t>
            </a:r>
            <a:r>
              <a:rPr dirty="0"/>
              <a:t>is</a:t>
            </a:r>
            <a:r>
              <a:rPr dirty="0" spc="5"/>
              <a:t> </a:t>
            </a:r>
            <a:r>
              <a:rPr dirty="0" spc="-25"/>
              <a:t>to </a:t>
            </a:r>
            <a:r>
              <a:rPr dirty="0"/>
              <a:t>be</a:t>
            </a:r>
            <a:r>
              <a:rPr dirty="0" spc="-10"/>
              <a:t> </a:t>
            </a:r>
            <a:r>
              <a:rPr dirty="0"/>
              <a:t>permitted</a:t>
            </a:r>
            <a:r>
              <a:rPr dirty="0" spc="-5"/>
              <a:t> </a:t>
            </a:r>
            <a:r>
              <a:rPr dirty="0"/>
              <a:t>only as</a:t>
            </a:r>
            <a:r>
              <a:rPr dirty="0" spc="-5"/>
              <a:t> </a:t>
            </a:r>
            <a:r>
              <a:rPr dirty="0"/>
              <a:t>a</a:t>
            </a:r>
            <a:r>
              <a:rPr dirty="0" spc="-5"/>
              <a:t> </a:t>
            </a:r>
            <a:r>
              <a:rPr dirty="0" spc="-10"/>
              <a:t>component </a:t>
            </a:r>
            <a:r>
              <a:rPr dirty="0"/>
              <a:t>function</a:t>
            </a:r>
            <a:r>
              <a:rPr dirty="0" spc="-5"/>
              <a:t> </a:t>
            </a:r>
            <a:r>
              <a:rPr dirty="0"/>
              <a:t>of</a:t>
            </a:r>
            <a:r>
              <a:rPr dirty="0" spc="5"/>
              <a:t> </a:t>
            </a:r>
            <a:r>
              <a:rPr dirty="0"/>
              <a:t>the</a:t>
            </a:r>
            <a:r>
              <a:rPr dirty="0" spc="-10"/>
              <a:t> </a:t>
            </a:r>
            <a:r>
              <a:rPr dirty="0"/>
              <a:t>Triple</a:t>
            </a:r>
            <a:r>
              <a:rPr dirty="0" spc="-5"/>
              <a:t> </a:t>
            </a:r>
            <a:r>
              <a:rPr dirty="0" spc="-20"/>
              <a:t>Data </a:t>
            </a:r>
            <a:r>
              <a:rPr dirty="0"/>
              <a:t>Encryption Algorithm</a:t>
            </a:r>
            <a:r>
              <a:rPr dirty="0" spc="-5"/>
              <a:t> </a:t>
            </a:r>
            <a:r>
              <a:rPr dirty="0" spc="-10"/>
              <a:t>(TDEA).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905015" y="435445"/>
            <a:ext cx="6889750" cy="656590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4150" spc="-30"/>
              <a:t>3-</a:t>
            </a:r>
            <a:r>
              <a:rPr dirty="0" sz="4150"/>
              <a:t>DES:</a:t>
            </a:r>
            <a:r>
              <a:rPr dirty="0" sz="4150" spc="-80"/>
              <a:t> </a:t>
            </a:r>
            <a:r>
              <a:rPr dirty="0" sz="4150"/>
              <a:t>NIST</a:t>
            </a:r>
            <a:r>
              <a:rPr dirty="0" sz="4150" spc="-80"/>
              <a:t> </a:t>
            </a:r>
            <a:r>
              <a:rPr dirty="0" sz="4150"/>
              <a:t>Spec.</a:t>
            </a:r>
            <a:r>
              <a:rPr dirty="0" sz="4150" spc="-80"/>
              <a:t> </a:t>
            </a:r>
            <a:r>
              <a:rPr dirty="0" sz="4150"/>
              <a:t>Pub.</a:t>
            </a:r>
            <a:r>
              <a:rPr dirty="0" sz="4150" spc="-80"/>
              <a:t> </a:t>
            </a:r>
            <a:r>
              <a:rPr dirty="0" sz="4150" spc="-25"/>
              <a:t>800-67</a:t>
            </a:r>
            <a:endParaRPr sz="4150"/>
          </a:p>
        </p:txBody>
      </p:sp>
      <p:sp>
        <p:nvSpPr>
          <p:cNvPr id="3" name="object 3"/>
          <p:cNvSpPr txBox="1"/>
          <p:nvPr/>
        </p:nvSpPr>
        <p:spPr>
          <a:xfrm>
            <a:off x="1643486" y="981023"/>
            <a:ext cx="5801360" cy="2148840"/>
          </a:xfrm>
          <a:prstGeom prst="rect">
            <a:avLst/>
          </a:prstGeom>
        </p:spPr>
        <p:txBody>
          <a:bodyPr wrap="square" lIns="0" tIns="270510" rIns="0" bIns="0" rtlCol="0" vert="horz">
            <a:spAutoFit/>
          </a:bodyPr>
          <a:lstStyle/>
          <a:p>
            <a:pPr marL="2707005">
              <a:lnSpc>
                <a:spcPct val="100000"/>
              </a:lnSpc>
              <a:spcBef>
                <a:spcPts val="2130"/>
              </a:spcBef>
            </a:pPr>
            <a:r>
              <a:rPr dirty="0" sz="3300">
                <a:latin typeface="Times New Roman"/>
                <a:cs typeface="Times New Roman"/>
              </a:rPr>
              <a:t>(May</a:t>
            </a:r>
            <a:r>
              <a:rPr dirty="0" sz="3300" spc="-10">
                <a:latin typeface="Times New Roman"/>
                <a:cs typeface="Times New Roman"/>
              </a:rPr>
              <a:t> 2004)</a:t>
            </a:r>
            <a:endParaRPr sz="3300">
              <a:latin typeface="Times New Roman"/>
              <a:cs typeface="Times New Roman"/>
            </a:endParaRPr>
          </a:p>
          <a:p>
            <a:pPr marL="367030" indent="-354330">
              <a:lnSpc>
                <a:spcPct val="100000"/>
              </a:lnSpc>
              <a:spcBef>
                <a:spcPts val="2035"/>
              </a:spcBef>
              <a:buChar char="•"/>
              <a:tabLst>
                <a:tab pos="367030" algn="l"/>
              </a:tabLst>
            </a:pPr>
            <a:r>
              <a:rPr dirty="0" sz="3300" spc="-10">
                <a:latin typeface="Times New Roman"/>
                <a:cs typeface="Times New Roman"/>
              </a:rPr>
              <a:t>two-</a:t>
            </a:r>
            <a:r>
              <a:rPr dirty="0" sz="3300">
                <a:latin typeface="Times New Roman"/>
                <a:cs typeface="Times New Roman"/>
              </a:rPr>
              <a:t>key</a:t>
            </a:r>
            <a:r>
              <a:rPr dirty="0" sz="3300" spc="-10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triple DES: until </a:t>
            </a:r>
            <a:r>
              <a:rPr dirty="0" sz="3300" spc="-20">
                <a:latin typeface="Times New Roman"/>
                <a:cs typeface="Times New Roman"/>
              </a:rPr>
              <a:t>2009</a:t>
            </a:r>
            <a:endParaRPr sz="3300">
              <a:latin typeface="Times New Roman"/>
              <a:cs typeface="Times New Roman"/>
            </a:endParaRPr>
          </a:p>
          <a:p>
            <a:pPr marL="367030" indent="-354330">
              <a:lnSpc>
                <a:spcPct val="100000"/>
              </a:lnSpc>
              <a:spcBef>
                <a:spcPts val="765"/>
              </a:spcBef>
              <a:buChar char="•"/>
              <a:tabLst>
                <a:tab pos="367030" algn="l"/>
              </a:tabLst>
            </a:pPr>
            <a:r>
              <a:rPr dirty="0" sz="3300" spc="-10">
                <a:latin typeface="Times New Roman"/>
                <a:cs typeface="Times New Roman"/>
              </a:rPr>
              <a:t>three-</a:t>
            </a:r>
            <a:r>
              <a:rPr dirty="0" sz="3300">
                <a:latin typeface="Times New Roman"/>
                <a:cs typeface="Times New Roman"/>
              </a:rPr>
              <a:t>key</a:t>
            </a:r>
            <a:r>
              <a:rPr dirty="0" sz="3300" spc="-10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triple</a:t>
            </a:r>
            <a:r>
              <a:rPr dirty="0" sz="3300" spc="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DES: until</a:t>
            </a:r>
            <a:r>
              <a:rPr dirty="0" sz="3300" spc="5">
                <a:latin typeface="Times New Roman"/>
                <a:cs typeface="Times New Roman"/>
              </a:rPr>
              <a:t> </a:t>
            </a:r>
            <a:r>
              <a:rPr dirty="0" sz="3300" spc="-20">
                <a:latin typeface="Times New Roman"/>
                <a:cs typeface="Times New Roman"/>
              </a:rPr>
              <a:t>2030</a:t>
            </a:r>
            <a:endParaRPr sz="33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463587" y="4461747"/>
            <a:ext cx="1162050" cy="550545"/>
          </a:xfrm>
          <a:prstGeom prst="rect">
            <a:avLst/>
          </a:prstGeom>
          <a:solidFill>
            <a:srgbClr val="D6D7FF"/>
          </a:solidFill>
          <a:ln w="13146">
            <a:solidFill>
              <a:srgbClr val="000000"/>
            </a:solidFill>
          </a:ln>
        </p:spPr>
        <p:txBody>
          <a:bodyPr wrap="square" lIns="0" tIns="53975" rIns="0" bIns="0" rtlCol="0" vert="horz">
            <a:spAutoFit/>
          </a:bodyPr>
          <a:lstStyle/>
          <a:p>
            <a:pPr marL="225425">
              <a:lnSpc>
                <a:spcPct val="100000"/>
              </a:lnSpc>
              <a:spcBef>
                <a:spcPts val="425"/>
              </a:spcBef>
            </a:pPr>
            <a:r>
              <a:rPr dirty="0" sz="2900" spc="-25" b="1">
                <a:latin typeface="Times New Roman"/>
                <a:cs typeface="Times New Roman"/>
              </a:rPr>
              <a:t>DES</a:t>
            </a:r>
            <a:endParaRPr sz="2900">
              <a:latin typeface="Times New Roman"/>
              <a:cs typeface="Times New Roman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754123" y="5277999"/>
            <a:ext cx="566420" cy="1181735"/>
            <a:chOff x="2754123" y="5277999"/>
            <a:chExt cx="566420" cy="1181735"/>
          </a:xfrm>
        </p:grpSpPr>
        <p:sp>
          <p:nvSpPr>
            <p:cNvPr id="6" name="object 6"/>
            <p:cNvSpPr/>
            <p:nvPr/>
          </p:nvSpPr>
          <p:spPr>
            <a:xfrm>
              <a:off x="2754123" y="5277999"/>
              <a:ext cx="551815" cy="1174750"/>
            </a:xfrm>
            <a:custGeom>
              <a:avLst/>
              <a:gdLst/>
              <a:ahLst/>
              <a:cxnLst/>
              <a:rect l="l" t="t" r="r" b="b"/>
              <a:pathLst>
                <a:path w="551814" h="1174750">
                  <a:moveTo>
                    <a:pt x="300932" y="1174255"/>
                  </a:moveTo>
                  <a:lnTo>
                    <a:pt x="207052" y="1087613"/>
                  </a:lnTo>
                  <a:lnTo>
                    <a:pt x="240489" y="1062958"/>
                  </a:lnTo>
                  <a:lnTo>
                    <a:pt x="240489" y="1034077"/>
                  </a:lnTo>
                  <a:lnTo>
                    <a:pt x="207052" y="1008014"/>
                  </a:lnTo>
                  <a:lnTo>
                    <a:pt x="240489" y="985473"/>
                  </a:lnTo>
                  <a:lnTo>
                    <a:pt x="235344" y="976315"/>
                  </a:lnTo>
                  <a:lnTo>
                    <a:pt x="206409" y="955887"/>
                  </a:lnTo>
                  <a:lnTo>
                    <a:pt x="201264" y="891081"/>
                  </a:lnTo>
                  <a:lnTo>
                    <a:pt x="197406" y="884742"/>
                  </a:lnTo>
                  <a:lnTo>
                    <a:pt x="241131" y="847408"/>
                  </a:lnTo>
                  <a:lnTo>
                    <a:pt x="241131" y="815005"/>
                  </a:lnTo>
                  <a:lnTo>
                    <a:pt x="206409" y="776967"/>
                  </a:lnTo>
                  <a:lnTo>
                    <a:pt x="240489" y="743155"/>
                  </a:lnTo>
                  <a:lnTo>
                    <a:pt x="240489" y="709343"/>
                  </a:lnTo>
                  <a:lnTo>
                    <a:pt x="207052" y="665669"/>
                  </a:lnTo>
                  <a:lnTo>
                    <a:pt x="200621" y="594524"/>
                  </a:lnTo>
                  <a:lnTo>
                    <a:pt x="160111" y="594524"/>
                  </a:lnTo>
                  <a:lnTo>
                    <a:pt x="160111" y="498724"/>
                  </a:lnTo>
                  <a:lnTo>
                    <a:pt x="135676" y="498724"/>
                  </a:lnTo>
                  <a:lnTo>
                    <a:pt x="135676" y="414898"/>
                  </a:lnTo>
                  <a:lnTo>
                    <a:pt x="108670" y="414898"/>
                  </a:lnTo>
                  <a:lnTo>
                    <a:pt x="96452" y="374747"/>
                  </a:lnTo>
                  <a:lnTo>
                    <a:pt x="41796" y="374747"/>
                  </a:lnTo>
                  <a:lnTo>
                    <a:pt x="41796" y="339526"/>
                  </a:lnTo>
                  <a:lnTo>
                    <a:pt x="0" y="339526"/>
                  </a:lnTo>
                  <a:lnTo>
                    <a:pt x="0" y="173989"/>
                  </a:lnTo>
                  <a:lnTo>
                    <a:pt x="41153" y="173989"/>
                  </a:lnTo>
                  <a:lnTo>
                    <a:pt x="41153" y="150039"/>
                  </a:lnTo>
                  <a:lnTo>
                    <a:pt x="87450" y="150039"/>
                  </a:lnTo>
                  <a:lnTo>
                    <a:pt x="98381" y="139473"/>
                  </a:lnTo>
                  <a:lnTo>
                    <a:pt x="109313" y="112705"/>
                  </a:lnTo>
                  <a:lnTo>
                    <a:pt x="135676" y="112705"/>
                  </a:lnTo>
                  <a:lnTo>
                    <a:pt x="198049" y="0"/>
                  </a:lnTo>
                  <a:lnTo>
                    <a:pt x="364591" y="0"/>
                  </a:lnTo>
                  <a:lnTo>
                    <a:pt x="339974" y="35222"/>
                  </a:lnTo>
                  <a:lnTo>
                    <a:pt x="332943" y="45082"/>
                  </a:lnTo>
                  <a:lnTo>
                    <a:pt x="235987" y="45082"/>
                  </a:lnTo>
                  <a:lnTo>
                    <a:pt x="199335" y="116932"/>
                  </a:lnTo>
                  <a:lnTo>
                    <a:pt x="455828" y="116932"/>
                  </a:lnTo>
                  <a:lnTo>
                    <a:pt x="465545" y="150744"/>
                  </a:lnTo>
                  <a:lnTo>
                    <a:pt x="515058" y="150744"/>
                  </a:lnTo>
                  <a:lnTo>
                    <a:pt x="515616" y="173989"/>
                  </a:lnTo>
                  <a:lnTo>
                    <a:pt x="515701" y="177511"/>
                  </a:lnTo>
                  <a:lnTo>
                    <a:pt x="534348" y="178216"/>
                  </a:lnTo>
                  <a:lnTo>
                    <a:pt x="551710" y="178216"/>
                  </a:lnTo>
                  <a:lnTo>
                    <a:pt x="551710" y="342344"/>
                  </a:lnTo>
                  <a:lnTo>
                    <a:pt x="515058" y="343048"/>
                  </a:lnTo>
                  <a:lnTo>
                    <a:pt x="514467" y="374747"/>
                  </a:lnTo>
                  <a:lnTo>
                    <a:pt x="514415" y="377565"/>
                  </a:lnTo>
                  <a:lnTo>
                    <a:pt x="467474" y="377565"/>
                  </a:lnTo>
                  <a:lnTo>
                    <a:pt x="453971" y="418421"/>
                  </a:lnTo>
                  <a:lnTo>
                    <a:pt x="428250" y="419125"/>
                  </a:lnTo>
                  <a:lnTo>
                    <a:pt x="426403" y="498724"/>
                  </a:lnTo>
                  <a:lnTo>
                    <a:pt x="426321" y="502246"/>
                  </a:lnTo>
                  <a:lnTo>
                    <a:pt x="408959" y="502246"/>
                  </a:lnTo>
                  <a:lnTo>
                    <a:pt x="403172" y="514925"/>
                  </a:lnTo>
                  <a:lnTo>
                    <a:pt x="403172" y="598046"/>
                  </a:lnTo>
                  <a:lnTo>
                    <a:pt x="372307" y="598750"/>
                  </a:lnTo>
                  <a:lnTo>
                    <a:pt x="373685" y="955887"/>
                  </a:lnTo>
                  <a:lnTo>
                    <a:pt x="373799" y="985473"/>
                  </a:lnTo>
                  <a:lnTo>
                    <a:pt x="373886" y="1008014"/>
                  </a:lnTo>
                  <a:lnTo>
                    <a:pt x="373986" y="1034077"/>
                  </a:lnTo>
                  <a:lnTo>
                    <a:pt x="374098" y="1062958"/>
                  </a:lnTo>
                  <a:lnTo>
                    <a:pt x="374193" y="1087613"/>
                  </a:lnTo>
                  <a:lnTo>
                    <a:pt x="374236" y="1098883"/>
                  </a:lnTo>
                  <a:lnTo>
                    <a:pt x="300932" y="1174255"/>
                  </a:lnTo>
                  <a:close/>
                </a:path>
                <a:path w="551814" h="1174750">
                  <a:moveTo>
                    <a:pt x="455828" y="116932"/>
                  </a:moveTo>
                  <a:lnTo>
                    <a:pt x="366520" y="116932"/>
                  </a:lnTo>
                  <a:lnTo>
                    <a:pt x="332440" y="45786"/>
                  </a:lnTo>
                  <a:lnTo>
                    <a:pt x="332943" y="45082"/>
                  </a:lnTo>
                  <a:lnTo>
                    <a:pt x="333083" y="45082"/>
                  </a:lnTo>
                  <a:lnTo>
                    <a:pt x="339974" y="35222"/>
                  </a:lnTo>
                  <a:lnTo>
                    <a:pt x="364591" y="704"/>
                  </a:lnTo>
                  <a:lnTo>
                    <a:pt x="423106" y="112001"/>
                  </a:lnTo>
                  <a:lnTo>
                    <a:pt x="454614" y="112705"/>
                  </a:lnTo>
                  <a:lnTo>
                    <a:pt x="455828" y="116932"/>
                  </a:lnTo>
                  <a:close/>
                </a:path>
              </a:pathLst>
            </a:custGeom>
            <a:solidFill>
              <a:srgbClr val="FF9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2767626" y="5284339"/>
              <a:ext cx="552450" cy="1175385"/>
            </a:xfrm>
            <a:custGeom>
              <a:avLst/>
              <a:gdLst/>
              <a:ahLst/>
              <a:cxnLst/>
              <a:rect l="l" t="t" r="r" b="b"/>
              <a:pathLst>
                <a:path w="552450" h="1175385">
                  <a:moveTo>
                    <a:pt x="300932" y="1174960"/>
                  </a:moveTo>
                  <a:lnTo>
                    <a:pt x="207052" y="1087613"/>
                  </a:lnTo>
                  <a:lnTo>
                    <a:pt x="240488" y="1062958"/>
                  </a:lnTo>
                  <a:lnTo>
                    <a:pt x="240488" y="1034078"/>
                  </a:lnTo>
                  <a:lnTo>
                    <a:pt x="207052" y="1008014"/>
                  </a:lnTo>
                  <a:lnTo>
                    <a:pt x="240488" y="985473"/>
                  </a:lnTo>
                  <a:lnTo>
                    <a:pt x="235344" y="976316"/>
                  </a:lnTo>
                  <a:lnTo>
                    <a:pt x="206409" y="955888"/>
                  </a:lnTo>
                  <a:lnTo>
                    <a:pt x="201264" y="891082"/>
                  </a:lnTo>
                  <a:lnTo>
                    <a:pt x="197406" y="885446"/>
                  </a:lnTo>
                  <a:lnTo>
                    <a:pt x="241131" y="847408"/>
                  </a:lnTo>
                  <a:lnTo>
                    <a:pt x="241131" y="815005"/>
                  </a:lnTo>
                  <a:lnTo>
                    <a:pt x="206409" y="776967"/>
                  </a:lnTo>
                  <a:lnTo>
                    <a:pt x="240488" y="743155"/>
                  </a:lnTo>
                  <a:lnTo>
                    <a:pt x="240488" y="709343"/>
                  </a:lnTo>
                  <a:lnTo>
                    <a:pt x="207052" y="665670"/>
                  </a:lnTo>
                  <a:lnTo>
                    <a:pt x="200621" y="594524"/>
                  </a:lnTo>
                  <a:lnTo>
                    <a:pt x="160111" y="594524"/>
                  </a:lnTo>
                  <a:lnTo>
                    <a:pt x="160111" y="498724"/>
                  </a:lnTo>
                  <a:lnTo>
                    <a:pt x="136319" y="498724"/>
                  </a:lnTo>
                  <a:lnTo>
                    <a:pt x="136319" y="414899"/>
                  </a:lnTo>
                  <a:lnTo>
                    <a:pt x="108670" y="414899"/>
                  </a:lnTo>
                  <a:lnTo>
                    <a:pt x="96452" y="374747"/>
                  </a:lnTo>
                  <a:lnTo>
                    <a:pt x="41796" y="374747"/>
                  </a:lnTo>
                  <a:lnTo>
                    <a:pt x="41796" y="339526"/>
                  </a:lnTo>
                  <a:lnTo>
                    <a:pt x="0" y="339526"/>
                  </a:lnTo>
                  <a:lnTo>
                    <a:pt x="0" y="173989"/>
                  </a:lnTo>
                  <a:lnTo>
                    <a:pt x="41153" y="173989"/>
                  </a:lnTo>
                  <a:lnTo>
                    <a:pt x="41153" y="150039"/>
                  </a:lnTo>
                  <a:lnTo>
                    <a:pt x="87450" y="150039"/>
                  </a:lnTo>
                  <a:lnTo>
                    <a:pt x="98381" y="139473"/>
                  </a:lnTo>
                  <a:lnTo>
                    <a:pt x="109313" y="112706"/>
                  </a:lnTo>
                  <a:lnTo>
                    <a:pt x="136319" y="112706"/>
                  </a:lnTo>
                  <a:lnTo>
                    <a:pt x="198049" y="0"/>
                  </a:lnTo>
                  <a:lnTo>
                    <a:pt x="364591" y="0"/>
                  </a:lnTo>
                  <a:lnTo>
                    <a:pt x="339973" y="35224"/>
                  </a:lnTo>
                  <a:lnTo>
                    <a:pt x="332943" y="45082"/>
                  </a:lnTo>
                  <a:lnTo>
                    <a:pt x="235987" y="45082"/>
                  </a:lnTo>
                  <a:lnTo>
                    <a:pt x="199335" y="116932"/>
                  </a:lnTo>
                  <a:lnTo>
                    <a:pt x="455828" y="116932"/>
                  </a:lnTo>
                  <a:lnTo>
                    <a:pt x="465545" y="150744"/>
                  </a:lnTo>
                  <a:lnTo>
                    <a:pt x="515058" y="150744"/>
                  </a:lnTo>
                  <a:lnTo>
                    <a:pt x="515616" y="173989"/>
                  </a:lnTo>
                  <a:lnTo>
                    <a:pt x="515701" y="177512"/>
                  </a:lnTo>
                  <a:lnTo>
                    <a:pt x="534348" y="178216"/>
                  </a:lnTo>
                  <a:lnTo>
                    <a:pt x="552353" y="178216"/>
                  </a:lnTo>
                  <a:lnTo>
                    <a:pt x="552353" y="342344"/>
                  </a:lnTo>
                  <a:lnTo>
                    <a:pt x="515058" y="343049"/>
                  </a:lnTo>
                  <a:lnTo>
                    <a:pt x="514467" y="374747"/>
                  </a:lnTo>
                  <a:lnTo>
                    <a:pt x="514415" y="377565"/>
                  </a:lnTo>
                  <a:lnTo>
                    <a:pt x="467474" y="377565"/>
                  </a:lnTo>
                  <a:lnTo>
                    <a:pt x="453971" y="418421"/>
                  </a:lnTo>
                  <a:lnTo>
                    <a:pt x="428250" y="419125"/>
                  </a:lnTo>
                  <a:lnTo>
                    <a:pt x="426403" y="498724"/>
                  </a:lnTo>
                  <a:lnTo>
                    <a:pt x="426321" y="502246"/>
                  </a:lnTo>
                  <a:lnTo>
                    <a:pt x="408959" y="502246"/>
                  </a:lnTo>
                  <a:lnTo>
                    <a:pt x="404458" y="509290"/>
                  </a:lnTo>
                  <a:lnTo>
                    <a:pt x="404458" y="598750"/>
                  </a:lnTo>
                  <a:lnTo>
                    <a:pt x="372307" y="598750"/>
                  </a:lnTo>
                  <a:lnTo>
                    <a:pt x="373685" y="955888"/>
                  </a:lnTo>
                  <a:lnTo>
                    <a:pt x="373799" y="985473"/>
                  </a:lnTo>
                  <a:lnTo>
                    <a:pt x="373886" y="1008014"/>
                  </a:lnTo>
                  <a:lnTo>
                    <a:pt x="373986" y="1034078"/>
                  </a:lnTo>
                  <a:lnTo>
                    <a:pt x="374098" y="1062958"/>
                  </a:lnTo>
                  <a:lnTo>
                    <a:pt x="374193" y="1087613"/>
                  </a:lnTo>
                  <a:lnTo>
                    <a:pt x="374236" y="1098883"/>
                  </a:lnTo>
                  <a:lnTo>
                    <a:pt x="300932" y="1174960"/>
                  </a:lnTo>
                  <a:close/>
                </a:path>
                <a:path w="552450" h="1175385">
                  <a:moveTo>
                    <a:pt x="455828" y="116932"/>
                  </a:moveTo>
                  <a:lnTo>
                    <a:pt x="366520" y="116932"/>
                  </a:lnTo>
                  <a:lnTo>
                    <a:pt x="332440" y="45786"/>
                  </a:lnTo>
                  <a:lnTo>
                    <a:pt x="332943" y="45082"/>
                  </a:lnTo>
                  <a:lnTo>
                    <a:pt x="333083" y="45082"/>
                  </a:lnTo>
                  <a:lnTo>
                    <a:pt x="339973" y="35224"/>
                  </a:lnTo>
                  <a:lnTo>
                    <a:pt x="364591" y="704"/>
                  </a:lnTo>
                  <a:lnTo>
                    <a:pt x="423749" y="112001"/>
                  </a:lnTo>
                  <a:lnTo>
                    <a:pt x="454614" y="112706"/>
                  </a:lnTo>
                  <a:lnTo>
                    <a:pt x="455828" y="116932"/>
                  </a:lnTo>
                  <a:close/>
                </a:path>
              </a:pathLst>
            </a:custGeom>
            <a:solidFill>
              <a:srgbClr val="BF7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2844788" y="5473122"/>
              <a:ext cx="390525" cy="134620"/>
            </a:xfrm>
            <a:custGeom>
              <a:avLst/>
              <a:gdLst/>
              <a:ahLst/>
              <a:cxnLst/>
              <a:rect l="l" t="t" r="r" b="b"/>
              <a:pathLst>
                <a:path w="390525" h="134620">
                  <a:moveTo>
                    <a:pt x="31507" y="134542"/>
                  </a:moveTo>
                  <a:lnTo>
                    <a:pt x="0" y="69736"/>
                  </a:lnTo>
                  <a:lnTo>
                    <a:pt x="34080" y="0"/>
                  </a:lnTo>
                  <a:lnTo>
                    <a:pt x="390312" y="0"/>
                  </a:lnTo>
                  <a:lnTo>
                    <a:pt x="387097" y="4930"/>
                  </a:lnTo>
                  <a:lnTo>
                    <a:pt x="37938" y="4930"/>
                  </a:lnTo>
                  <a:lnTo>
                    <a:pt x="6430" y="69736"/>
                  </a:lnTo>
                  <a:lnTo>
                    <a:pt x="37295" y="130316"/>
                  </a:lnTo>
                  <a:lnTo>
                    <a:pt x="31507" y="134542"/>
                  </a:lnTo>
                  <a:close/>
                </a:path>
              </a:pathLst>
            </a:custGeom>
            <a:solidFill>
              <a:srgbClr val="BF7F3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2811348" y="5425935"/>
              <a:ext cx="469265" cy="1005205"/>
            </a:xfrm>
            <a:custGeom>
              <a:avLst/>
              <a:gdLst/>
              <a:ahLst/>
              <a:cxnLst/>
              <a:rect l="l" t="t" r="r" b="b"/>
              <a:pathLst>
                <a:path w="469264" h="1005204">
                  <a:moveTo>
                    <a:pt x="226339" y="362064"/>
                  </a:moveTo>
                  <a:lnTo>
                    <a:pt x="214122" y="381787"/>
                  </a:lnTo>
                  <a:lnTo>
                    <a:pt x="215404" y="993927"/>
                  </a:lnTo>
                  <a:lnTo>
                    <a:pt x="225691" y="1003782"/>
                  </a:lnTo>
                  <a:lnTo>
                    <a:pt x="226339" y="362064"/>
                  </a:lnTo>
                  <a:close/>
                </a:path>
                <a:path w="469264" h="1005204">
                  <a:moveTo>
                    <a:pt x="292569" y="994625"/>
                  </a:moveTo>
                  <a:lnTo>
                    <a:pt x="290639" y="378968"/>
                  </a:lnTo>
                  <a:lnTo>
                    <a:pt x="281635" y="429691"/>
                  </a:lnTo>
                  <a:lnTo>
                    <a:pt x="282930" y="1005192"/>
                  </a:lnTo>
                  <a:lnTo>
                    <a:pt x="292569" y="994625"/>
                  </a:lnTo>
                  <a:close/>
                </a:path>
                <a:path w="469264" h="1005204">
                  <a:moveTo>
                    <a:pt x="412178" y="0"/>
                  </a:moveTo>
                  <a:lnTo>
                    <a:pt x="46291" y="0"/>
                  </a:lnTo>
                  <a:lnTo>
                    <a:pt x="46291" y="7035"/>
                  </a:lnTo>
                  <a:lnTo>
                    <a:pt x="412178" y="7035"/>
                  </a:lnTo>
                  <a:lnTo>
                    <a:pt x="412178" y="0"/>
                  </a:lnTo>
                  <a:close/>
                </a:path>
                <a:path w="469264" h="1005204">
                  <a:moveTo>
                    <a:pt x="454609" y="110591"/>
                  </a:moveTo>
                  <a:lnTo>
                    <a:pt x="423100" y="46494"/>
                  </a:lnTo>
                  <a:lnTo>
                    <a:pt x="417322" y="50711"/>
                  </a:lnTo>
                  <a:lnTo>
                    <a:pt x="448183" y="110591"/>
                  </a:lnTo>
                  <a:lnTo>
                    <a:pt x="416674" y="176098"/>
                  </a:lnTo>
                  <a:lnTo>
                    <a:pt x="67513" y="176098"/>
                  </a:lnTo>
                  <a:lnTo>
                    <a:pt x="64300" y="181025"/>
                  </a:lnTo>
                  <a:lnTo>
                    <a:pt x="420535" y="181025"/>
                  </a:lnTo>
                  <a:lnTo>
                    <a:pt x="454609" y="110591"/>
                  </a:lnTo>
                  <a:close/>
                </a:path>
                <a:path w="469264" h="1005204">
                  <a:moveTo>
                    <a:pt x="468757" y="26758"/>
                  </a:moveTo>
                  <a:lnTo>
                    <a:pt x="0" y="26758"/>
                  </a:lnTo>
                  <a:lnTo>
                    <a:pt x="0" y="33108"/>
                  </a:lnTo>
                  <a:lnTo>
                    <a:pt x="468757" y="33108"/>
                  </a:lnTo>
                  <a:lnTo>
                    <a:pt x="468757" y="26758"/>
                  </a:lnTo>
                  <a:close/>
                </a:path>
              </a:pathLst>
            </a:custGeom>
            <a:solidFill>
              <a:srgbClr val="FF9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2810700" y="5625287"/>
              <a:ext cx="471805" cy="833119"/>
            </a:xfrm>
            <a:custGeom>
              <a:avLst/>
              <a:gdLst/>
              <a:ahLst/>
              <a:cxnLst/>
              <a:rect l="l" t="t" r="r" b="b"/>
              <a:pathLst>
                <a:path w="471804" h="833120">
                  <a:moveTo>
                    <a:pt x="291287" y="181025"/>
                  </a:moveTo>
                  <a:lnTo>
                    <a:pt x="255282" y="249351"/>
                  </a:lnTo>
                  <a:lnTo>
                    <a:pt x="257848" y="832612"/>
                  </a:lnTo>
                  <a:lnTo>
                    <a:pt x="268782" y="820635"/>
                  </a:lnTo>
                  <a:lnTo>
                    <a:pt x="268782" y="259918"/>
                  </a:lnTo>
                  <a:lnTo>
                    <a:pt x="282930" y="223291"/>
                  </a:lnTo>
                  <a:lnTo>
                    <a:pt x="291287" y="181025"/>
                  </a:lnTo>
                  <a:close/>
                </a:path>
                <a:path w="471804" h="833120">
                  <a:moveTo>
                    <a:pt x="384530" y="77482"/>
                  </a:moveTo>
                  <a:lnTo>
                    <a:pt x="96456" y="77482"/>
                  </a:lnTo>
                  <a:lnTo>
                    <a:pt x="96456" y="91567"/>
                  </a:lnTo>
                  <a:lnTo>
                    <a:pt x="384530" y="91567"/>
                  </a:lnTo>
                  <a:lnTo>
                    <a:pt x="384530" y="77482"/>
                  </a:lnTo>
                  <a:close/>
                </a:path>
                <a:path w="471804" h="833120">
                  <a:moveTo>
                    <a:pt x="471335" y="0"/>
                  </a:moveTo>
                  <a:lnTo>
                    <a:pt x="0" y="0"/>
                  </a:lnTo>
                  <a:lnTo>
                    <a:pt x="0" y="15494"/>
                  </a:lnTo>
                  <a:lnTo>
                    <a:pt x="471335" y="15494"/>
                  </a:lnTo>
                  <a:lnTo>
                    <a:pt x="471335" y="0"/>
                  </a:lnTo>
                  <a:close/>
                </a:path>
              </a:pathLst>
            </a:custGeom>
            <a:solidFill>
              <a:srgbClr val="BF7F3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927738" y="5782359"/>
              <a:ext cx="251420" cy="97913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2864722" y="5657678"/>
              <a:ext cx="372110" cy="13970"/>
            </a:xfrm>
            <a:custGeom>
              <a:avLst/>
              <a:gdLst/>
              <a:ahLst/>
              <a:cxnLst/>
              <a:rect l="l" t="t" r="r" b="b"/>
              <a:pathLst>
                <a:path w="372110" h="13970">
                  <a:moveTo>
                    <a:pt x="3215" y="13383"/>
                  </a:moveTo>
                  <a:lnTo>
                    <a:pt x="0" y="704"/>
                  </a:lnTo>
                  <a:lnTo>
                    <a:pt x="371664" y="0"/>
                  </a:lnTo>
                  <a:lnTo>
                    <a:pt x="367806" y="12679"/>
                  </a:lnTo>
                  <a:lnTo>
                    <a:pt x="3215" y="13383"/>
                  </a:lnTo>
                  <a:close/>
                </a:path>
              </a:pathLst>
            </a:custGeom>
            <a:solidFill>
              <a:srgbClr val="BF7F3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3" name="object 13"/>
          <p:cNvGrpSpPr/>
          <p:nvPr/>
        </p:nvGrpSpPr>
        <p:grpSpPr>
          <a:xfrm>
            <a:off x="1775143" y="4604715"/>
            <a:ext cx="644525" cy="330835"/>
            <a:chOff x="1775143" y="4604715"/>
            <a:chExt cx="644525" cy="330835"/>
          </a:xfrm>
        </p:grpSpPr>
        <p:sp>
          <p:nvSpPr>
            <p:cNvPr id="14" name="object 14"/>
            <p:cNvSpPr/>
            <p:nvPr/>
          </p:nvSpPr>
          <p:spPr>
            <a:xfrm>
              <a:off x="1781715" y="4611288"/>
              <a:ext cx="631190" cy="317500"/>
            </a:xfrm>
            <a:custGeom>
              <a:avLst/>
              <a:gdLst/>
              <a:ahLst/>
              <a:cxnLst/>
              <a:rect l="l" t="t" r="r" b="b"/>
              <a:pathLst>
                <a:path w="631189" h="317500">
                  <a:moveTo>
                    <a:pt x="473202" y="0"/>
                  </a:moveTo>
                  <a:lnTo>
                    <a:pt x="473202" y="79289"/>
                  </a:lnTo>
                  <a:lnTo>
                    <a:pt x="0" y="79289"/>
                  </a:lnTo>
                  <a:lnTo>
                    <a:pt x="0" y="237868"/>
                  </a:lnTo>
                  <a:lnTo>
                    <a:pt x="473202" y="237868"/>
                  </a:lnTo>
                  <a:lnTo>
                    <a:pt x="473202" y="317158"/>
                  </a:lnTo>
                  <a:lnTo>
                    <a:pt x="630936" y="158579"/>
                  </a:lnTo>
                  <a:lnTo>
                    <a:pt x="47320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1781716" y="4611288"/>
              <a:ext cx="631190" cy="317500"/>
            </a:xfrm>
            <a:custGeom>
              <a:avLst/>
              <a:gdLst/>
              <a:ahLst/>
              <a:cxnLst/>
              <a:rect l="l" t="t" r="r" b="b"/>
              <a:pathLst>
                <a:path w="631189" h="317500">
                  <a:moveTo>
                    <a:pt x="0" y="79289"/>
                  </a:moveTo>
                  <a:lnTo>
                    <a:pt x="473201" y="79289"/>
                  </a:lnTo>
                  <a:lnTo>
                    <a:pt x="473201" y="0"/>
                  </a:lnTo>
                  <a:lnTo>
                    <a:pt x="630935" y="158578"/>
                  </a:lnTo>
                  <a:lnTo>
                    <a:pt x="473201" y="317157"/>
                  </a:lnTo>
                  <a:lnTo>
                    <a:pt x="473201" y="237868"/>
                  </a:lnTo>
                  <a:lnTo>
                    <a:pt x="0" y="237868"/>
                  </a:lnTo>
                  <a:lnTo>
                    <a:pt x="0" y="79289"/>
                  </a:lnTo>
                  <a:close/>
                </a:path>
              </a:pathLst>
            </a:custGeom>
            <a:ln w="131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/>
          <p:nvPr/>
        </p:nvSpPr>
        <p:spPr>
          <a:xfrm>
            <a:off x="694008" y="4307277"/>
            <a:ext cx="1027430" cy="993140"/>
          </a:xfrm>
          <a:prstGeom prst="rect">
            <a:avLst/>
          </a:prstGeom>
          <a:solidFill>
            <a:srgbClr val="FFBDA5"/>
          </a:solidFill>
          <a:ln w="13145">
            <a:solidFill>
              <a:srgbClr val="929292"/>
            </a:solidFill>
          </a:ln>
        </p:spPr>
        <p:txBody>
          <a:bodyPr wrap="square" lIns="0" tIns="49530" rIns="0" bIns="0" rtlCol="0" vert="horz">
            <a:spAutoFit/>
          </a:bodyPr>
          <a:lstStyle/>
          <a:p>
            <a:pPr marL="240029" marR="104139" indent="-123189">
              <a:lnSpc>
                <a:spcPct val="101099"/>
              </a:lnSpc>
              <a:spcBef>
                <a:spcPts val="390"/>
              </a:spcBef>
            </a:pPr>
            <a:r>
              <a:rPr dirty="0" sz="2900" spc="-10">
                <a:latin typeface="Times New Roman"/>
                <a:cs typeface="Times New Roman"/>
              </a:rPr>
              <a:t>Clear </a:t>
            </a:r>
            <a:r>
              <a:rPr dirty="0" sz="2900" spc="-20">
                <a:latin typeface="Times New Roman"/>
                <a:cs typeface="Times New Roman"/>
              </a:rPr>
              <a:t>text</a:t>
            </a:r>
            <a:endParaRPr sz="29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533846" y="4460104"/>
            <a:ext cx="1362710" cy="550545"/>
          </a:xfrm>
          <a:prstGeom prst="rect">
            <a:avLst/>
          </a:prstGeom>
          <a:solidFill>
            <a:srgbClr val="D6D7FF"/>
          </a:solidFill>
          <a:ln w="13146">
            <a:solidFill>
              <a:srgbClr val="000000"/>
            </a:solidFill>
          </a:ln>
        </p:spPr>
        <p:txBody>
          <a:bodyPr wrap="square" lIns="0" tIns="53975" rIns="0" bIns="0" rtlCol="0" vert="horz">
            <a:spAutoFit/>
          </a:bodyPr>
          <a:lstStyle/>
          <a:p>
            <a:pPr marL="208279">
              <a:lnSpc>
                <a:spcPct val="100000"/>
              </a:lnSpc>
              <a:spcBef>
                <a:spcPts val="425"/>
              </a:spcBef>
            </a:pPr>
            <a:r>
              <a:rPr dirty="0" sz="2900" spc="-25" b="1">
                <a:latin typeface="Times New Roman"/>
                <a:cs typeface="Times New Roman"/>
              </a:rPr>
              <a:t>DES</a:t>
            </a:r>
            <a:r>
              <a:rPr dirty="0" baseline="25252" sz="3300" spc="-37" b="1">
                <a:latin typeface="Times New Roman"/>
                <a:cs typeface="Times New Roman"/>
              </a:rPr>
              <a:t>-</a:t>
            </a:r>
            <a:r>
              <a:rPr dirty="0" baseline="25252" sz="3300" spc="-75" b="1">
                <a:latin typeface="Times New Roman"/>
                <a:cs typeface="Times New Roman"/>
              </a:rPr>
              <a:t>1</a:t>
            </a:r>
            <a:endParaRPr baseline="25252" sz="33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728977" y="4461747"/>
            <a:ext cx="1160145" cy="550545"/>
          </a:xfrm>
          <a:prstGeom prst="rect">
            <a:avLst/>
          </a:prstGeom>
          <a:solidFill>
            <a:srgbClr val="D6D7FF"/>
          </a:solidFill>
          <a:ln w="13146">
            <a:solidFill>
              <a:srgbClr val="000000"/>
            </a:solidFill>
          </a:ln>
        </p:spPr>
        <p:txBody>
          <a:bodyPr wrap="square" lIns="0" tIns="53975" rIns="0" bIns="0" rtlCol="0" vert="horz">
            <a:spAutoFit/>
          </a:bodyPr>
          <a:lstStyle/>
          <a:p>
            <a:pPr marL="224154">
              <a:lnSpc>
                <a:spcPct val="100000"/>
              </a:lnSpc>
              <a:spcBef>
                <a:spcPts val="425"/>
              </a:spcBef>
            </a:pPr>
            <a:r>
              <a:rPr dirty="0" sz="2900" spc="-25" b="1">
                <a:latin typeface="Times New Roman"/>
                <a:cs typeface="Times New Roman"/>
              </a:rPr>
              <a:t>DES</a:t>
            </a:r>
            <a:endParaRPr sz="2900">
              <a:latin typeface="Times New Roman"/>
              <a:cs typeface="Times New Roman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3743531" y="4604715"/>
            <a:ext cx="644525" cy="330835"/>
            <a:chOff x="3743531" y="4604715"/>
            <a:chExt cx="644525" cy="330835"/>
          </a:xfrm>
        </p:grpSpPr>
        <p:sp>
          <p:nvSpPr>
            <p:cNvPr id="20" name="object 20"/>
            <p:cNvSpPr/>
            <p:nvPr/>
          </p:nvSpPr>
          <p:spPr>
            <a:xfrm>
              <a:off x="3750104" y="4611288"/>
              <a:ext cx="631190" cy="317500"/>
            </a:xfrm>
            <a:custGeom>
              <a:avLst/>
              <a:gdLst/>
              <a:ahLst/>
              <a:cxnLst/>
              <a:rect l="l" t="t" r="r" b="b"/>
              <a:pathLst>
                <a:path w="631189" h="317500">
                  <a:moveTo>
                    <a:pt x="473203" y="0"/>
                  </a:moveTo>
                  <a:lnTo>
                    <a:pt x="473203" y="79289"/>
                  </a:lnTo>
                  <a:lnTo>
                    <a:pt x="0" y="79289"/>
                  </a:lnTo>
                  <a:lnTo>
                    <a:pt x="0" y="237868"/>
                  </a:lnTo>
                  <a:lnTo>
                    <a:pt x="473203" y="237868"/>
                  </a:lnTo>
                  <a:lnTo>
                    <a:pt x="473203" y="317158"/>
                  </a:lnTo>
                  <a:lnTo>
                    <a:pt x="630936" y="158579"/>
                  </a:lnTo>
                  <a:lnTo>
                    <a:pt x="47320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3750104" y="4611288"/>
              <a:ext cx="631190" cy="317500"/>
            </a:xfrm>
            <a:custGeom>
              <a:avLst/>
              <a:gdLst/>
              <a:ahLst/>
              <a:cxnLst/>
              <a:rect l="l" t="t" r="r" b="b"/>
              <a:pathLst>
                <a:path w="631189" h="317500">
                  <a:moveTo>
                    <a:pt x="0" y="79289"/>
                  </a:moveTo>
                  <a:lnTo>
                    <a:pt x="473201" y="79289"/>
                  </a:lnTo>
                  <a:lnTo>
                    <a:pt x="473201" y="0"/>
                  </a:lnTo>
                  <a:lnTo>
                    <a:pt x="630935" y="158578"/>
                  </a:lnTo>
                  <a:lnTo>
                    <a:pt x="473201" y="317157"/>
                  </a:lnTo>
                  <a:lnTo>
                    <a:pt x="473201" y="237868"/>
                  </a:lnTo>
                  <a:lnTo>
                    <a:pt x="0" y="237868"/>
                  </a:lnTo>
                  <a:lnTo>
                    <a:pt x="0" y="79289"/>
                  </a:lnTo>
                  <a:close/>
                </a:path>
              </a:pathLst>
            </a:custGeom>
            <a:ln w="131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2" name="object 22"/>
          <p:cNvGrpSpPr/>
          <p:nvPr/>
        </p:nvGrpSpPr>
        <p:grpSpPr>
          <a:xfrm>
            <a:off x="6015887" y="4604715"/>
            <a:ext cx="644525" cy="330835"/>
            <a:chOff x="6015887" y="4604715"/>
            <a:chExt cx="644525" cy="330835"/>
          </a:xfrm>
        </p:grpSpPr>
        <p:sp>
          <p:nvSpPr>
            <p:cNvPr id="23" name="object 23"/>
            <p:cNvSpPr/>
            <p:nvPr/>
          </p:nvSpPr>
          <p:spPr>
            <a:xfrm>
              <a:off x="6022460" y="4611288"/>
              <a:ext cx="631190" cy="317500"/>
            </a:xfrm>
            <a:custGeom>
              <a:avLst/>
              <a:gdLst/>
              <a:ahLst/>
              <a:cxnLst/>
              <a:rect l="l" t="t" r="r" b="b"/>
              <a:pathLst>
                <a:path w="631190" h="317500">
                  <a:moveTo>
                    <a:pt x="473201" y="0"/>
                  </a:moveTo>
                  <a:lnTo>
                    <a:pt x="473201" y="79289"/>
                  </a:lnTo>
                  <a:lnTo>
                    <a:pt x="0" y="79289"/>
                  </a:lnTo>
                  <a:lnTo>
                    <a:pt x="0" y="237868"/>
                  </a:lnTo>
                  <a:lnTo>
                    <a:pt x="473201" y="237868"/>
                  </a:lnTo>
                  <a:lnTo>
                    <a:pt x="473201" y="317158"/>
                  </a:lnTo>
                  <a:lnTo>
                    <a:pt x="630936" y="158579"/>
                  </a:lnTo>
                  <a:lnTo>
                    <a:pt x="47320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6022460" y="4611288"/>
              <a:ext cx="631190" cy="317500"/>
            </a:xfrm>
            <a:custGeom>
              <a:avLst/>
              <a:gdLst/>
              <a:ahLst/>
              <a:cxnLst/>
              <a:rect l="l" t="t" r="r" b="b"/>
              <a:pathLst>
                <a:path w="631190" h="317500">
                  <a:moveTo>
                    <a:pt x="0" y="79289"/>
                  </a:moveTo>
                  <a:lnTo>
                    <a:pt x="473201" y="79289"/>
                  </a:lnTo>
                  <a:lnTo>
                    <a:pt x="473201" y="0"/>
                  </a:lnTo>
                  <a:lnTo>
                    <a:pt x="630937" y="158578"/>
                  </a:lnTo>
                  <a:lnTo>
                    <a:pt x="473201" y="317157"/>
                  </a:lnTo>
                  <a:lnTo>
                    <a:pt x="473201" y="237868"/>
                  </a:lnTo>
                  <a:lnTo>
                    <a:pt x="0" y="237868"/>
                  </a:lnTo>
                  <a:lnTo>
                    <a:pt x="0" y="79289"/>
                  </a:lnTo>
                  <a:close/>
                </a:path>
              </a:pathLst>
            </a:custGeom>
            <a:ln w="131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5" name="object 25"/>
          <p:cNvGrpSpPr/>
          <p:nvPr/>
        </p:nvGrpSpPr>
        <p:grpSpPr>
          <a:xfrm>
            <a:off x="4909815" y="5277999"/>
            <a:ext cx="567690" cy="1181735"/>
            <a:chOff x="4909815" y="5277999"/>
            <a:chExt cx="567690" cy="1181735"/>
          </a:xfrm>
        </p:grpSpPr>
        <p:sp>
          <p:nvSpPr>
            <p:cNvPr id="26" name="object 26"/>
            <p:cNvSpPr/>
            <p:nvPr/>
          </p:nvSpPr>
          <p:spPr>
            <a:xfrm>
              <a:off x="4909815" y="5277999"/>
              <a:ext cx="553720" cy="1174750"/>
            </a:xfrm>
            <a:custGeom>
              <a:avLst/>
              <a:gdLst/>
              <a:ahLst/>
              <a:cxnLst/>
              <a:rect l="l" t="t" r="r" b="b"/>
              <a:pathLst>
                <a:path w="553720" h="1174750">
                  <a:moveTo>
                    <a:pt x="301807" y="1174255"/>
                  </a:moveTo>
                  <a:lnTo>
                    <a:pt x="207653" y="1087613"/>
                  </a:lnTo>
                  <a:lnTo>
                    <a:pt x="241187" y="1062958"/>
                  </a:lnTo>
                  <a:lnTo>
                    <a:pt x="241187" y="1034077"/>
                  </a:lnTo>
                  <a:lnTo>
                    <a:pt x="207653" y="1008014"/>
                  </a:lnTo>
                  <a:lnTo>
                    <a:pt x="241187" y="985473"/>
                  </a:lnTo>
                  <a:lnTo>
                    <a:pt x="236029" y="976315"/>
                  </a:lnTo>
                  <a:lnTo>
                    <a:pt x="207009" y="955887"/>
                  </a:lnTo>
                  <a:lnTo>
                    <a:pt x="201849" y="891081"/>
                  </a:lnTo>
                  <a:lnTo>
                    <a:pt x="197980" y="884742"/>
                  </a:lnTo>
                  <a:lnTo>
                    <a:pt x="241832" y="847408"/>
                  </a:lnTo>
                  <a:lnTo>
                    <a:pt x="241832" y="815005"/>
                  </a:lnTo>
                  <a:lnTo>
                    <a:pt x="207009" y="776967"/>
                  </a:lnTo>
                  <a:lnTo>
                    <a:pt x="241187" y="743155"/>
                  </a:lnTo>
                  <a:lnTo>
                    <a:pt x="241187" y="709343"/>
                  </a:lnTo>
                  <a:lnTo>
                    <a:pt x="207653" y="665669"/>
                  </a:lnTo>
                  <a:lnTo>
                    <a:pt x="201204" y="594524"/>
                  </a:lnTo>
                  <a:lnTo>
                    <a:pt x="160577" y="594524"/>
                  </a:lnTo>
                  <a:lnTo>
                    <a:pt x="160577" y="498724"/>
                  </a:lnTo>
                  <a:lnTo>
                    <a:pt x="136071" y="498724"/>
                  </a:lnTo>
                  <a:lnTo>
                    <a:pt x="136071" y="414898"/>
                  </a:lnTo>
                  <a:lnTo>
                    <a:pt x="108985" y="414898"/>
                  </a:lnTo>
                  <a:lnTo>
                    <a:pt x="96733" y="374747"/>
                  </a:lnTo>
                  <a:lnTo>
                    <a:pt x="41917" y="374747"/>
                  </a:lnTo>
                  <a:lnTo>
                    <a:pt x="41917" y="339526"/>
                  </a:lnTo>
                  <a:lnTo>
                    <a:pt x="0" y="339526"/>
                  </a:lnTo>
                  <a:lnTo>
                    <a:pt x="0" y="173989"/>
                  </a:lnTo>
                  <a:lnTo>
                    <a:pt x="41273" y="173989"/>
                  </a:lnTo>
                  <a:lnTo>
                    <a:pt x="41273" y="150039"/>
                  </a:lnTo>
                  <a:lnTo>
                    <a:pt x="87704" y="150039"/>
                  </a:lnTo>
                  <a:lnTo>
                    <a:pt x="98668" y="139473"/>
                  </a:lnTo>
                  <a:lnTo>
                    <a:pt x="109630" y="112705"/>
                  </a:lnTo>
                  <a:lnTo>
                    <a:pt x="136071" y="112705"/>
                  </a:lnTo>
                  <a:lnTo>
                    <a:pt x="198625" y="0"/>
                  </a:lnTo>
                  <a:lnTo>
                    <a:pt x="365651" y="0"/>
                  </a:lnTo>
                  <a:lnTo>
                    <a:pt x="340965" y="35218"/>
                  </a:lnTo>
                  <a:lnTo>
                    <a:pt x="333910" y="45082"/>
                  </a:lnTo>
                  <a:lnTo>
                    <a:pt x="236673" y="45082"/>
                  </a:lnTo>
                  <a:lnTo>
                    <a:pt x="199915" y="116932"/>
                  </a:lnTo>
                  <a:lnTo>
                    <a:pt x="457153" y="116932"/>
                  </a:lnTo>
                  <a:lnTo>
                    <a:pt x="466898" y="150744"/>
                  </a:lnTo>
                  <a:lnTo>
                    <a:pt x="516554" y="150744"/>
                  </a:lnTo>
                  <a:lnTo>
                    <a:pt x="517114" y="173989"/>
                  </a:lnTo>
                  <a:lnTo>
                    <a:pt x="517199" y="177511"/>
                  </a:lnTo>
                  <a:lnTo>
                    <a:pt x="535901" y="178216"/>
                  </a:lnTo>
                  <a:lnTo>
                    <a:pt x="553313" y="178216"/>
                  </a:lnTo>
                  <a:lnTo>
                    <a:pt x="553313" y="342344"/>
                  </a:lnTo>
                  <a:lnTo>
                    <a:pt x="516554" y="343048"/>
                  </a:lnTo>
                  <a:lnTo>
                    <a:pt x="515962" y="374747"/>
                  </a:lnTo>
                  <a:lnTo>
                    <a:pt x="515910" y="377565"/>
                  </a:lnTo>
                  <a:lnTo>
                    <a:pt x="468833" y="377565"/>
                  </a:lnTo>
                  <a:lnTo>
                    <a:pt x="455290" y="418421"/>
                  </a:lnTo>
                  <a:lnTo>
                    <a:pt x="429495" y="419125"/>
                  </a:lnTo>
                  <a:lnTo>
                    <a:pt x="427642" y="498724"/>
                  </a:lnTo>
                  <a:lnTo>
                    <a:pt x="427560" y="502246"/>
                  </a:lnTo>
                  <a:lnTo>
                    <a:pt x="410148" y="502246"/>
                  </a:lnTo>
                  <a:lnTo>
                    <a:pt x="404344" y="514925"/>
                  </a:lnTo>
                  <a:lnTo>
                    <a:pt x="404344" y="598046"/>
                  </a:lnTo>
                  <a:lnTo>
                    <a:pt x="373390" y="598750"/>
                  </a:lnTo>
                  <a:lnTo>
                    <a:pt x="374771" y="955887"/>
                  </a:lnTo>
                  <a:lnTo>
                    <a:pt x="374885" y="985473"/>
                  </a:lnTo>
                  <a:lnTo>
                    <a:pt x="374972" y="1008014"/>
                  </a:lnTo>
                  <a:lnTo>
                    <a:pt x="375073" y="1034077"/>
                  </a:lnTo>
                  <a:lnTo>
                    <a:pt x="375185" y="1062958"/>
                  </a:lnTo>
                  <a:lnTo>
                    <a:pt x="375280" y="1087613"/>
                  </a:lnTo>
                  <a:lnTo>
                    <a:pt x="375324" y="1098883"/>
                  </a:lnTo>
                  <a:lnTo>
                    <a:pt x="301807" y="1174255"/>
                  </a:lnTo>
                  <a:close/>
                </a:path>
                <a:path w="553720" h="1174750">
                  <a:moveTo>
                    <a:pt x="457153" y="116932"/>
                  </a:moveTo>
                  <a:lnTo>
                    <a:pt x="367585" y="116932"/>
                  </a:lnTo>
                  <a:lnTo>
                    <a:pt x="333406" y="45786"/>
                  </a:lnTo>
                  <a:lnTo>
                    <a:pt x="333910" y="45082"/>
                  </a:lnTo>
                  <a:lnTo>
                    <a:pt x="334051" y="45082"/>
                  </a:lnTo>
                  <a:lnTo>
                    <a:pt x="340965" y="35218"/>
                  </a:lnTo>
                  <a:lnTo>
                    <a:pt x="365651" y="704"/>
                  </a:lnTo>
                  <a:lnTo>
                    <a:pt x="424336" y="112001"/>
                  </a:lnTo>
                  <a:lnTo>
                    <a:pt x="455935" y="112705"/>
                  </a:lnTo>
                  <a:lnTo>
                    <a:pt x="457153" y="116932"/>
                  </a:lnTo>
                  <a:close/>
                </a:path>
              </a:pathLst>
            </a:custGeom>
            <a:solidFill>
              <a:srgbClr val="FF9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4923357" y="5284339"/>
              <a:ext cx="554355" cy="1175385"/>
            </a:xfrm>
            <a:custGeom>
              <a:avLst/>
              <a:gdLst/>
              <a:ahLst/>
              <a:cxnLst/>
              <a:rect l="l" t="t" r="r" b="b"/>
              <a:pathLst>
                <a:path w="554354" h="1175385">
                  <a:moveTo>
                    <a:pt x="301807" y="1174960"/>
                  </a:moveTo>
                  <a:lnTo>
                    <a:pt x="207654" y="1087613"/>
                  </a:lnTo>
                  <a:lnTo>
                    <a:pt x="241188" y="1062958"/>
                  </a:lnTo>
                  <a:lnTo>
                    <a:pt x="241188" y="1034078"/>
                  </a:lnTo>
                  <a:lnTo>
                    <a:pt x="207654" y="1008014"/>
                  </a:lnTo>
                  <a:lnTo>
                    <a:pt x="241188" y="985473"/>
                  </a:lnTo>
                  <a:lnTo>
                    <a:pt x="236029" y="976316"/>
                  </a:lnTo>
                  <a:lnTo>
                    <a:pt x="207009" y="955888"/>
                  </a:lnTo>
                  <a:lnTo>
                    <a:pt x="201849" y="891082"/>
                  </a:lnTo>
                  <a:lnTo>
                    <a:pt x="197980" y="885446"/>
                  </a:lnTo>
                  <a:lnTo>
                    <a:pt x="241832" y="847408"/>
                  </a:lnTo>
                  <a:lnTo>
                    <a:pt x="241832" y="815005"/>
                  </a:lnTo>
                  <a:lnTo>
                    <a:pt x="207009" y="776967"/>
                  </a:lnTo>
                  <a:lnTo>
                    <a:pt x="241188" y="743155"/>
                  </a:lnTo>
                  <a:lnTo>
                    <a:pt x="241188" y="709343"/>
                  </a:lnTo>
                  <a:lnTo>
                    <a:pt x="207654" y="665670"/>
                  </a:lnTo>
                  <a:lnTo>
                    <a:pt x="201205" y="594524"/>
                  </a:lnTo>
                  <a:lnTo>
                    <a:pt x="160577" y="594524"/>
                  </a:lnTo>
                  <a:lnTo>
                    <a:pt x="160577" y="498724"/>
                  </a:lnTo>
                  <a:lnTo>
                    <a:pt x="136716" y="498724"/>
                  </a:lnTo>
                  <a:lnTo>
                    <a:pt x="136716" y="414899"/>
                  </a:lnTo>
                  <a:lnTo>
                    <a:pt x="108986" y="414899"/>
                  </a:lnTo>
                  <a:lnTo>
                    <a:pt x="96733" y="374747"/>
                  </a:lnTo>
                  <a:lnTo>
                    <a:pt x="41918" y="374747"/>
                  </a:lnTo>
                  <a:lnTo>
                    <a:pt x="41918" y="339526"/>
                  </a:lnTo>
                  <a:lnTo>
                    <a:pt x="0" y="339526"/>
                  </a:lnTo>
                  <a:lnTo>
                    <a:pt x="0" y="173989"/>
                  </a:lnTo>
                  <a:lnTo>
                    <a:pt x="41273" y="173989"/>
                  </a:lnTo>
                  <a:lnTo>
                    <a:pt x="41273" y="150039"/>
                  </a:lnTo>
                  <a:lnTo>
                    <a:pt x="87704" y="150039"/>
                  </a:lnTo>
                  <a:lnTo>
                    <a:pt x="98668" y="139473"/>
                  </a:lnTo>
                  <a:lnTo>
                    <a:pt x="109630" y="112706"/>
                  </a:lnTo>
                  <a:lnTo>
                    <a:pt x="136716" y="112706"/>
                  </a:lnTo>
                  <a:lnTo>
                    <a:pt x="198625" y="0"/>
                  </a:lnTo>
                  <a:lnTo>
                    <a:pt x="365651" y="0"/>
                  </a:lnTo>
                  <a:lnTo>
                    <a:pt x="340963" y="35221"/>
                  </a:lnTo>
                  <a:lnTo>
                    <a:pt x="333910" y="45082"/>
                  </a:lnTo>
                  <a:lnTo>
                    <a:pt x="236673" y="45082"/>
                  </a:lnTo>
                  <a:lnTo>
                    <a:pt x="199915" y="116932"/>
                  </a:lnTo>
                  <a:lnTo>
                    <a:pt x="457153" y="116932"/>
                  </a:lnTo>
                  <a:lnTo>
                    <a:pt x="466898" y="150744"/>
                  </a:lnTo>
                  <a:lnTo>
                    <a:pt x="516554" y="150744"/>
                  </a:lnTo>
                  <a:lnTo>
                    <a:pt x="517115" y="173989"/>
                  </a:lnTo>
                  <a:lnTo>
                    <a:pt x="517199" y="177512"/>
                  </a:lnTo>
                  <a:lnTo>
                    <a:pt x="535901" y="178216"/>
                  </a:lnTo>
                  <a:lnTo>
                    <a:pt x="553958" y="178216"/>
                  </a:lnTo>
                  <a:lnTo>
                    <a:pt x="553958" y="342344"/>
                  </a:lnTo>
                  <a:lnTo>
                    <a:pt x="516554" y="343049"/>
                  </a:lnTo>
                  <a:lnTo>
                    <a:pt x="515962" y="374747"/>
                  </a:lnTo>
                  <a:lnTo>
                    <a:pt x="515910" y="377565"/>
                  </a:lnTo>
                  <a:lnTo>
                    <a:pt x="468833" y="377565"/>
                  </a:lnTo>
                  <a:lnTo>
                    <a:pt x="455290" y="418421"/>
                  </a:lnTo>
                  <a:lnTo>
                    <a:pt x="429495" y="419125"/>
                  </a:lnTo>
                  <a:lnTo>
                    <a:pt x="427642" y="498724"/>
                  </a:lnTo>
                  <a:lnTo>
                    <a:pt x="427560" y="502246"/>
                  </a:lnTo>
                  <a:lnTo>
                    <a:pt x="410148" y="502246"/>
                  </a:lnTo>
                  <a:lnTo>
                    <a:pt x="405634" y="509290"/>
                  </a:lnTo>
                  <a:lnTo>
                    <a:pt x="405634" y="598750"/>
                  </a:lnTo>
                  <a:lnTo>
                    <a:pt x="373390" y="598750"/>
                  </a:lnTo>
                  <a:lnTo>
                    <a:pt x="374771" y="955888"/>
                  </a:lnTo>
                  <a:lnTo>
                    <a:pt x="374885" y="985473"/>
                  </a:lnTo>
                  <a:lnTo>
                    <a:pt x="374972" y="1008014"/>
                  </a:lnTo>
                  <a:lnTo>
                    <a:pt x="375073" y="1034078"/>
                  </a:lnTo>
                  <a:lnTo>
                    <a:pt x="375185" y="1062958"/>
                  </a:lnTo>
                  <a:lnTo>
                    <a:pt x="375280" y="1087613"/>
                  </a:lnTo>
                  <a:lnTo>
                    <a:pt x="375324" y="1098883"/>
                  </a:lnTo>
                  <a:lnTo>
                    <a:pt x="301807" y="1174960"/>
                  </a:lnTo>
                  <a:close/>
                </a:path>
                <a:path w="554354" h="1175385">
                  <a:moveTo>
                    <a:pt x="457153" y="116932"/>
                  </a:moveTo>
                  <a:lnTo>
                    <a:pt x="367586" y="116932"/>
                  </a:lnTo>
                  <a:lnTo>
                    <a:pt x="333406" y="45786"/>
                  </a:lnTo>
                  <a:lnTo>
                    <a:pt x="333910" y="45082"/>
                  </a:lnTo>
                  <a:lnTo>
                    <a:pt x="334051" y="45082"/>
                  </a:lnTo>
                  <a:lnTo>
                    <a:pt x="340963" y="35221"/>
                  </a:lnTo>
                  <a:lnTo>
                    <a:pt x="365651" y="704"/>
                  </a:lnTo>
                  <a:lnTo>
                    <a:pt x="424981" y="112001"/>
                  </a:lnTo>
                  <a:lnTo>
                    <a:pt x="455935" y="112706"/>
                  </a:lnTo>
                  <a:lnTo>
                    <a:pt x="457153" y="116932"/>
                  </a:lnTo>
                  <a:close/>
                </a:path>
              </a:pathLst>
            </a:custGeom>
            <a:solidFill>
              <a:srgbClr val="BF7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5000744" y="5473122"/>
              <a:ext cx="391795" cy="134620"/>
            </a:xfrm>
            <a:custGeom>
              <a:avLst/>
              <a:gdLst/>
              <a:ahLst/>
              <a:cxnLst/>
              <a:rect l="l" t="t" r="r" b="b"/>
              <a:pathLst>
                <a:path w="391795" h="134620">
                  <a:moveTo>
                    <a:pt x="31599" y="134542"/>
                  </a:moveTo>
                  <a:lnTo>
                    <a:pt x="0" y="69736"/>
                  </a:lnTo>
                  <a:lnTo>
                    <a:pt x="34178" y="0"/>
                  </a:lnTo>
                  <a:lnTo>
                    <a:pt x="391446" y="0"/>
                  </a:lnTo>
                  <a:lnTo>
                    <a:pt x="388222" y="4930"/>
                  </a:lnTo>
                  <a:lnTo>
                    <a:pt x="38048" y="4930"/>
                  </a:lnTo>
                  <a:lnTo>
                    <a:pt x="6448" y="69736"/>
                  </a:lnTo>
                  <a:lnTo>
                    <a:pt x="37403" y="130316"/>
                  </a:lnTo>
                  <a:lnTo>
                    <a:pt x="31599" y="134542"/>
                  </a:lnTo>
                  <a:close/>
                </a:path>
              </a:pathLst>
            </a:custGeom>
            <a:solidFill>
              <a:srgbClr val="BF7F3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4967198" y="5425935"/>
              <a:ext cx="470534" cy="1005205"/>
            </a:xfrm>
            <a:custGeom>
              <a:avLst/>
              <a:gdLst/>
              <a:ahLst/>
              <a:cxnLst/>
              <a:rect l="l" t="t" r="r" b="b"/>
              <a:pathLst>
                <a:path w="470535" h="1005204">
                  <a:moveTo>
                    <a:pt x="226999" y="362064"/>
                  </a:moveTo>
                  <a:lnTo>
                    <a:pt x="214757" y="381787"/>
                  </a:lnTo>
                  <a:lnTo>
                    <a:pt x="216039" y="993927"/>
                  </a:lnTo>
                  <a:lnTo>
                    <a:pt x="226364" y="1003782"/>
                  </a:lnTo>
                  <a:lnTo>
                    <a:pt x="226999" y="362064"/>
                  </a:lnTo>
                  <a:close/>
                </a:path>
                <a:path w="470535" h="1005204">
                  <a:moveTo>
                    <a:pt x="293433" y="994625"/>
                  </a:moveTo>
                  <a:lnTo>
                    <a:pt x="291490" y="378968"/>
                  </a:lnTo>
                  <a:lnTo>
                    <a:pt x="282460" y="429691"/>
                  </a:lnTo>
                  <a:lnTo>
                    <a:pt x="283756" y="1005192"/>
                  </a:lnTo>
                  <a:lnTo>
                    <a:pt x="293433" y="994625"/>
                  </a:lnTo>
                  <a:close/>
                </a:path>
                <a:path w="470535" h="1005204">
                  <a:moveTo>
                    <a:pt x="413372" y="0"/>
                  </a:moveTo>
                  <a:lnTo>
                    <a:pt x="46431" y="0"/>
                  </a:lnTo>
                  <a:lnTo>
                    <a:pt x="46431" y="7035"/>
                  </a:lnTo>
                  <a:lnTo>
                    <a:pt x="413372" y="7035"/>
                  </a:lnTo>
                  <a:lnTo>
                    <a:pt x="413372" y="0"/>
                  </a:lnTo>
                  <a:close/>
                </a:path>
                <a:path w="470535" h="1005204">
                  <a:moveTo>
                    <a:pt x="455942" y="110591"/>
                  </a:moveTo>
                  <a:lnTo>
                    <a:pt x="424345" y="46494"/>
                  </a:lnTo>
                  <a:lnTo>
                    <a:pt x="418541" y="50711"/>
                  </a:lnTo>
                  <a:lnTo>
                    <a:pt x="449491" y="110591"/>
                  </a:lnTo>
                  <a:lnTo>
                    <a:pt x="417893" y="176098"/>
                  </a:lnTo>
                  <a:lnTo>
                    <a:pt x="67716" y="176098"/>
                  </a:lnTo>
                  <a:lnTo>
                    <a:pt x="64490" y="181025"/>
                  </a:lnTo>
                  <a:lnTo>
                    <a:pt x="421767" y="181025"/>
                  </a:lnTo>
                  <a:lnTo>
                    <a:pt x="455942" y="110591"/>
                  </a:lnTo>
                  <a:close/>
                </a:path>
                <a:path w="470535" h="1005204">
                  <a:moveTo>
                    <a:pt x="470128" y="26758"/>
                  </a:moveTo>
                  <a:lnTo>
                    <a:pt x="0" y="26758"/>
                  </a:lnTo>
                  <a:lnTo>
                    <a:pt x="0" y="33108"/>
                  </a:lnTo>
                  <a:lnTo>
                    <a:pt x="470128" y="33108"/>
                  </a:lnTo>
                  <a:lnTo>
                    <a:pt x="470128" y="26758"/>
                  </a:lnTo>
                  <a:close/>
                </a:path>
              </a:pathLst>
            </a:custGeom>
            <a:solidFill>
              <a:srgbClr val="FF9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4966563" y="5625287"/>
              <a:ext cx="473075" cy="833119"/>
            </a:xfrm>
            <a:custGeom>
              <a:avLst/>
              <a:gdLst/>
              <a:ahLst/>
              <a:cxnLst/>
              <a:rect l="l" t="t" r="r" b="b"/>
              <a:pathLst>
                <a:path w="473075" h="833120">
                  <a:moveTo>
                    <a:pt x="292125" y="181025"/>
                  </a:moveTo>
                  <a:lnTo>
                    <a:pt x="256019" y="249351"/>
                  </a:lnTo>
                  <a:lnTo>
                    <a:pt x="258597" y="832612"/>
                  </a:lnTo>
                  <a:lnTo>
                    <a:pt x="269557" y="820635"/>
                  </a:lnTo>
                  <a:lnTo>
                    <a:pt x="269557" y="259918"/>
                  </a:lnTo>
                  <a:lnTo>
                    <a:pt x="283743" y="223291"/>
                  </a:lnTo>
                  <a:lnTo>
                    <a:pt x="292125" y="181025"/>
                  </a:lnTo>
                  <a:close/>
                </a:path>
                <a:path w="473075" h="833120">
                  <a:moveTo>
                    <a:pt x="385635" y="77482"/>
                  </a:moveTo>
                  <a:lnTo>
                    <a:pt x="96723" y="77482"/>
                  </a:lnTo>
                  <a:lnTo>
                    <a:pt x="96723" y="91567"/>
                  </a:lnTo>
                  <a:lnTo>
                    <a:pt x="385635" y="91567"/>
                  </a:lnTo>
                  <a:lnTo>
                    <a:pt x="385635" y="77482"/>
                  </a:lnTo>
                  <a:close/>
                </a:path>
                <a:path w="473075" h="833120">
                  <a:moveTo>
                    <a:pt x="472694" y="0"/>
                  </a:moveTo>
                  <a:lnTo>
                    <a:pt x="0" y="0"/>
                  </a:lnTo>
                  <a:lnTo>
                    <a:pt x="0" y="15494"/>
                  </a:lnTo>
                  <a:lnTo>
                    <a:pt x="472694" y="15494"/>
                  </a:lnTo>
                  <a:lnTo>
                    <a:pt x="472694" y="0"/>
                  </a:lnTo>
                  <a:close/>
                </a:path>
              </a:pathLst>
            </a:custGeom>
            <a:solidFill>
              <a:srgbClr val="BF7F3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1" name="object 3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83934" y="5782359"/>
              <a:ext cx="252150" cy="97913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5020735" y="5657678"/>
              <a:ext cx="372745" cy="13970"/>
            </a:xfrm>
            <a:custGeom>
              <a:avLst/>
              <a:gdLst/>
              <a:ahLst/>
              <a:cxnLst/>
              <a:rect l="l" t="t" r="r" b="b"/>
              <a:pathLst>
                <a:path w="372745" h="13970">
                  <a:moveTo>
                    <a:pt x="3224" y="13383"/>
                  </a:moveTo>
                  <a:lnTo>
                    <a:pt x="0" y="704"/>
                  </a:lnTo>
                  <a:lnTo>
                    <a:pt x="372744" y="0"/>
                  </a:lnTo>
                  <a:lnTo>
                    <a:pt x="368875" y="12679"/>
                  </a:lnTo>
                  <a:lnTo>
                    <a:pt x="3224" y="13383"/>
                  </a:lnTo>
                  <a:close/>
                </a:path>
              </a:pathLst>
            </a:custGeom>
            <a:solidFill>
              <a:srgbClr val="BF7F3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3" name="object 33"/>
          <p:cNvGrpSpPr/>
          <p:nvPr/>
        </p:nvGrpSpPr>
        <p:grpSpPr>
          <a:xfrm>
            <a:off x="7104946" y="5194191"/>
            <a:ext cx="567690" cy="1181735"/>
            <a:chOff x="7104946" y="5194191"/>
            <a:chExt cx="567690" cy="1181735"/>
          </a:xfrm>
        </p:grpSpPr>
        <p:sp>
          <p:nvSpPr>
            <p:cNvPr id="34" name="object 34"/>
            <p:cNvSpPr/>
            <p:nvPr/>
          </p:nvSpPr>
          <p:spPr>
            <a:xfrm>
              <a:off x="7104946" y="5194191"/>
              <a:ext cx="553720" cy="1174750"/>
            </a:xfrm>
            <a:custGeom>
              <a:avLst/>
              <a:gdLst/>
              <a:ahLst/>
              <a:cxnLst/>
              <a:rect l="l" t="t" r="r" b="b"/>
              <a:pathLst>
                <a:path w="553720" h="1174750">
                  <a:moveTo>
                    <a:pt x="301807" y="1174255"/>
                  </a:moveTo>
                  <a:lnTo>
                    <a:pt x="207653" y="1087613"/>
                  </a:lnTo>
                  <a:lnTo>
                    <a:pt x="241187" y="1062958"/>
                  </a:lnTo>
                  <a:lnTo>
                    <a:pt x="241187" y="1034077"/>
                  </a:lnTo>
                  <a:lnTo>
                    <a:pt x="207653" y="1008014"/>
                  </a:lnTo>
                  <a:lnTo>
                    <a:pt x="241187" y="985473"/>
                  </a:lnTo>
                  <a:lnTo>
                    <a:pt x="236028" y="976315"/>
                  </a:lnTo>
                  <a:lnTo>
                    <a:pt x="207008" y="955888"/>
                  </a:lnTo>
                  <a:lnTo>
                    <a:pt x="201849" y="891081"/>
                  </a:lnTo>
                  <a:lnTo>
                    <a:pt x="197980" y="884742"/>
                  </a:lnTo>
                  <a:lnTo>
                    <a:pt x="241832" y="847408"/>
                  </a:lnTo>
                  <a:lnTo>
                    <a:pt x="241832" y="815005"/>
                  </a:lnTo>
                  <a:lnTo>
                    <a:pt x="207008" y="776967"/>
                  </a:lnTo>
                  <a:lnTo>
                    <a:pt x="241187" y="743155"/>
                  </a:lnTo>
                  <a:lnTo>
                    <a:pt x="241187" y="709343"/>
                  </a:lnTo>
                  <a:lnTo>
                    <a:pt x="207653" y="665669"/>
                  </a:lnTo>
                  <a:lnTo>
                    <a:pt x="201204" y="594524"/>
                  </a:lnTo>
                  <a:lnTo>
                    <a:pt x="160577" y="594524"/>
                  </a:lnTo>
                  <a:lnTo>
                    <a:pt x="160577" y="498724"/>
                  </a:lnTo>
                  <a:lnTo>
                    <a:pt x="136070" y="498724"/>
                  </a:lnTo>
                  <a:lnTo>
                    <a:pt x="136070" y="414898"/>
                  </a:lnTo>
                  <a:lnTo>
                    <a:pt x="108985" y="414898"/>
                  </a:lnTo>
                  <a:lnTo>
                    <a:pt x="96732" y="374747"/>
                  </a:lnTo>
                  <a:lnTo>
                    <a:pt x="41917" y="374747"/>
                  </a:lnTo>
                  <a:lnTo>
                    <a:pt x="41917" y="339526"/>
                  </a:lnTo>
                  <a:lnTo>
                    <a:pt x="0" y="339526"/>
                  </a:lnTo>
                  <a:lnTo>
                    <a:pt x="0" y="173989"/>
                  </a:lnTo>
                  <a:lnTo>
                    <a:pt x="41272" y="173989"/>
                  </a:lnTo>
                  <a:lnTo>
                    <a:pt x="41272" y="150039"/>
                  </a:lnTo>
                  <a:lnTo>
                    <a:pt x="87704" y="150039"/>
                  </a:lnTo>
                  <a:lnTo>
                    <a:pt x="98667" y="139473"/>
                  </a:lnTo>
                  <a:lnTo>
                    <a:pt x="109630" y="112705"/>
                  </a:lnTo>
                  <a:lnTo>
                    <a:pt x="136070" y="112705"/>
                  </a:lnTo>
                  <a:lnTo>
                    <a:pt x="198625" y="0"/>
                  </a:lnTo>
                  <a:lnTo>
                    <a:pt x="365650" y="0"/>
                  </a:lnTo>
                  <a:lnTo>
                    <a:pt x="340965" y="35217"/>
                  </a:lnTo>
                  <a:lnTo>
                    <a:pt x="333910" y="45082"/>
                  </a:lnTo>
                  <a:lnTo>
                    <a:pt x="236673" y="45082"/>
                  </a:lnTo>
                  <a:lnTo>
                    <a:pt x="199914" y="116932"/>
                  </a:lnTo>
                  <a:lnTo>
                    <a:pt x="457153" y="116932"/>
                  </a:lnTo>
                  <a:lnTo>
                    <a:pt x="466897" y="150744"/>
                  </a:lnTo>
                  <a:lnTo>
                    <a:pt x="516554" y="150744"/>
                  </a:lnTo>
                  <a:lnTo>
                    <a:pt x="517114" y="173989"/>
                  </a:lnTo>
                  <a:lnTo>
                    <a:pt x="517199" y="177511"/>
                  </a:lnTo>
                  <a:lnTo>
                    <a:pt x="535901" y="178216"/>
                  </a:lnTo>
                  <a:lnTo>
                    <a:pt x="553312" y="178216"/>
                  </a:lnTo>
                  <a:lnTo>
                    <a:pt x="553312" y="342344"/>
                  </a:lnTo>
                  <a:lnTo>
                    <a:pt x="516554" y="343048"/>
                  </a:lnTo>
                  <a:lnTo>
                    <a:pt x="515962" y="374747"/>
                  </a:lnTo>
                  <a:lnTo>
                    <a:pt x="515909" y="377565"/>
                  </a:lnTo>
                  <a:lnTo>
                    <a:pt x="468832" y="377565"/>
                  </a:lnTo>
                  <a:lnTo>
                    <a:pt x="455290" y="418421"/>
                  </a:lnTo>
                  <a:lnTo>
                    <a:pt x="429494" y="419125"/>
                  </a:lnTo>
                  <a:lnTo>
                    <a:pt x="427641" y="498724"/>
                  </a:lnTo>
                  <a:lnTo>
                    <a:pt x="427559" y="502246"/>
                  </a:lnTo>
                  <a:lnTo>
                    <a:pt x="410147" y="502246"/>
                  </a:lnTo>
                  <a:lnTo>
                    <a:pt x="404344" y="514925"/>
                  </a:lnTo>
                  <a:lnTo>
                    <a:pt x="404344" y="598046"/>
                  </a:lnTo>
                  <a:lnTo>
                    <a:pt x="373389" y="598750"/>
                  </a:lnTo>
                  <a:lnTo>
                    <a:pt x="374771" y="955888"/>
                  </a:lnTo>
                  <a:lnTo>
                    <a:pt x="374885" y="985473"/>
                  </a:lnTo>
                  <a:lnTo>
                    <a:pt x="374972" y="1008014"/>
                  </a:lnTo>
                  <a:lnTo>
                    <a:pt x="375073" y="1034077"/>
                  </a:lnTo>
                  <a:lnTo>
                    <a:pt x="375185" y="1062958"/>
                  </a:lnTo>
                  <a:lnTo>
                    <a:pt x="375280" y="1087613"/>
                  </a:lnTo>
                  <a:lnTo>
                    <a:pt x="375324" y="1098883"/>
                  </a:lnTo>
                  <a:lnTo>
                    <a:pt x="301807" y="1174255"/>
                  </a:lnTo>
                  <a:close/>
                </a:path>
                <a:path w="553720" h="1174750">
                  <a:moveTo>
                    <a:pt x="457153" y="116932"/>
                  </a:moveTo>
                  <a:lnTo>
                    <a:pt x="367585" y="116932"/>
                  </a:lnTo>
                  <a:lnTo>
                    <a:pt x="333406" y="45786"/>
                  </a:lnTo>
                  <a:lnTo>
                    <a:pt x="333910" y="45082"/>
                  </a:lnTo>
                  <a:lnTo>
                    <a:pt x="334051" y="45082"/>
                  </a:lnTo>
                  <a:lnTo>
                    <a:pt x="340965" y="35217"/>
                  </a:lnTo>
                  <a:lnTo>
                    <a:pt x="365650" y="704"/>
                  </a:lnTo>
                  <a:lnTo>
                    <a:pt x="424335" y="112001"/>
                  </a:lnTo>
                  <a:lnTo>
                    <a:pt x="455934" y="112705"/>
                  </a:lnTo>
                  <a:lnTo>
                    <a:pt x="457153" y="116932"/>
                  </a:lnTo>
                  <a:close/>
                </a:path>
              </a:pathLst>
            </a:custGeom>
            <a:solidFill>
              <a:srgbClr val="FF9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7118489" y="5200530"/>
              <a:ext cx="554355" cy="1175385"/>
            </a:xfrm>
            <a:custGeom>
              <a:avLst/>
              <a:gdLst/>
              <a:ahLst/>
              <a:cxnLst/>
              <a:rect l="l" t="t" r="r" b="b"/>
              <a:pathLst>
                <a:path w="554354" h="1175385">
                  <a:moveTo>
                    <a:pt x="301807" y="1174960"/>
                  </a:moveTo>
                  <a:lnTo>
                    <a:pt x="207653" y="1087613"/>
                  </a:lnTo>
                  <a:lnTo>
                    <a:pt x="241187" y="1062958"/>
                  </a:lnTo>
                  <a:lnTo>
                    <a:pt x="241187" y="1034078"/>
                  </a:lnTo>
                  <a:lnTo>
                    <a:pt x="207653" y="1008014"/>
                  </a:lnTo>
                  <a:lnTo>
                    <a:pt x="241187" y="985473"/>
                  </a:lnTo>
                  <a:lnTo>
                    <a:pt x="236028" y="976316"/>
                  </a:lnTo>
                  <a:lnTo>
                    <a:pt x="207008" y="955888"/>
                  </a:lnTo>
                  <a:lnTo>
                    <a:pt x="201849" y="891082"/>
                  </a:lnTo>
                  <a:lnTo>
                    <a:pt x="197980" y="885446"/>
                  </a:lnTo>
                  <a:lnTo>
                    <a:pt x="241832" y="847408"/>
                  </a:lnTo>
                  <a:lnTo>
                    <a:pt x="241832" y="815005"/>
                  </a:lnTo>
                  <a:lnTo>
                    <a:pt x="207008" y="776967"/>
                  </a:lnTo>
                  <a:lnTo>
                    <a:pt x="241187" y="743155"/>
                  </a:lnTo>
                  <a:lnTo>
                    <a:pt x="241187" y="709343"/>
                  </a:lnTo>
                  <a:lnTo>
                    <a:pt x="207653" y="665670"/>
                  </a:lnTo>
                  <a:lnTo>
                    <a:pt x="201204" y="594524"/>
                  </a:lnTo>
                  <a:lnTo>
                    <a:pt x="160577" y="594524"/>
                  </a:lnTo>
                  <a:lnTo>
                    <a:pt x="160577" y="498724"/>
                  </a:lnTo>
                  <a:lnTo>
                    <a:pt x="136715" y="498724"/>
                  </a:lnTo>
                  <a:lnTo>
                    <a:pt x="136715" y="414899"/>
                  </a:lnTo>
                  <a:lnTo>
                    <a:pt x="108985" y="414899"/>
                  </a:lnTo>
                  <a:lnTo>
                    <a:pt x="96732" y="374747"/>
                  </a:lnTo>
                  <a:lnTo>
                    <a:pt x="41917" y="374747"/>
                  </a:lnTo>
                  <a:lnTo>
                    <a:pt x="41917" y="339527"/>
                  </a:lnTo>
                  <a:lnTo>
                    <a:pt x="0" y="339527"/>
                  </a:lnTo>
                  <a:lnTo>
                    <a:pt x="0" y="173989"/>
                  </a:lnTo>
                  <a:lnTo>
                    <a:pt x="41272" y="173989"/>
                  </a:lnTo>
                  <a:lnTo>
                    <a:pt x="41272" y="150039"/>
                  </a:lnTo>
                  <a:lnTo>
                    <a:pt x="87704" y="150039"/>
                  </a:lnTo>
                  <a:lnTo>
                    <a:pt x="98667" y="139473"/>
                  </a:lnTo>
                  <a:lnTo>
                    <a:pt x="109630" y="112706"/>
                  </a:lnTo>
                  <a:lnTo>
                    <a:pt x="136715" y="112706"/>
                  </a:lnTo>
                  <a:lnTo>
                    <a:pt x="198625" y="0"/>
                  </a:lnTo>
                  <a:lnTo>
                    <a:pt x="365650" y="0"/>
                  </a:lnTo>
                  <a:lnTo>
                    <a:pt x="340965" y="35218"/>
                  </a:lnTo>
                  <a:lnTo>
                    <a:pt x="333910" y="45082"/>
                  </a:lnTo>
                  <a:lnTo>
                    <a:pt x="236673" y="45082"/>
                  </a:lnTo>
                  <a:lnTo>
                    <a:pt x="199914" y="116932"/>
                  </a:lnTo>
                  <a:lnTo>
                    <a:pt x="457153" y="116932"/>
                  </a:lnTo>
                  <a:lnTo>
                    <a:pt x="466897" y="150744"/>
                  </a:lnTo>
                  <a:lnTo>
                    <a:pt x="516554" y="150744"/>
                  </a:lnTo>
                  <a:lnTo>
                    <a:pt x="517114" y="173989"/>
                  </a:lnTo>
                  <a:lnTo>
                    <a:pt x="517199" y="177512"/>
                  </a:lnTo>
                  <a:lnTo>
                    <a:pt x="535901" y="178216"/>
                  </a:lnTo>
                  <a:lnTo>
                    <a:pt x="553957" y="178216"/>
                  </a:lnTo>
                  <a:lnTo>
                    <a:pt x="553957" y="342344"/>
                  </a:lnTo>
                  <a:lnTo>
                    <a:pt x="516554" y="343049"/>
                  </a:lnTo>
                  <a:lnTo>
                    <a:pt x="515962" y="374747"/>
                  </a:lnTo>
                  <a:lnTo>
                    <a:pt x="515909" y="377565"/>
                  </a:lnTo>
                  <a:lnTo>
                    <a:pt x="468832" y="377565"/>
                  </a:lnTo>
                  <a:lnTo>
                    <a:pt x="455290" y="418421"/>
                  </a:lnTo>
                  <a:lnTo>
                    <a:pt x="429494" y="419125"/>
                  </a:lnTo>
                  <a:lnTo>
                    <a:pt x="427641" y="498724"/>
                  </a:lnTo>
                  <a:lnTo>
                    <a:pt x="427560" y="502246"/>
                  </a:lnTo>
                  <a:lnTo>
                    <a:pt x="410147" y="502246"/>
                  </a:lnTo>
                  <a:lnTo>
                    <a:pt x="405634" y="509290"/>
                  </a:lnTo>
                  <a:lnTo>
                    <a:pt x="405634" y="598750"/>
                  </a:lnTo>
                  <a:lnTo>
                    <a:pt x="373389" y="598750"/>
                  </a:lnTo>
                  <a:lnTo>
                    <a:pt x="374771" y="955888"/>
                  </a:lnTo>
                  <a:lnTo>
                    <a:pt x="374885" y="985473"/>
                  </a:lnTo>
                  <a:lnTo>
                    <a:pt x="374972" y="1008014"/>
                  </a:lnTo>
                  <a:lnTo>
                    <a:pt x="375073" y="1034078"/>
                  </a:lnTo>
                  <a:lnTo>
                    <a:pt x="375185" y="1062958"/>
                  </a:lnTo>
                  <a:lnTo>
                    <a:pt x="375280" y="1087613"/>
                  </a:lnTo>
                  <a:lnTo>
                    <a:pt x="375324" y="1098883"/>
                  </a:lnTo>
                  <a:lnTo>
                    <a:pt x="301807" y="1174960"/>
                  </a:lnTo>
                  <a:close/>
                </a:path>
                <a:path w="554354" h="1175385">
                  <a:moveTo>
                    <a:pt x="457153" y="116932"/>
                  </a:moveTo>
                  <a:lnTo>
                    <a:pt x="367585" y="116932"/>
                  </a:lnTo>
                  <a:lnTo>
                    <a:pt x="333406" y="45786"/>
                  </a:lnTo>
                  <a:lnTo>
                    <a:pt x="333910" y="45082"/>
                  </a:lnTo>
                  <a:lnTo>
                    <a:pt x="334051" y="45082"/>
                  </a:lnTo>
                  <a:lnTo>
                    <a:pt x="340965" y="35218"/>
                  </a:lnTo>
                  <a:lnTo>
                    <a:pt x="365650" y="704"/>
                  </a:lnTo>
                  <a:lnTo>
                    <a:pt x="424980" y="112001"/>
                  </a:lnTo>
                  <a:lnTo>
                    <a:pt x="455934" y="112706"/>
                  </a:lnTo>
                  <a:lnTo>
                    <a:pt x="457153" y="116932"/>
                  </a:lnTo>
                  <a:close/>
                </a:path>
              </a:pathLst>
            </a:custGeom>
            <a:solidFill>
              <a:srgbClr val="BF7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7195875" y="5389313"/>
              <a:ext cx="391795" cy="134620"/>
            </a:xfrm>
            <a:custGeom>
              <a:avLst/>
              <a:gdLst/>
              <a:ahLst/>
              <a:cxnLst/>
              <a:rect l="l" t="t" r="r" b="b"/>
              <a:pathLst>
                <a:path w="391795" h="134620">
                  <a:moveTo>
                    <a:pt x="31599" y="134542"/>
                  </a:moveTo>
                  <a:lnTo>
                    <a:pt x="0" y="69736"/>
                  </a:lnTo>
                  <a:lnTo>
                    <a:pt x="34179" y="0"/>
                  </a:lnTo>
                  <a:lnTo>
                    <a:pt x="391446" y="0"/>
                  </a:lnTo>
                  <a:lnTo>
                    <a:pt x="388222" y="4930"/>
                  </a:lnTo>
                  <a:lnTo>
                    <a:pt x="38048" y="4930"/>
                  </a:lnTo>
                  <a:lnTo>
                    <a:pt x="6449" y="69736"/>
                  </a:lnTo>
                  <a:lnTo>
                    <a:pt x="37403" y="130316"/>
                  </a:lnTo>
                  <a:lnTo>
                    <a:pt x="31599" y="134542"/>
                  </a:lnTo>
                  <a:close/>
                </a:path>
              </a:pathLst>
            </a:custGeom>
            <a:solidFill>
              <a:srgbClr val="BF7F3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7162330" y="5342127"/>
              <a:ext cx="470534" cy="1005205"/>
            </a:xfrm>
            <a:custGeom>
              <a:avLst/>
              <a:gdLst/>
              <a:ahLst/>
              <a:cxnLst/>
              <a:rect l="l" t="t" r="r" b="b"/>
              <a:pathLst>
                <a:path w="470534" h="1005204">
                  <a:moveTo>
                    <a:pt x="226999" y="362064"/>
                  </a:moveTo>
                  <a:lnTo>
                    <a:pt x="214757" y="381787"/>
                  </a:lnTo>
                  <a:lnTo>
                    <a:pt x="216039" y="993927"/>
                  </a:lnTo>
                  <a:lnTo>
                    <a:pt x="226364" y="1003782"/>
                  </a:lnTo>
                  <a:lnTo>
                    <a:pt x="226999" y="362064"/>
                  </a:lnTo>
                  <a:close/>
                </a:path>
                <a:path w="470534" h="1005204">
                  <a:moveTo>
                    <a:pt x="293433" y="994625"/>
                  </a:moveTo>
                  <a:lnTo>
                    <a:pt x="291490" y="378968"/>
                  </a:lnTo>
                  <a:lnTo>
                    <a:pt x="282460" y="429691"/>
                  </a:lnTo>
                  <a:lnTo>
                    <a:pt x="283756" y="1005192"/>
                  </a:lnTo>
                  <a:lnTo>
                    <a:pt x="293433" y="994625"/>
                  </a:lnTo>
                  <a:close/>
                </a:path>
                <a:path w="470534" h="1005204">
                  <a:moveTo>
                    <a:pt x="413372" y="0"/>
                  </a:moveTo>
                  <a:lnTo>
                    <a:pt x="46431" y="0"/>
                  </a:lnTo>
                  <a:lnTo>
                    <a:pt x="46431" y="7035"/>
                  </a:lnTo>
                  <a:lnTo>
                    <a:pt x="413372" y="7035"/>
                  </a:lnTo>
                  <a:lnTo>
                    <a:pt x="413372" y="0"/>
                  </a:lnTo>
                  <a:close/>
                </a:path>
                <a:path w="470534" h="1005204">
                  <a:moveTo>
                    <a:pt x="455942" y="110591"/>
                  </a:moveTo>
                  <a:lnTo>
                    <a:pt x="424345" y="46482"/>
                  </a:lnTo>
                  <a:lnTo>
                    <a:pt x="418541" y="50711"/>
                  </a:lnTo>
                  <a:lnTo>
                    <a:pt x="449491" y="110591"/>
                  </a:lnTo>
                  <a:lnTo>
                    <a:pt x="417893" y="176098"/>
                  </a:lnTo>
                  <a:lnTo>
                    <a:pt x="67716" y="176098"/>
                  </a:lnTo>
                  <a:lnTo>
                    <a:pt x="64490" y="181025"/>
                  </a:lnTo>
                  <a:lnTo>
                    <a:pt x="421767" y="181025"/>
                  </a:lnTo>
                  <a:lnTo>
                    <a:pt x="455942" y="110591"/>
                  </a:lnTo>
                  <a:close/>
                </a:path>
                <a:path w="470534" h="1005204">
                  <a:moveTo>
                    <a:pt x="470128" y="26758"/>
                  </a:moveTo>
                  <a:lnTo>
                    <a:pt x="0" y="26758"/>
                  </a:lnTo>
                  <a:lnTo>
                    <a:pt x="0" y="33108"/>
                  </a:lnTo>
                  <a:lnTo>
                    <a:pt x="470128" y="33108"/>
                  </a:lnTo>
                  <a:lnTo>
                    <a:pt x="470128" y="26758"/>
                  </a:lnTo>
                  <a:close/>
                </a:path>
              </a:pathLst>
            </a:custGeom>
            <a:solidFill>
              <a:srgbClr val="FF9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7161695" y="5541467"/>
              <a:ext cx="473075" cy="833119"/>
            </a:xfrm>
            <a:custGeom>
              <a:avLst/>
              <a:gdLst/>
              <a:ahLst/>
              <a:cxnLst/>
              <a:rect l="l" t="t" r="r" b="b"/>
              <a:pathLst>
                <a:path w="473075" h="833120">
                  <a:moveTo>
                    <a:pt x="292125" y="181038"/>
                  </a:moveTo>
                  <a:lnTo>
                    <a:pt x="256019" y="249364"/>
                  </a:lnTo>
                  <a:lnTo>
                    <a:pt x="258597" y="832624"/>
                  </a:lnTo>
                  <a:lnTo>
                    <a:pt x="269557" y="820648"/>
                  </a:lnTo>
                  <a:lnTo>
                    <a:pt x="269557" y="259930"/>
                  </a:lnTo>
                  <a:lnTo>
                    <a:pt x="283743" y="223304"/>
                  </a:lnTo>
                  <a:lnTo>
                    <a:pt x="292125" y="181038"/>
                  </a:lnTo>
                  <a:close/>
                </a:path>
                <a:path w="473075" h="833120">
                  <a:moveTo>
                    <a:pt x="385635" y="77495"/>
                  </a:moveTo>
                  <a:lnTo>
                    <a:pt x="96723" y="77495"/>
                  </a:lnTo>
                  <a:lnTo>
                    <a:pt x="96723" y="91579"/>
                  </a:lnTo>
                  <a:lnTo>
                    <a:pt x="385635" y="91579"/>
                  </a:lnTo>
                  <a:lnTo>
                    <a:pt x="385635" y="77495"/>
                  </a:lnTo>
                  <a:close/>
                </a:path>
                <a:path w="473075" h="833120">
                  <a:moveTo>
                    <a:pt x="472694" y="0"/>
                  </a:moveTo>
                  <a:lnTo>
                    <a:pt x="0" y="0"/>
                  </a:lnTo>
                  <a:lnTo>
                    <a:pt x="0" y="15506"/>
                  </a:lnTo>
                  <a:lnTo>
                    <a:pt x="472694" y="15506"/>
                  </a:lnTo>
                  <a:lnTo>
                    <a:pt x="472694" y="0"/>
                  </a:lnTo>
                  <a:close/>
                </a:path>
              </a:pathLst>
            </a:custGeom>
            <a:solidFill>
              <a:srgbClr val="BF7F3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9" name="object 3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279066" y="5698550"/>
              <a:ext cx="252150" cy="97913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7215867" y="5573869"/>
              <a:ext cx="372745" cy="13970"/>
            </a:xfrm>
            <a:custGeom>
              <a:avLst/>
              <a:gdLst/>
              <a:ahLst/>
              <a:cxnLst/>
              <a:rect l="l" t="t" r="r" b="b"/>
              <a:pathLst>
                <a:path w="372745" h="13970">
                  <a:moveTo>
                    <a:pt x="3224" y="13383"/>
                  </a:moveTo>
                  <a:lnTo>
                    <a:pt x="0" y="704"/>
                  </a:lnTo>
                  <a:lnTo>
                    <a:pt x="372744" y="0"/>
                  </a:lnTo>
                  <a:lnTo>
                    <a:pt x="368875" y="12679"/>
                  </a:lnTo>
                  <a:lnTo>
                    <a:pt x="3224" y="13383"/>
                  </a:lnTo>
                  <a:close/>
                </a:path>
              </a:pathLst>
            </a:custGeom>
            <a:solidFill>
              <a:srgbClr val="BF7F3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1" name="object 41"/>
          <p:cNvGrpSpPr/>
          <p:nvPr/>
        </p:nvGrpSpPr>
        <p:grpSpPr>
          <a:xfrm>
            <a:off x="8059857" y="4604715"/>
            <a:ext cx="644525" cy="330835"/>
            <a:chOff x="8059857" y="4604715"/>
            <a:chExt cx="644525" cy="330835"/>
          </a:xfrm>
        </p:grpSpPr>
        <p:sp>
          <p:nvSpPr>
            <p:cNvPr id="42" name="object 42"/>
            <p:cNvSpPr/>
            <p:nvPr/>
          </p:nvSpPr>
          <p:spPr>
            <a:xfrm>
              <a:off x="8066430" y="4611288"/>
              <a:ext cx="631190" cy="317500"/>
            </a:xfrm>
            <a:custGeom>
              <a:avLst/>
              <a:gdLst/>
              <a:ahLst/>
              <a:cxnLst/>
              <a:rect l="l" t="t" r="r" b="b"/>
              <a:pathLst>
                <a:path w="631190" h="317500">
                  <a:moveTo>
                    <a:pt x="473201" y="0"/>
                  </a:moveTo>
                  <a:lnTo>
                    <a:pt x="473201" y="79289"/>
                  </a:lnTo>
                  <a:lnTo>
                    <a:pt x="0" y="79289"/>
                  </a:lnTo>
                  <a:lnTo>
                    <a:pt x="0" y="237868"/>
                  </a:lnTo>
                  <a:lnTo>
                    <a:pt x="473201" y="237868"/>
                  </a:lnTo>
                  <a:lnTo>
                    <a:pt x="473201" y="317158"/>
                  </a:lnTo>
                  <a:lnTo>
                    <a:pt x="630935" y="158579"/>
                  </a:lnTo>
                  <a:lnTo>
                    <a:pt x="47320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8066430" y="4611288"/>
              <a:ext cx="631190" cy="317500"/>
            </a:xfrm>
            <a:custGeom>
              <a:avLst/>
              <a:gdLst/>
              <a:ahLst/>
              <a:cxnLst/>
              <a:rect l="l" t="t" r="r" b="b"/>
              <a:pathLst>
                <a:path w="631190" h="317500">
                  <a:moveTo>
                    <a:pt x="0" y="79289"/>
                  </a:moveTo>
                  <a:lnTo>
                    <a:pt x="473201" y="79289"/>
                  </a:lnTo>
                  <a:lnTo>
                    <a:pt x="473201" y="0"/>
                  </a:lnTo>
                  <a:lnTo>
                    <a:pt x="630935" y="158578"/>
                  </a:lnTo>
                  <a:lnTo>
                    <a:pt x="473201" y="317157"/>
                  </a:lnTo>
                  <a:lnTo>
                    <a:pt x="473201" y="237868"/>
                  </a:lnTo>
                  <a:lnTo>
                    <a:pt x="0" y="237868"/>
                  </a:lnTo>
                  <a:lnTo>
                    <a:pt x="0" y="79289"/>
                  </a:lnTo>
                  <a:close/>
                </a:path>
              </a:pathLst>
            </a:custGeom>
            <a:ln w="131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4" name="object 44"/>
          <p:cNvSpPr txBox="1"/>
          <p:nvPr/>
        </p:nvSpPr>
        <p:spPr>
          <a:xfrm>
            <a:off x="3252044" y="5815948"/>
            <a:ext cx="259715" cy="5302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3300" spc="-50" b="1">
                <a:latin typeface="Arial"/>
                <a:cs typeface="Arial"/>
              </a:rPr>
              <a:t>1</a:t>
            </a:r>
            <a:endParaRPr sz="3300">
              <a:latin typeface="Arial"/>
              <a:cs typeface="Arial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9083273" y="6751308"/>
            <a:ext cx="209550" cy="229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80"/>
              </a:lnSpc>
            </a:pPr>
            <a:r>
              <a:rPr dirty="0" sz="1450" spc="-25">
                <a:latin typeface="Times New Roman"/>
                <a:cs typeface="Times New Roman"/>
              </a:rPr>
              <a:t>41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5522757" y="5732138"/>
            <a:ext cx="259715" cy="5302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3300" spc="-50" b="1">
                <a:latin typeface="Arial"/>
                <a:cs typeface="Arial"/>
              </a:rPr>
              <a:t>2</a:t>
            </a:r>
            <a:endParaRPr sz="330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7643951" y="5732138"/>
            <a:ext cx="259715" cy="5302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3300" spc="-50" b="1">
                <a:latin typeface="Arial"/>
                <a:cs typeface="Arial"/>
              </a:rPr>
              <a:t>3</a:t>
            </a:r>
            <a:endParaRPr sz="3300">
              <a:latin typeface="Arial"/>
              <a:cs typeface="Arial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8848528" y="4435454"/>
            <a:ext cx="1104265" cy="739775"/>
          </a:xfrm>
          <a:prstGeom prst="rect">
            <a:avLst/>
          </a:prstGeom>
          <a:solidFill>
            <a:srgbClr val="FFBDA5"/>
          </a:solidFill>
          <a:ln w="13145">
            <a:solidFill>
              <a:srgbClr val="929292"/>
            </a:solidFill>
          </a:ln>
        </p:spPr>
        <p:txBody>
          <a:bodyPr wrap="square" lIns="0" tIns="53340" rIns="0" bIns="0" rtlCol="0" vert="horz">
            <a:spAutoFit/>
          </a:bodyPr>
          <a:lstStyle/>
          <a:p>
            <a:pPr marL="225425" marR="180340" indent="-32384">
              <a:lnSpc>
                <a:spcPct val="101000"/>
              </a:lnSpc>
              <a:spcBef>
                <a:spcPts val="420"/>
              </a:spcBef>
            </a:pPr>
            <a:r>
              <a:rPr dirty="0" sz="2050" spc="-20">
                <a:latin typeface="Times New Roman"/>
                <a:cs typeface="Times New Roman"/>
              </a:rPr>
              <a:t>%^C&amp; @&amp;^(</a:t>
            </a:r>
            <a:endParaRPr sz="20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617443" y="694429"/>
            <a:ext cx="7466330" cy="530225"/>
          </a:xfrm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3300"/>
              <a:t>Symmetric</a:t>
            </a:r>
            <a:r>
              <a:rPr dirty="0" sz="3300" spc="-25"/>
              <a:t> </a:t>
            </a:r>
            <a:r>
              <a:rPr dirty="0" sz="3300"/>
              <a:t>Key</a:t>
            </a:r>
            <a:r>
              <a:rPr dirty="0" sz="3300" spc="-15"/>
              <a:t> </a:t>
            </a:r>
            <a:r>
              <a:rPr dirty="0" sz="3300"/>
              <a:t>Lengths</a:t>
            </a:r>
            <a:r>
              <a:rPr dirty="0" sz="3300" spc="-10"/>
              <a:t> </a:t>
            </a:r>
            <a:r>
              <a:rPr dirty="0" sz="3300"/>
              <a:t>and</a:t>
            </a:r>
            <a:r>
              <a:rPr dirty="0" sz="3300" spc="-15"/>
              <a:t> </a:t>
            </a:r>
            <a:r>
              <a:rPr dirty="0" sz="3300"/>
              <a:t>Moore’s</a:t>
            </a:r>
            <a:r>
              <a:rPr dirty="0" sz="3300" spc="-10"/>
              <a:t> “law”</a:t>
            </a:r>
            <a:endParaRPr sz="3300"/>
          </a:p>
        </p:txBody>
      </p:sp>
      <p:grpSp>
        <p:nvGrpSpPr>
          <p:cNvPr id="3" name="object 3"/>
          <p:cNvGrpSpPr/>
          <p:nvPr/>
        </p:nvGrpSpPr>
        <p:grpSpPr>
          <a:xfrm>
            <a:off x="1752345" y="1956356"/>
            <a:ext cx="7234555" cy="3989070"/>
            <a:chOff x="1752345" y="1956356"/>
            <a:chExt cx="7234555" cy="3989070"/>
          </a:xfrm>
        </p:grpSpPr>
        <p:sp>
          <p:nvSpPr>
            <p:cNvPr id="4" name="object 4"/>
            <p:cNvSpPr/>
            <p:nvPr/>
          </p:nvSpPr>
          <p:spPr>
            <a:xfrm>
              <a:off x="1835554" y="4196756"/>
              <a:ext cx="7145655" cy="1118235"/>
            </a:xfrm>
            <a:custGeom>
              <a:avLst/>
              <a:gdLst/>
              <a:ahLst/>
              <a:cxnLst/>
              <a:rect l="l" t="t" r="r" b="b"/>
              <a:pathLst>
                <a:path w="7145655" h="1118235">
                  <a:moveTo>
                    <a:pt x="0" y="1117811"/>
                  </a:moveTo>
                  <a:lnTo>
                    <a:pt x="7145591" y="1117811"/>
                  </a:lnTo>
                </a:path>
                <a:path w="7145655" h="1118235">
                  <a:moveTo>
                    <a:pt x="0" y="554128"/>
                  </a:moveTo>
                  <a:lnTo>
                    <a:pt x="7145591" y="554128"/>
                  </a:lnTo>
                </a:path>
                <a:path w="7145655" h="1118235">
                  <a:moveTo>
                    <a:pt x="0" y="0"/>
                  </a:moveTo>
                  <a:lnTo>
                    <a:pt x="7145591" y="0"/>
                  </a:lnTo>
                </a:path>
              </a:pathLst>
            </a:custGeom>
            <a:ln w="997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835554" y="1961133"/>
              <a:ext cx="7145655" cy="1671955"/>
            </a:xfrm>
            <a:custGeom>
              <a:avLst/>
              <a:gdLst/>
              <a:ahLst/>
              <a:cxnLst/>
              <a:rect l="l" t="t" r="r" b="b"/>
              <a:pathLst>
                <a:path w="7145655" h="1671954">
                  <a:moveTo>
                    <a:pt x="828486" y="1671940"/>
                  </a:moveTo>
                  <a:lnTo>
                    <a:pt x="7145591" y="1671940"/>
                  </a:lnTo>
                </a:path>
                <a:path w="7145655" h="1671954">
                  <a:moveTo>
                    <a:pt x="4628889" y="1117811"/>
                  </a:moveTo>
                  <a:lnTo>
                    <a:pt x="7145591" y="1117811"/>
                  </a:lnTo>
                </a:path>
                <a:path w="7145655" h="1671954">
                  <a:moveTo>
                    <a:pt x="0" y="1117811"/>
                  </a:moveTo>
                  <a:lnTo>
                    <a:pt x="1909621" y="1117811"/>
                  </a:lnTo>
                </a:path>
                <a:path w="7145655" h="1671954">
                  <a:moveTo>
                    <a:pt x="4628889" y="554128"/>
                  </a:moveTo>
                  <a:lnTo>
                    <a:pt x="7145591" y="554128"/>
                  </a:lnTo>
                </a:path>
                <a:path w="7145655" h="1671954">
                  <a:moveTo>
                    <a:pt x="0" y="554128"/>
                  </a:moveTo>
                  <a:lnTo>
                    <a:pt x="3473817" y="554128"/>
                  </a:lnTo>
                </a:path>
                <a:path w="7145655" h="1671954">
                  <a:moveTo>
                    <a:pt x="0" y="0"/>
                  </a:moveTo>
                  <a:lnTo>
                    <a:pt x="6940678" y="0"/>
                  </a:lnTo>
                </a:path>
              </a:pathLst>
            </a:custGeom>
            <a:ln w="955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835554" y="1961133"/>
              <a:ext cx="6941184" cy="0"/>
            </a:xfrm>
            <a:custGeom>
              <a:avLst/>
              <a:gdLst/>
              <a:ahLst/>
              <a:cxnLst/>
              <a:rect l="l" t="t" r="r" b="b"/>
              <a:pathLst>
                <a:path w="6941184" h="0">
                  <a:moveTo>
                    <a:pt x="0" y="0"/>
                  </a:moveTo>
                  <a:lnTo>
                    <a:pt x="6940678" y="0"/>
                  </a:lnTo>
                </a:path>
              </a:pathLst>
            </a:custGeom>
            <a:ln w="955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8981146" y="2473351"/>
              <a:ext cx="0" cy="3395345"/>
            </a:xfrm>
            <a:custGeom>
              <a:avLst/>
              <a:gdLst/>
              <a:ahLst/>
              <a:cxnLst/>
              <a:rect l="l" t="t" r="r" b="b"/>
              <a:pathLst>
                <a:path w="0" h="3395345">
                  <a:moveTo>
                    <a:pt x="0" y="0"/>
                  </a:moveTo>
                  <a:lnTo>
                    <a:pt x="0" y="3395345"/>
                  </a:lnTo>
                </a:path>
              </a:pathLst>
            </a:custGeom>
            <a:ln w="1040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1835554" y="5868697"/>
              <a:ext cx="7145655" cy="0"/>
            </a:xfrm>
            <a:custGeom>
              <a:avLst/>
              <a:gdLst/>
              <a:ahLst/>
              <a:cxnLst/>
              <a:rect l="l" t="t" r="r" b="b"/>
              <a:pathLst>
                <a:path w="7145655" h="0">
                  <a:moveTo>
                    <a:pt x="7145591" y="0"/>
                  </a:moveTo>
                  <a:lnTo>
                    <a:pt x="0" y="0"/>
                  </a:lnTo>
                </a:path>
              </a:pathLst>
            </a:custGeom>
            <a:ln w="955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835554" y="1961133"/>
              <a:ext cx="0" cy="3907790"/>
            </a:xfrm>
            <a:custGeom>
              <a:avLst/>
              <a:gdLst/>
              <a:ahLst/>
              <a:cxnLst/>
              <a:rect l="l" t="t" r="r" b="b"/>
              <a:pathLst>
                <a:path w="0" h="3907790">
                  <a:moveTo>
                    <a:pt x="0" y="2078285"/>
                  </a:moveTo>
                  <a:lnTo>
                    <a:pt x="0" y="3907563"/>
                  </a:lnTo>
                </a:path>
                <a:path w="0" h="3907790">
                  <a:moveTo>
                    <a:pt x="0" y="0"/>
                  </a:moveTo>
                  <a:lnTo>
                    <a:pt x="0" y="1540925"/>
                  </a:lnTo>
                </a:path>
                <a:path w="0" h="3907790">
                  <a:moveTo>
                    <a:pt x="0" y="2078285"/>
                  </a:moveTo>
                  <a:lnTo>
                    <a:pt x="0" y="3907563"/>
                  </a:lnTo>
                </a:path>
                <a:path w="0" h="3907790">
                  <a:moveTo>
                    <a:pt x="0" y="0"/>
                  </a:moveTo>
                  <a:lnTo>
                    <a:pt x="0" y="1540925"/>
                  </a:lnTo>
                </a:path>
              </a:pathLst>
            </a:custGeom>
            <a:ln w="1040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1752345" y="1961133"/>
              <a:ext cx="7228840" cy="3983990"/>
            </a:xfrm>
            <a:custGeom>
              <a:avLst/>
              <a:gdLst/>
              <a:ahLst/>
              <a:cxnLst/>
              <a:rect l="l" t="t" r="r" b="b"/>
              <a:pathLst>
                <a:path w="7228840" h="3983990">
                  <a:moveTo>
                    <a:pt x="0" y="3907563"/>
                  </a:moveTo>
                  <a:lnTo>
                    <a:pt x="83209" y="3907563"/>
                  </a:lnTo>
                </a:path>
                <a:path w="7228840" h="3983990">
                  <a:moveTo>
                    <a:pt x="0" y="3353435"/>
                  </a:moveTo>
                  <a:lnTo>
                    <a:pt x="83209" y="3353435"/>
                  </a:lnTo>
                </a:path>
                <a:path w="7228840" h="3983990">
                  <a:moveTo>
                    <a:pt x="0" y="2789752"/>
                  </a:moveTo>
                  <a:lnTo>
                    <a:pt x="83209" y="2789752"/>
                  </a:lnTo>
                </a:path>
                <a:path w="7228840" h="3983990">
                  <a:moveTo>
                    <a:pt x="0" y="2235623"/>
                  </a:moveTo>
                  <a:lnTo>
                    <a:pt x="83209" y="2235623"/>
                  </a:lnTo>
                </a:path>
                <a:path w="7228840" h="3983990">
                  <a:moveTo>
                    <a:pt x="0" y="1117811"/>
                  </a:moveTo>
                  <a:lnTo>
                    <a:pt x="83209" y="1117811"/>
                  </a:lnTo>
                </a:path>
                <a:path w="7228840" h="3983990">
                  <a:moveTo>
                    <a:pt x="0" y="554128"/>
                  </a:moveTo>
                  <a:lnTo>
                    <a:pt x="83209" y="554128"/>
                  </a:lnTo>
                </a:path>
                <a:path w="7228840" h="3983990">
                  <a:moveTo>
                    <a:pt x="0" y="0"/>
                  </a:moveTo>
                  <a:lnTo>
                    <a:pt x="83209" y="0"/>
                  </a:lnTo>
                </a:path>
                <a:path w="7228840" h="3983990">
                  <a:moveTo>
                    <a:pt x="83209" y="3907563"/>
                  </a:moveTo>
                  <a:lnTo>
                    <a:pt x="7228800" y="3907563"/>
                  </a:lnTo>
                </a:path>
                <a:path w="7228840" h="3983990">
                  <a:moveTo>
                    <a:pt x="83209" y="3983995"/>
                  </a:moveTo>
                  <a:lnTo>
                    <a:pt x="83209" y="3907563"/>
                  </a:lnTo>
                </a:path>
                <a:path w="7228840" h="3983990">
                  <a:moveTo>
                    <a:pt x="530458" y="3983995"/>
                  </a:moveTo>
                  <a:lnTo>
                    <a:pt x="530458" y="3907563"/>
                  </a:lnTo>
                </a:path>
                <a:path w="7228840" h="3983990">
                  <a:moveTo>
                    <a:pt x="977708" y="3983995"/>
                  </a:moveTo>
                  <a:lnTo>
                    <a:pt x="977708" y="3907563"/>
                  </a:lnTo>
                </a:path>
                <a:path w="7228840" h="3983990">
                  <a:moveTo>
                    <a:pt x="1424957" y="3983995"/>
                  </a:moveTo>
                  <a:lnTo>
                    <a:pt x="1424957" y="3907563"/>
                  </a:lnTo>
                </a:path>
                <a:path w="7228840" h="3983990">
                  <a:moveTo>
                    <a:pt x="1872207" y="3983995"/>
                  </a:moveTo>
                  <a:lnTo>
                    <a:pt x="1872207" y="3907563"/>
                  </a:lnTo>
                </a:path>
                <a:path w="7228840" h="3983990">
                  <a:moveTo>
                    <a:pt x="2319456" y="3983995"/>
                  </a:moveTo>
                  <a:lnTo>
                    <a:pt x="2319456" y="3907563"/>
                  </a:lnTo>
                </a:path>
                <a:path w="7228840" h="3983990">
                  <a:moveTo>
                    <a:pt x="2766706" y="3983995"/>
                  </a:moveTo>
                  <a:lnTo>
                    <a:pt x="2766706" y="3907563"/>
                  </a:lnTo>
                </a:path>
                <a:path w="7228840" h="3983990">
                  <a:moveTo>
                    <a:pt x="3213956" y="3983995"/>
                  </a:moveTo>
                  <a:lnTo>
                    <a:pt x="3213956" y="3907563"/>
                  </a:lnTo>
                </a:path>
                <a:path w="7228840" h="3983990">
                  <a:moveTo>
                    <a:pt x="3661205" y="3983995"/>
                  </a:moveTo>
                  <a:lnTo>
                    <a:pt x="3661205" y="3907563"/>
                  </a:lnTo>
                </a:path>
                <a:path w="7228840" h="3983990">
                  <a:moveTo>
                    <a:pt x="4098054" y="3983995"/>
                  </a:moveTo>
                  <a:lnTo>
                    <a:pt x="4098054" y="3907563"/>
                  </a:lnTo>
                </a:path>
                <a:path w="7228840" h="3983990">
                  <a:moveTo>
                    <a:pt x="4545303" y="3983995"/>
                  </a:moveTo>
                  <a:lnTo>
                    <a:pt x="4545303" y="3907563"/>
                  </a:lnTo>
                </a:path>
                <a:path w="7228840" h="3983990">
                  <a:moveTo>
                    <a:pt x="4992553" y="3983995"/>
                  </a:moveTo>
                  <a:lnTo>
                    <a:pt x="4992553" y="3907563"/>
                  </a:lnTo>
                </a:path>
                <a:path w="7228840" h="3983990">
                  <a:moveTo>
                    <a:pt x="5439803" y="3983995"/>
                  </a:moveTo>
                  <a:lnTo>
                    <a:pt x="5439803" y="3907563"/>
                  </a:lnTo>
                </a:path>
                <a:path w="7228840" h="3983990">
                  <a:moveTo>
                    <a:pt x="5887052" y="3983995"/>
                  </a:moveTo>
                  <a:lnTo>
                    <a:pt x="5887052" y="3907563"/>
                  </a:lnTo>
                </a:path>
                <a:path w="7228840" h="3983990">
                  <a:moveTo>
                    <a:pt x="6334301" y="3983995"/>
                  </a:moveTo>
                  <a:lnTo>
                    <a:pt x="6334301" y="3907563"/>
                  </a:lnTo>
                </a:path>
                <a:path w="7228840" h="3983990">
                  <a:moveTo>
                    <a:pt x="6781551" y="3983995"/>
                  </a:moveTo>
                  <a:lnTo>
                    <a:pt x="6781551" y="3907563"/>
                  </a:lnTo>
                </a:path>
                <a:path w="7228840" h="3983990">
                  <a:moveTo>
                    <a:pt x="7228800" y="3983995"/>
                  </a:moveTo>
                  <a:lnTo>
                    <a:pt x="7228800" y="3907563"/>
                  </a:lnTo>
                </a:path>
              </a:pathLst>
            </a:custGeom>
            <a:ln w="997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2053978" y="2629909"/>
              <a:ext cx="6708775" cy="1671955"/>
            </a:xfrm>
            <a:custGeom>
              <a:avLst/>
              <a:gdLst/>
              <a:ahLst/>
              <a:cxnLst/>
              <a:rect l="l" t="t" r="r" b="b"/>
              <a:pathLst>
                <a:path w="6708775" h="1671954">
                  <a:moveTo>
                    <a:pt x="0" y="1671940"/>
                  </a:moveTo>
                  <a:lnTo>
                    <a:pt x="447249" y="1566847"/>
                  </a:lnTo>
                </a:path>
                <a:path w="6708775" h="1671954">
                  <a:moveTo>
                    <a:pt x="447249" y="1566847"/>
                  </a:moveTo>
                  <a:lnTo>
                    <a:pt x="894499" y="1452199"/>
                  </a:lnTo>
                </a:path>
                <a:path w="6708775" h="1671954">
                  <a:moveTo>
                    <a:pt x="894499" y="1452199"/>
                  </a:moveTo>
                  <a:lnTo>
                    <a:pt x="1341748" y="1337552"/>
                  </a:lnTo>
                </a:path>
                <a:path w="6708775" h="1671954">
                  <a:moveTo>
                    <a:pt x="1341748" y="1337552"/>
                  </a:moveTo>
                  <a:lnTo>
                    <a:pt x="1788998" y="1232459"/>
                  </a:lnTo>
                </a:path>
                <a:path w="6708775" h="1671954">
                  <a:moveTo>
                    <a:pt x="1788998" y="1232459"/>
                  </a:moveTo>
                  <a:lnTo>
                    <a:pt x="2236247" y="1117811"/>
                  </a:lnTo>
                </a:path>
                <a:path w="6708775" h="1671954">
                  <a:moveTo>
                    <a:pt x="2236247" y="1117811"/>
                  </a:moveTo>
                  <a:lnTo>
                    <a:pt x="2683497" y="1003164"/>
                  </a:lnTo>
                </a:path>
                <a:path w="6708775" h="1671954">
                  <a:moveTo>
                    <a:pt x="2683497" y="1003164"/>
                  </a:moveTo>
                  <a:lnTo>
                    <a:pt x="3130746" y="898070"/>
                  </a:lnTo>
                </a:path>
                <a:path w="6708775" h="1671954">
                  <a:moveTo>
                    <a:pt x="3130746" y="898070"/>
                  </a:moveTo>
                  <a:lnTo>
                    <a:pt x="3577996" y="783423"/>
                  </a:lnTo>
                </a:path>
                <a:path w="6708775" h="1671954">
                  <a:moveTo>
                    <a:pt x="3577996" y="783423"/>
                  </a:moveTo>
                  <a:lnTo>
                    <a:pt x="4025246" y="668776"/>
                  </a:lnTo>
                </a:path>
                <a:path w="6708775" h="1671954">
                  <a:moveTo>
                    <a:pt x="4025246" y="668776"/>
                  </a:moveTo>
                  <a:lnTo>
                    <a:pt x="4472495" y="563682"/>
                  </a:lnTo>
                </a:path>
                <a:path w="6708775" h="1671954">
                  <a:moveTo>
                    <a:pt x="4472495" y="563682"/>
                  </a:moveTo>
                  <a:lnTo>
                    <a:pt x="4919745" y="449035"/>
                  </a:lnTo>
                </a:path>
                <a:path w="6708775" h="1671954">
                  <a:moveTo>
                    <a:pt x="4919745" y="449035"/>
                  </a:moveTo>
                  <a:lnTo>
                    <a:pt x="5366993" y="334388"/>
                  </a:lnTo>
                </a:path>
                <a:path w="6708775" h="1671954">
                  <a:moveTo>
                    <a:pt x="5366994" y="334388"/>
                  </a:moveTo>
                  <a:lnTo>
                    <a:pt x="5814245" y="219740"/>
                  </a:lnTo>
                </a:path>
                <a:path w="6708775" h="1671954">
                  <a:moveTo>
                    <a:pt x="5814245" y="219740"/>
                  </a:moveTo>
                  <a:lnTo>
                    <a:pt x="6261494" y="114647"/>
                  </a:lnTo>
                </a:path>
                <a:path w="6708775" h="1671954">
                  <a:moveTo>
                    <a:pt x="6261494" y="114647"/>
                  </a:moveTo>
                  <a:lnTo>
                    <a:pt x="6708744" y="0"/>
                  </a:lnTo>
                </a:path>
              </a:pathLst>
            </a:custGeom>
            <a:ln w="29932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/>
          <p:nvPr/>
        </p:nvSpPr>
        <p:spPr>
          <a:xfrm>
            <a:off x="4900249" y="3078945"/>
            <a:ext cx="409575" cy="0"/>
          </a:xfrm>
          <a:custGeom>
            <a:avLst/>
            <a:gdLst/>
            <a:ahLst/>
            <a:cxnLst/>
            <a:rect l="l" t="t" r="r" b="b"/>
            <a:pathLst>
              <a:path w="409575" h="0">
                <a:moveTo>
                  <a:pt x="0" y="0"/>
                </a:moveTo>
                <a:lnTo>
                  <a:pt x="409123" y="0"/>
                </a:lnTo>
              </a:path>
            </a:pathLst>
          </a:custGeom>
          <a:ln w="955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67502" y="5228583"/>
            <a:ext cx="249627" cy="162416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02717" y="5782711"/>
            <a:ext cx="114413" cy="162417"/>
          </a:xfrm>
          <a:prstGeom prst="rect">
            <a:avLst/>
          </a:prstGeom>
        </p:spPr>
      </p:pic>
      <p:sp>
        <p:nvSpPr>
          <p:cNvPr id="15" name="object 15"/>
          <p:cNvSpPr/>
          <p:nvPr/>
        </p:nvSpPr>
        <p:spPr>
          <a:xfrm>
            <a:off x="1357101" y="4664900"/>
            <a:ext cx="260350" cy="162560"/>
          </a:xfrm>
          <a:custGeom>
            <a:avLst/>
            <a:gdLst/>
            <a:ahLst/>
            <a:cxnLst/>
            <a:rect l="l" t="t" r="r" b="b"/>
            <a:pathLst>
              <a:path w="260350" h="162560">
                <a:moveTo>
                  <a:pt x="104011" y="133753"/>
                </a:moveTo>
                <a:lnTo>
                  <a:pt x="72807" y="133753"/>
                </a:lnTo>
                <a:lnTo>
                  <a:pt x="72807" y="162416"/>
                </a:lnTo>
                <a:lnTo>
                  <a:pt x="104011" y="162416"/>
                </a:lnTo>
                <a:lnTo>
                  <a:pt x="104011" y="133753"/>
                </a:lnTo>
                <a:close/>
              </a:path>
              <a:path w="260350" h="162560">
                <a:moveTo>
                  <a:pt x="104011" y="0"/>
                </a:moveTo>
                <a:lnTo>
                  <a:pt x="76870" y="0"/>
                </a:lnTo>
                <a:lnTo>
                  <a:pt x="0" y="105092"/>
                </a:lnTo>
                <a:lnTo>
                  <a:pt x="0" y="133753"/>
                </a:lnTo>
                <a:lnTo>
                  <a:pt x="124814" y="133753"/>
                </a:lnTo>
                <a:lnTo>
                  <a:pt x="124814" y="105092"/>
                </a:lnTo>
                <a:lnTo>
                  <a:pt x="31529" y="105092"/>
                </a:lnTo>
                <a:lnTo>
                  <a:pt x="72807" y="48516"/>
                </a:lnTo>
                <a:lnTo>
                  <a:pt x="104011" y="48516"/>
                </a:lnTo>
                <a:lnTo>
                  <a:pt x="104011" y="0"/>
                </a:lnTo>
                <a:close/>
              </a:path>
              <a:path w="260350" h="162560">
                <a:moveTo>
                  <a:pt x="104011" y="48516"/>
                </a:moveTo>
                <a:lnTo>
                  <a:pt x="72807" y="48516"/>
                </a:lnTo>
                <a:lnTo>
                  <a:pt x="72807" y="105092"/>
                </a:lnTo>
                <a:lnTo>
                  <a:pt x="104011" y="105092"/>
                </a:lnTo>
                <a:lnTo>
                  <a:pt x="104011" y="48516"/>
                </a:lnTo>
                <a:close/>
              </a:path>
              <a:path w="260350" h="162560">
                <a:moveTo>
                  <a:pt x="202822" y="0"/>
                </a:moveTo>
                <a:lnTo>
                  <a:pt x="162843" y="16271"/>
                </a:lnTo>
                <a:lnTo>
                  <a:pt x="146692" y="60019"/>
                </a:lnTo>
                <a:lnTo>
                  <a:pt x="145615" y="80909"/>
                </a:lnTo>
                <a:lnTo>
                  <a:pt x="146601" y="102074"/>
                </a:lnTo>
                <a:lnTo>
                  <a:pt x="161380" y="144578"/>
                </a:lnTo>
                <a:lnTo>
                  <a:pt x="190924" y="161399"/>
                </a:lnTo>
                <a:lnTo>
                  <a:pt x="191676" y="161399"/>
                </a:lnTo>
                <a:lnTo>
                  <a:pt x="202822" y="162416"/>
                </a:lnTo>
                <a:lnTo>
                  <a:pt x="242802" y="146145"/>
                </a:lnTo>
                <a:lnTo>
                  <a:pt x="250628" y="133909"/>
                </a:lnTo>
                <a:lnTo>
                  <a:pt x="250685" y="133753"/>
                </a:lnTo>
                <a:lnTo>
                  <a:pt x="197947" y="133753"/>
                </a:lnTo>
                <a:lnTo>
                  <a:pt x="193640" y="132660"/>
                </a:lnTo>
                <a:lnTo>
                  <a:pt x="177058" y="93449"/>
                </a:lnTo>
                <a:lnTo>
                  <a:pt x="176819" y="81208"/>
                </a:lnTo>
                <a:lnTo>
                  <a:pt x="177071" y="69098"/>
                </a:lnTo>
                <a:lnTo>
                  <a:pt x="193612" y="29757"/>
                </a:lnTo>
                <a:lnTo>
                  <a:pt x="197947" y="28661"/>
                </a:lnTo>
                <a:lnTo>
                  <a:pt x="250655" y="28661"/>
                </a:lnTo>
                <a:lnTo>
                  <a:pt x="250339" y="27803"/>
                </a:lnTo>
                <a:lnTo>
                  <a:pt x="242802" y="16419"/>
                </a:lnTo>
                <a:lnTo>
                  <a:pt x="234940" y="9235"/>
                </a:lnTo>
                <a:lnTo>
                  <a:pt x="225656" y="4104"/>
                </a:lnTo>
                <a:lnTo>
                  <a:pt x="214950" y="1026"/>
                </a:lnTo>
                <a:lnTo>
                  <a:pt x="202822" y="0"/>
                </a:lnTo>
                <a:close/>
              </a:path>
              <a:path w="260350" h="162560">
                <a:moveTo>
                  <a:pt x="250655" y="28661"/>
                </a:moveTo>
                <a:lnTo>
                  <a:pt x="207698" y="28661"/>
                </a:lnTo>
                <a:lnTo>
                  <a:pt x="212004" y="29757"/>
                </a:lnTo>
                <a:lnTo>
                  <a:pt x="219481" y="34133"/>
                </a:lnTo>
                <a:lnTo>
                  <a:pt x="228820" y="80909"/>
                </a:lnTo>
                <a:lnTo>
                  <a:pt x="228572" y="93449"/>
                </a:lnTo>
                <a:lnTo>
                  <a:pt x="227933" y="102074"/>
                </a:lnTo>
                <a:lnTo>
                  <a:pt x="227809" y="103749"/>
                </a:lnTo>
                <a:lnTo>
                  <a:pt x="226635" y="111480"/>
                </a:lnTo>
                <a:lnTo>
                  <a:pt x="226539" y="112109"/>
                </a:lnTo>
                <a:lnTo>
                  <a:pt x="207698" y="133753"/>
                </a:lnTo>
                <a:lnTo>
                  <a:pt x="250685" y="133753"/>
                </a:lnTo>
                <a:lnTo>
                  <a:pt x="255722" y="120058"/>
                </a:lnTo>
                <a:lnTo>
                  <a:pt x="258952" y="102228"/>
                </a:lnTo>
                <a:lnTo>
                  <a:pt x="260028" y="81208"/>
                </a:lnTo>
                <a:lnTo>
                  <a:pt x="258952" y="60197"/>
                </a:lnTo>
                <a:lnTo>
                  <a:pt x="255722" y="42395"/>
                </a:lnTo>
                <a:lnTo>
                  <a:pt x="250655" y="2866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6" name="object 1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67502" y="4110771"/>
            <a:ext cx="249627" cy="162417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367502" y="3547088"/>
            <a:ext cx="249627" cy="162416"/>
          </a:xfrm>
          <a:prstGeom prst="rect">
            <a:avLst/>
          </a:prstGeom>
        </p:spPr>
      </p:pic>
      <p:sp>
        <p:nvSpPr>
          <p:cNvPr id="18" name="object 18"/>
          <p:cNvSpPr/>
          <p:nvPr/>
        </p:nvSpPr>
        <p:spPr>
          <a:xfrm>
            <a:off x="1242689" y="2992960"/>
            <a:ext cx="374650" cy="162560"/>
          </a:xfrm>
          <a:custGeom>
            <a:avLst/>
            <a:gdLst/>
            <a:ahLst/>
            <a:cxnLst/>
            <a:rect l="l" t="t" r="r" b="b"/>
            <a:pathLst>
              <a:path w="374650" h="162560">
                <a:moveTo>
                  <a:pt x="72808" y="42842"/>
                </a:moveTo>
                <a:lnTo>
                  <a:pt x="41604" y="42842"/>
                </a:lnTo>
                <a:lnTo>
                  <a:pt x="41604" y="162416"/>
                </a:lnTo>
                <a:lnTo>
                  <a:pt x="72808" y="162416"/>
                </a:lnTo>
                <a:lnTo>
                  <a:pt x="72808" y="42842"/>
                </a:lnTo>
                <a:close/>
              </a:path>
              <a:path w="374650" h="162560">
                <a:moveTo>
                  <a:pt x="72808" y="0"/>
                </a:moveTo>
                <a:lnTo>
                  <a:pt x="46967" y="0"/>
                </a:lnTo>
                <a:lnTo>
                  <a:pt x="43712" y="6656"/>
                </a:lnTo>
                <a:lnTo>
                  <a:pt x="39309" y="12892"/>
                </a:lnTo>
                <a:lnTo>
                  <a:pt x="6383" y="35933"/>
                </a:lnTo>
                <a:lnTo>
                  <a:pt x="0" y="38214"/>
                </a:lnTo>
                <a:lnTo>
                  <a:pt x="0" y="66875"/>
                </a:lnTo>
                <a:lnTo>
                  <a:pt x="11559" y="62463"/>
                </a:lnTo>
                <a:lnTo>
                  <a:pt x="22346" y="56986"/>
                </a:lnTo>
                <a:lnTo>
                  <a:pt x="32361" y="50446"/>
                </a:lnTo>
                <a:lnTo>
                  <a:pt x="41604" y="42842"/>
                </a:lnTo>
                <a:lnTo>
                  <a:pt x="72808" y="42842"/>
                </a:lnTo>
                <a:lnTo>
                  <a:pt x="72808" y="0"/>
                </a:lnTo>
                <a:close/>
              </a:path>
              <a:path w="374650" h="162560">
                <a:moveTo>
                  <a:pt x="182019" y="0"/>
                </a:moveTo>
                <a:lnTo>
                  <a:pt x="142040" y="16269"/>
                </a:lnTo>
                <a:lnTo>
                  <a:pt x="125890" y="60018"/>
                </a:lnTo>
                <a:lnTo>
                  <a:pt x="124813" y="80907"/>
                </a:lnTo>
                <a:lnTo>
                  <a:pt x="125798" y="102073"/>
                </a:lnTo>
                <a:lnTo>
                  <a:pt x="140578" y="144576"/>
                </a:lnTo>
                <a:lnTo>
                  <a:pt x="170121" y="161399"/>
                </a:lnTo>
                <a:lnTo>
                  <a:pt x="170873" y="161399"/>
                </a:lnTo>
                <a:lnTo>
                  <a:pt x="182019" y="162416"/>
                </a:lnTo>
                <a:lnTo>
                  <a:pt x="221999" y="146143"/>
                </a:lnTo>
                <a:lnTo>
                  <a:pt x="229826" y="133907"/>
                </a:lnTo>
                <a:lnTo>
                  <a:pt x="229882" y="133753"/>
                </a:lnTo>
                <a:lnTo>
                  <a:pt x="177144" y="133753"/>
                </a:lnTo>
                <a:lnTo>
                  <a:pt x="172837" y="132659"/>
                </a:lnTo>
                <a:lnTo>
                  <a:pt x="156256" y="93448"/>
                </a:lnTo>
                <a:lnTo>
                  <a:pt x="156017" y="81207"/>
                </a:lnTo>
                <a:lnTo>
                  <a:pt x="156270" y="69097"/>
                </a:lnTo>
                <a:lnTo>
                  <a:pt x="156925" y="60196"/>
                </a:lnTo>
                <a:lnTo>
                  <a:pt x="157033" y="58740"/>
                </a:lnTo>
                <a:lnTo>
                  <a:pt x="158200" y="51034"/>
                </a:lnTo>
                <a:lnTo>
                  <a:pt x="158302" y="50361"/>
                </a:lnTo>
                <a:lnTo>
                  <a:pt x="177144" y="28661"/>
                </a:lnTo>
                <a:lnTo>
                  <a:pt x="229853" y="28661"/>
                </a:lnTo>
                <a:lnTo>
                  <a:pt x="229536" y="27802"/>
                </a:lnTo>
                <a:lnTo>
                  <a:pt x="221999" y="16419"/>
                </a:lnTo>
                <a:lnTo>
                  <a:pt x="214137" y="9235"/>
                </a:lnTo>
                <a:lnTo>
                  <a:pt x="204853" y="4104"/>
                </a:lnTo>
                <a:lnTo>
                  <a:pt x="194147" y="1026"/>
                </a:lnTo>
                <a:lnTo>
                  <a:pt x="182019" y="0"/>
                </a:lnTo>
                <a:close/>
              </a:path>
              <a:path w="374650" h="162560">
                <a:moveTo>
                  <a:pt x="229853" y="28661"/>
                </a:moveTo>
                <a:lnTo>
                  <a:pt x="186895" y="28661"/>
                </a:lnTo>
                <a:lnTo>
                  <a:pt x="191201" y="29756"/>
                </a:lnTo>
                <a:lnTo>
                  <a:pt x="198678" y="34133"/>
                </a:lnTo>
                <a:lnTo>
                  <a:pt x="208017" y="80907"/>
                </a:lnTo>
                <a:lnTo>
                  <a:pt x="207769" y="93448"/>
                </a:lnTo>
                <a:lnTo>
                  <a:pt x="191229" y="132659"/>
                </a:lnTo>
                <a:lnTo>
                  <a:pt x="186895" y="133753"/>
                </a:lnTo>
                <a:lnTo>
                  <a:pt x="229882" y="133753"/>
                </a:lnTo>
                <a:lnTo>
                  <a:pt x="234919" y="120058"/>
                </a:lnTo>
                <a:lnTo>
                  <a:pt x="238150" y="102228"/>
                </a:lnTo>
                <a:lnTo>
                  <a:pt x="239226" y="81207"/>
                </a:lnTo>
                <a:lnTo>
                  <a:pt x="238150" y="60196"/>
                </a:lnTo>
                <a:lnTo>
                  <a:pt x="234919" y="42394"/>
                </a:lnTo>
                <a:lnTo>
                  <a:pt x="229853" y="28661"/>
                </a:lnTo>
                <a:close/>
              </a:path>
              <a:path w="374650" h="162560">
                <a:moveTo>
                  <a:pt x="317235" y="0"/>
                </a:moveTo>
                <a:lnTo>
                  <a:pt x="277255" y="16269"/>
                </a:lnTo>
                <a:lnTo>
                  <a:pt x="261104" y="60018"/>
                </a:lnTo>
                <a:lnTo>
                  <a:pt x="260028" y="80907"/>
                </a:lnTo>
                <a:lnTo>
                  <a:pt x="261013" y="102073"/>
                </a:lnTo>
                <a:lnTo>
                  <a:pt x="275792" y="144576"/>
                </a:lnTo>
                <a:lnTo>
                  <a:pt x="305337" y="161399"/>
                </a:lnTo>
                <a:lnTo>
                  <a:pt x="306088" y="161399"/>
                </a:lnTo>
                <a:lnTo>
                  <a:pt x="317235" y="162416"/>
                </a:lnTo>
                <a:lnTo>
                  <a:pt x="357214" y="146143"/>
                </a:lnTo>
                <a:lnTo>
                  <a:pt x="365098" y="133753"/>
                </a:lnTo>
                <a:lnTo>
                  <a:pt x="312359" y="133753"/>
                </a:lnTo>
                <a:lnTo>
                  <a:pt x="308053" y="132659"/>
                </a:lnTo>
                <a:lnTo>
                  <a:pt x="291470" y="93448"/>
                </a:lnTo>
                <a:lnTo>
                  <a:pt x="291232" y="81207"/>
                </a:lnTo>
                <a:lnTo>
                  <a:pt x="291484" y="69097"/>
                </a:lnTo>
                <a:lnTo>
                  <a:pt x="292139" y="60196"/>
                </a:lnTo>
                <a:lnTo>
                  <a:pt x="292247" y="58740"/>
                </a:lnTo>
                <a:lnTo>
                  <a:pt x="293415" y="51034"/>
                </a:lnTo>
                <a:lnTo>
                  <a:pt x="293517" y="50361"/>
                </a:lnTo>
                <a:lnTo>
                  <a:pt x="312359" y="28661"/>
                </a:lnTo>
                <a:lnTo>
                  <a:pt x="365068" y="28661"/>
                </a:lnTo>
                <a:lnTo>
                  <a:pt x="364751" y="27802"/>
                </a:lnTo>
                <a:lnTo>
                  <a:pt x="357214" y="16419"/>
                </a:lnTo>
                <a:lnTo>
                  <a:pt x="349352" y="9235"/>
                </a:lnTo>
                <a:lnTo>
                  <a:pt x="340068" y="4104"/>
                </a:lnTo>
                <a:lnTo>
                  <a:pt x="329363" y="1026"/>
                </a:lnTo>
                <a:lnTo>
                  <a:pt x="317235" y="0"/>
                </a:lnTo>
                <a:close/>
              </a:path>
              <a:path w="374650" h="162560">
                <a:moveTo>
                  <a:pt x="365068" y="28661"/>
                </a:moveTo>
                <a:lnTo>
                  <a:pt x="322110" y="28661"/>
                </a:lnTo>
                <a:lnTo>
                  <a:pt x="326417" y="29756"/>
                </a:lnTo>
                <a:lnTo>
                  <a:pt x="333892" y="34133"/>
                </a:lnTo>
                <a:lnTo>
                  <a:pt x="343232" y="80907"/>
                </a:lnTo>
                <a:lnTo>
                  <a:pt x="342984" y="93448"/>
                </a:lnTo>
                <a:lnTo>
                  <a:pt x="342346" y="102073"/>
                </a:lnTo>
                <a:lnTo>
                  <a:pt x="342222" y="103748"/>
                </a:lnTo>
                <a:lnTo>
                  <a:pt x="341048" y="111478"/>
                </a:lnTo>
                <a:lnTo>
                  <a:pt x="340952" y="112108"/>
                </a:lnTo>
                <a:lnTo>
                  <a:pt x="339174" y="118527"/>
                </a:lnTo>
                <a:lnTo>
                  <a:pt x="337007" y="124299"/>
                </a:lnTo>
                <a:lnTo>
                  <a:pt x="334028" y="128281"/>
                </a:lnTo>
                <a:lnTo>
                  <a:pt x="326444" y="132659"/>
                </a:lnTo>
                <a:lnTo>
                  <a:pt x="322110" y="133753"/>
                </a:lnTo>
                <a:lnTo>
                  <a:pt x="365098" y="133753"/>
                </a:lnTo>
                <a:lnTo>
                  <a:pt x="370134" y="120058"/>
                </a:lnTo>
                <a:lnTo>
                  <a:pt x="373364" y="102228"/>
                </a:lnTo>
                <a:lnTo>
                  <a:pt x="374441" y="81207"/>
                </a:lnTo>
                <a:lnTo>
                  <a:pt x="373364" y="60196"/>
                </a:lnTo>
                <a:lnTo>
                  <a:pt x="370134" y="42394"/>
                </a:lnTo>
                <a:lnTo>
                  <a:pt x="365068" y="2866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1242689" y="2429276"/>
            <a:ext cx="374650" cy="162560"/>
          </a:xfrm>
          <a:custGeom>
            <a:avLst/>
            <a:gdLst/>
            <a:ahLst/>
            <a:cxnLst/>
            <a:rect l="l" t="t" r="r" b="b"/>
            <a:pathLst>
              <a:path w="374650" h="162560">
                <a:moveTo>
                  <a:pt x="72808" y="42844"/>
                </a:moveTo>
                <a:lnTo>
                  <a:pt x="41604" y="42844"/>
                </a:lnTo>
                <a:lnTo>
                  <a:pt x="41604" y="162419"/>
                </a:lnTo>
                <a:lnTo>
                  <a:pt x="72808" y="162419"/>
                </a:lnTo>
                <a:lnTo>
                  <a:pt x="72808" y="42844"/>
                </a:lnTo>
                <a:close/>
              </a:path>
              <a:path w="374650" h="162560">
                <a:moveTo>
                  <a:pt x="72808" y="0"/>
                </a:moveTo>
                <a:lnTo>
                  <a:pt x="46967" y="0"/>
                </a:lnTo>
                <a:lnTo>
                  <a:pt x="43712" y="6657"/>
                </a:lnTo>
                <a:lnTo>
                  <a:pt x="39309" y="12894"/>
                </a:lnTo>
                <a:lnTo>
                  <a:pt x="6383" y="35935"/>
                </a:lnTo>
                <a:lnTo>
                  <a:pt x="0" y="38216"/>
                </a:lnTo>
                <a:lnTo>
                  <a:pt x="0" y="66878"/>
                </a:lnTo>
                <a:lnTo>
                  <a:pt x="11559" y="62465"/>
                </a:lnTo>
                <a:lnTo>
                  <a:pt x="22346" y="56988"/>
                </a:lnTo>
                <a:lnTo>
                  <a:pt x="32361" y="50448"/>
                </a:lnTo>
                <a:lnTo>
                  <a:pt x="41604" y="42844"/>
                </a:lnTo>
                <a:lnTo>
                  <a:pt x="72808" y="42844"/>
                </a:lnTo>
                <a:lnTo>
                  <a:pt x="72808" y="0"/>
                </a:lnTo>
                <a:close/>
              </a:path>
              <a:path w="374650" h="162560">
                <a:moveTo>
                  <a:pt x="235922" y="28662"/>
                </a:moveTo>
                <a:lnTo>
                  <a:pt x="190579" y="28662"/>
                </a:lnTo>
                <a:lnTo>
                  <a:pt x="196782" y="30478"/>
                </a:lnTo>
                <a:lnTo>
                  <a:pt x="205775" y="37743"/>
                </a:lnTo>
                <a:lnTo>
                  <a:pt x="208022" y="42943"/>
                </a:lnTo>
                <a:lnTo>
                  <a:pt x="208022" y="55780"/>
                </a:lnTo>
                <a:lnTo>
                  <a:pt x="183706" y="85407"/>
                </a:lnTo>
                <a:lnTo>
                  <a:pt x="160750" y="105411"/>
                </a:lnTo>
                <a:lnTo>
                  <a:pt x="150247" y="115469"/>
                </a:lnTo>
                <a:lnTo>
                  <a:pt x="128633" y="146855"/>
                </a:lnTo>
                <a:lnTo>
                  <a:pt x="124813" y="162419"/>
                </a:lnTo>
                <a:lnTo>
                  <a:pt x="239226" y="162419"/>
                </a:lnTo>
                <a:lnTo>
                  <a:pt x="239226" y="133755"/>
                </a:lnTo>
                <a:lnTo>
                  <a:pt x="171780" y="133755"/>
                </a:lnTo>
                <a:lnTo>
                  <a:pt x="173406" y="130968"/>
                </a:lnTo>
                <a:lnTo>
                  <a:pt x="199572" y="107259"/>
                </a:lnTo>
                <a:lnTo>
                  <a:pt x="207535" y="100899"/>
                </a:lnTo>
                <a:lnTo>
                  <a:pt x="237899" y="59288"/>
                </a:lnTo>
                <a:lnTo>
                  <a:pt x="239226" y="52348"/>
                </a:lnTo>
                <a:lnTo>
                  <a:pt x="239226" y="45082"/>
                </a:lnTo>
                <a:lnTo>
                  <a:pt x="238297" y="35850"/>
                </a:lnTo>
                <a:lnTo>
                  <a:pt x="235922" y="28662"/>
                </a:lnTo>
                <a:close/>
              </a:path>
              <a:path w="374650" h="162560">
                <a:moveTo>
                  <a:pt x="183320" y="0"/>
                </a:moveTo>
                <a:lnTo>
                  <a:pt x="171608" y="807"/>
                </a:lnTo>
                <a:lnTo>
                  <a:pt x="171841" y="807"/>
                </a:lnTo>
                <a:lnTo>
                  <a:pt x="161132" y="3228"/>
                </a:lnTo>
                <a:lnTo>
                  <a:pt x="161319" y="3228"/>
                </a:lnTo>
                <a:lnTo>
                  <a:pt x="152116" y="7054"/>
                </a:lnTo>
                <a:lnTo>
                  <a:pt x="143665" y="12539"/>
                </a:lnTo>
                <a:lnTo>
                  <a:pt x="136515" y="19827"/>
                </a:lnTo>
                <a:lnTo>
                  <a:pt x="130989" y="29147"/>
                </a:lnTo>
                <a:lnTo>
                  <a:pt x="127089" y="40502"/>
                </a:lnTo>
                <a:lnTo>
                  <a:pt x="124813" y="53891"/>
                </a:lnTo>
                <a:lnTo>
                  <a:pt x="156017" y="57323"/>
                </a:lnTo>
                <a:lnTo>
                  <a:pt x="156775" y="47073"/>
                </a:lnTo>
                <a:lnTo>
                  <a:pt x="159456" y="39734"/>
                </a:lnTo>
                <a:lnTo>
                  <a:pt x="168666" y="30876"/>
                </a:lnTo>
                <a:lnTo>
                  <a:pt x="174869" y="28662"/>
                </a:lnTo>
                <a:lnTo>
                  <a:pt x="235922" y="28662"/>
                </a:lnTo>
                <a:lnTo>
                  <a:pt x="235509" y="27411"/>
                </a:lnTo>
                <a:lnTo>
                  <a:pt x="195696" y="807"/>
                </a:lnTo>
                <a:lnTo>
                  <a:pt x="183320" y="0"/>
                </a:lnTo>
                <a:close/>
              </a:path>
              <a:path w="374650" h="162560">
                <a:moveTo>
                  <a:pt x="317235" y="0"/>
                </a:moveTo>
                <a:lnTo>
                  <a:pt x="277255" y="16272"/>
                </a:lnTo>
                <a:lnTo>
                  <a:pt x="261104" y="60020"/>
                </a:lnTo>
                <a:lnTo>
                  <a:pt x="260028" y="80910"/>
                </a:lnTo>
                <a:lnTo>
                  <a:pt x="261013" y="102075"/>
                </a:lnTo>
                <a:lnTo>
                  <a:pt x="263969" y="119741"/>
                </a:lnTo>
                <a:lnTo>
                  <a:pt x="268842" y="133755"/>
                </a:lnTo>
                <a:lnTo>
                  <a:pt x="268895" y="133909"/>
                </a:lnTo>
                <a:lnTo>
                  <a:pt x="275792" y="144579"/>
                </a:lnTo>
                <a:lnTo>
                  <a:pt x="284294" y="152383"/>
                </a:lnTo>
                <a:lnTo>
                  <a:pt x="294035" y="157958"/>
                </a:lnTo>
                <a:lnTo>
                  <a:pt x="305337" y="161401"/>
                </a:lnTo>
                <a:lnTo>
                  <a:pt x="306090" y="161401"/>
                </a:lnTo>
                <a:lnTo>
                  <a:pt x="317235" y="162419"/>
                </a:lnTo>
                <a:lnTo>
                  <a:pt x="357214" y="146146"/>
                </a:lnTo>
                <a:lnTo>
                  <a:pt x="365098" y="133755"/>
                </a:lnTo>
                <a:lnTo>
                  <a:pt x="312359" y="133755"/>
                </a:lnTo>
                <a:lnTo>
                  <a:pt x="308053" y="132660"/>
                </a:lnTo>
                <a:lnTo>
                  <a:pt x="291470" y="93449"/>
                </a:lnTo>
                <a:lnTo>
                  <a:pt x="291232" y="81208"/>
                </a:lnTo>
                <a:lnTo>
                  <a:pt x="291484" y="69098"/>
                </a:lnTo>
                <a:lnTo>
                  <a:pt x="308025" y="29756"/>
                </a:lnTo>
                <a:lnTo>
                  <a:pt x="312359" y="28662"/>
                </a:lnTo>
                <a:lnTo>
                  <a:pt x="365068" y="28662"/>
                </a:lnTo>
                <a:lnTo>
                  <a:pt x="364751" y="27803"/>
                </a:lnTo>
                <a:lnTo>
                  <a:pt x="357214" y="16421"/>
                </a:lnTo>
                <a:lnTo>
                  <a:pt x="349352" y="9236"/>
                </a:lnTo>
                <a:lnTo>
                  <a:pt x="340068" y="4105"/>
                </a:lnTo>
                <a:lnTo>
                  <a:pt x="329363" y="1026"/>
                </a:lnTo>
                <a:lnTo>
                  <a:pt x="317235" y="0"/>
                </a:lnTo>
                <a:close/>
              </a:path>
              <a:path w="374650" h="162560">
                <a:moveTo>
                  <a:pt x="365068" y="28662"/>
                </a:moveTo>
                <a:lnTo>
                  <a:pt x="322110" y="28662"/>
                </a:lnTo>
                <a:lnTo>
                  <a:pt x="326417" y="29756"/>
                </a:lnTo>
                <a:lnTo>
                  <a:pt x="333893" y="34136"/>
                </a:lnTo>
                <a:lnTo>
                  <a:pt x="343232" y="80910"/>
                </a:lnTo>
                <a:lnTo>
                  <a:pt x="342984" y="93449"/>
                </a:lnTo>
                <a:lnTo>
                  <a:pt x="342346" y="102075"/>
                </a:lnTo>
                <a:lnTo>
                  <a:pt x="342222" y="103750"/>
                </a:lnTo>
                <a:lnTo>
                  <a:pt x="341048" y="111480"/>
                </a:lnTo>
                <a:lnTo>
                  <a:pt x="340952" y="112110"/>
                </a:lnTo>
                <a:lnTo>
                  <a:pt x="322110" y="133755"/>
                </a:lnTo>
                <a:lnTo>
                  <a:pt x="365098" y="133755"/>
                </a:lnTo>
                <a:lnTo>
                  <a:pt x="370134" y="120059"/>
                </a:lnTo>
                <a:lnTo>
                  <a:pt x="373364" y="102229"/>
                </a:lnTo>
                <a:lnTo>
                  <a:pt x="374441" y="81208"/>
                </a:lnTo>
                <a:lnTo>
                  <a:pt x="373364" y="60197"/>
                </a:lnTo>
                <a:lnTo>
                  <a:pt x="370134" y="42396"/>
                </a:lnTo>
                <a:lnTo>
                  <a:pt x="365068" y="286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1242689" y="1875147"/>
            <a:ext cx="374650" cy="162560"/>
          </a:xfrm>
          <a:custGeom>
            <a:avLst/>
            <a:gdLst/>
            <a:ahLst/>
            <a:cxnLst/>
            <a:rect l="l" t="t" r="r" b="b"/>
            <a:pathLst>
              <a:path w="374650" h="162560">
                <a:moveTo>
                  <a:pt x="72808" y="42844"/>
                </a:moveTo>
                <a:lnTo>
                  <a:pt x="41604" y="42844"/>
                </a:lnTo>
                <a:lnTo>
                  <a:pt x="41604" y="162416"/>
                </a:lnTo>
                <a:lnTo>
                  <a:pt x="72808" y="162416"/>
                </a:lnTo>
                <a:lnTo>
                  <a:pt x="72808" y="42844"/>
                </a:lnTo>
                <a:close/>
              </a:path>
              <a:path w="374650" h="162560">
                <a:moveTo>
                  <a:pt x="72808" y="0"/>
                </a:moveTo>
                <a:lnTo>
                  <a:pt x="46967" y="0"/>
                </a:lnTo>
                <a:lnTo>
                  <a:pt x="43712" y="6657"/>
                </a:lnTo>
                <a:lnTo>
                  <a:pt x="39309" y="12894"/>
                </a:lnTo>
                <a:lnTo>
                  <a:pt x="6383" y="35935"/>
                </a:lnTo>
                <a:lnTo>
                  <a:pt x="0" y="38216"/>
                </a:lnTo>
                <a:lnTo>
                  <a:pt x="0" y="66878"/>
                </a:lnTo>
                <a:lnTo>
                  <a:pt x="11559" y="62465"/>
                </a:lnTo>
                <a:lnTo>
                  <a:pt x="22346" y="56988"/>
                </a:lnTo>
                <a:lnTo>
                  <a:pt x="32361" y="50448"/>
                </a:lnTo>
                <a:lnTo>
                  <a:pt x="41604" y="42844"/>
                </a:lnTo>
                <a:lnTo>
                  <a:pt x="72808" y="42844"/>
                </a:lnTo>
                <a:lnTo>
                  <a:pt x="72808" y="0"/>
                </a:lnTo>
                <a:close/>
              </a:path>
              <a:path w="374650" h="162560">
                <a:moveTo>
                  <a:pt x="218424" y="133756"/>
                </a:moveTo>
                <a:lnTo>
                  <a:pt x="187220" y="133756"/>
                </a:lnTo>
                <a:lnTo>
                  <a:pt x="187220" y="162416"/>
                </a:lnTo>
                <a:lnTo>
                  <a:pt x="218424" y="162416"/>
                </a:lnTo>
                <a:lnTo>
                  <a:pt x="218424" y="133756"/>
                </a:lnTo>
                <a:close/>
              </a:path>
              <a:path w="374650" h="162560">
                <a:moveTo>
                  <a:pt x="218424" y="0"/>
                </a:moveTo>
                <a:lnTo>
                  <a:pt x="191283" y="0"/>
                </a:lnTo>
                <a:lnTo>
                  <a:pt x="114412" y="105095"/>
                </a:lnTo>
                <a:lnTo>
                  <a:pt x="114412" y="133756"/>
                </a:lnTo>
                <a:lnTo>
                  <a:pt x="239226" y="133756"/>
                </a:lnTo>
                <a:lnTo>
                  <a:pt x="239226" y="105095"/>
                </a:lnTo>
                <a:lnTo>
                  <a:pt x="145941" y="105095"/>
                </a:lnTo>
                <a:lnTo>
                  <a:pt x="187220" y="48516"/>
                </a:lnTo>
                <a:lnTo>
                  <a:pt x="218424" y="48516"/>
                </a:lnTo>
                <a:lnTo>
                  <a:pt x="218424" y="0"/>
                </a:lnTo>
                <a:close/>
              </a:path>
              <a:path w="374650" h="162560">
                <a:moveTo>
                  <a:pt x="218424" y="48516"/>
                </a:moveTo>
                <a:lnTo>
                  <a:pt x="187220" y="48516"/>
                </a:lnTo>
                <a:lnTo>
                  <a:pt x="187220" y="105095"/>
                </a:lnTo>
                <a:lnTo>
                  <a:pt x="218424" y="105095"/>
                </a:lnTo>
                <a:lnTo>
                  <a:pt x="218424" y="48516"/>
                </a:lnTo>
                <a:close/>
              </a:path>
              <a:path w="374650" h="162560">
                <a:moveTo>
                  <a:pt x="317235" y="0"/>
                </a:moveTo>
                <a:lnTo>
                  <a:pt x="277255" y="16272"/>
                </a:lnTo>
                <a:lnTo>
                  <a:pt x="261104" y="60020"/>
                </a:lnTo>
                <a:lnTo>
                  <a:pt x="260028" y="80910"/>
                </a:lnTo>
                <a:lnTo>
                  <a:pt x="261013" y="102075"/>
                </a:lnTo>
                <a:lnTo>
                  <a:pt x="275792" y="144578"/>
                </a:lnTo>
                <a:lnTo>
                  <a:pt x="305337" y="161399"/>
                </a:lnTo>
                <a:lnTo>
                  <a:pt x="306089" y="161399"/>
                </a:lnTo>
                <a:lnTo>
                  <a:pt x="317235" y="162416"/>
                </a:lnTo>
                <a:lnTo>
                  <a:pt x="357214" y="146146"/>
                </a:lnTo>
                <a:lnTo>
                  <a:pt x="365098" y="133756"/>
                </a:lnTo>
                <a:lnTo>
                  <a:pt x="312359" y="133756"/>
                </a:lnTo>
                <a:lnTo>
                  <a:pt x="308053" y="132661"/>
                </a:lnTo>
                <a:lnTo>
                  <a:pt x="291470" y="93450"/>
                </a:lnTo>
                <a:lnTo>
                  <a:pt x="291232" y="81210"/>
                </a:lnTo>
                <a:lnTo>
                  <a:pt x="291484" y="69098"/>
                </a:lnTo>
                <a:lnTo>
                  <a:pt x="292139" y="60198"/>
                </a:lnTo>
                <a:lnTo>
                  <a:pt x="292247" y="58742"/>
                </a:lnTo>
                <a:lnTo>
                  <a:pt x="293415" y="51035"/>
                </a:lnTo>
                <a:lnTo>
                  <a:pt x="293517" y="50364"/>
                </a:lnTo>
                <a:lnTo>
                  <a:pt x="312359" y="28661"/>
                </a:lnTo>
                <a:lnTo>
                  <a:pt x="365067" y="28661"/>
                </a:lnTo>
                <a:lnTo>
                  <a:pt x="364751" y="27804"/>
                </a:lnTo>
                <a:lnTo>
                  <a:pt x="357214" y="16421"/>
                </a:lnTo>
                <a:lnTo>
                  <a:pt x="349352" y="9237"/>
                </a:lnTo>
                <a:lnTo>
                  <a:pt x="340068" y="4105"/>
                </a:lnTo>
                <a:lnTo>
                  <a:pt x="329363" y="1026"/>
                </a:lnTo>
                <a:lnTo>
                  <a:pt x="317235" y="0"/>
                </a:lnTo>
                <a:close/>
              </a:path>
              <a:path w="374650" h="162560">
                <a:moveTo>
                  <a:pt x="365067" y="28661"/>
                </a:moveTo>
                <a:lnTo>
                  <a:pt x="322110" y="28661"/>
                </a:lnTo>
                <a:lnTo>
                  <a:pt x="326417" y="29757"/>
                </a:lnTo>
                <a:lnTo>
                  <a:pt x="333892" y="34135"/>
                </a:lnTo>
                <a:lnTo>
                  <a:pt x="343232" y="80910"/>
                </a:lnTo>
                <a:lnTo>
                  <a:pt x="342984" y="93450"/>
                </a:lnTo>
                <a:lnTo>
                  <a:pt x="326444" y="132661"/>
                </a:lnTo>
                <a:lnTo>
                  <a:pt x="322110" y="133756"/>
                </a:lnTo>
                <a:lnTo>
                  <a:pt x="365098" y="133756"/>
                </a:lnTo>
                <a:lnTo>
                  <a:pt x="370134" y="120059"/>
                </a:lnTo>
                <a:lnTo>
                  <a:pt x="373364" y="102230"/>
                </a:lnTo>
                <a:lnTo>
                  <a:pt x="374441" y="81210"/>
                </a:lnTo>
                <a:lnTo>
                  <a:pt x="373364" y="60198"/>
                </a:lnTo>
                <a:lnTo>
                  <a:pt x="370134" y="42396"/>
                </a:lnTo>
                <a:lnTo>
                  <a:pt x="365067" y="2866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1479608" y="6143312"/>
            <a:ext cx="441325" cy="407034"/>
          </a:xfrm>
          <a:custGeom>
            <a:avLst/>
            <a:gdLst/>
            <a:ahLst/>
            <a:cxnLst/>
            <a:rect l="l" t="t" r="r" b="b"/>
            <a:pathLst>
              <a:path w="441325" h="407034">
                <a:moveTo>
                  <a:pt x="77109" y="322160"/>
                </a:moveTo>
                <a:lnTo>
                  <a:pt x="32980" y="322160"/>
                </a:lnTo>
                <a:lnTo>
                  <a:pt x="125030" y="406712"/>
                </a:lnTo>
                <a:lnTo>
                  <a:pt x="147093" y="386444"/>
                </a:lnTo>
                <a:lnTo>
                  <a:pt x="77109" y="322160"/>
                </a:lnTo>
                <a:close/>
              </a:path>
              <a:path w="441325" h="407034">
                <a:moveTo>
                  <a:pt x="22063" y="271598"/>
                </a:moveTo>
                <a:lnTo>
                  <a:pt x="3792" y="288382"/>
                </a:lnTo>
                <a:lnTo>
                  <a:pt x="6614" y="295204"/>
                </a:lnTo>
                <a:lnTo>
                  <a:pt x="8308" y="302562"/>
                </a:lnTo>
                <a:lnTo>
                  <a:pt x="8855" y="310193"/>
                </a:lnTo>
                <a:lnTo>
                  <a:pt x="8274" y="318360"/>
                </a:lnTo>
                <a:lnTo>
                  <a:pt x="6894" y="326376"/>
                </a:lnTo>
                <a:lnTo>
                  <a:pt x="5174" y="333171"/>
                </a:lnTo>
                <a:lnTo>
                  <a:pt x="5056" y="333640"/>
                </a:lnTo>
                <a:lnTo>
                  <a:pt x="2758" y="340151"/>
                </a:lnTo>
                <a:lnTo>
                  <a:pt x="0" y="345911"/>
                </a:lnTo>
                <a:lnTo>
                  <a:pt x="22063" y="366177"/>
                </a:lnTo>
                <a:lnTo>
                  <a:pt x="32980" y="322160"/>
                </a:lnTo>
                <a:lnTo>
                  <a:pt x="77109" y="322160"/>
                </a:lnTo>
                <a:lnTo>
                  <a:pt x="22063" y="271598"/>
                </a:lnTo>
                <a:close/>
              </a:path>
              <a:path w="441325" h="407034">
                <a:moveTo>
                  <a:pt x="169158" y="298621"/>
                </a:moveTo>
                <a:lnTo>
                  <a:pt x="149738" y="321316"/>
                </a:lnTo>
                <a:lnTo>
                  <a:pt x="159383" y="327108"/>
                </a:lnTo>
                <a:lnTo>
                  <a:pt x="168785" y="331185"/>
                </a:lnTo>
                <a:lnTo>
                  <a:pt x="178300" y="333640"/>
                </a:lnTo>
                <a:lnTo>
                  <a:pt x="179215" y="333640"/>
                </a:lnTo>
                <a:lnTo>
                  <a:pt x="186856" y="334194"/>
                </a:lnTo>
                <a:lnTo>
                  <a:pt x="227795" y="310608"/>
                </a:lnTo>
                <a:lnTo>
                  <a:pt x="231296" y="304374"/>
                </a:lnTo>
                <a:lnTo>
                  <a:pt x="180248" y="304374"/>
                </a:lnTo>
                <a:lnTo>
                  <a:pt x="174828" y="302562"/>
                </a:lnTo>
                <a:lnTo>
                  <a:pt x="169158" y="298621"/>
                </a:lnTo>
                <a:close/>
              </a:path>
              <a:path w="441325" h="407034">
                <a:moveTo>
                  <a:pt x="224844" y="246581"/>
                </a:moveTo>
                <a:lnTo>
                  <a:pt x="189729" y="246581"/>
                </a:lnTo>
                <a:lnTo>
                  <a:pt x="197977" y="256237"/>
                </a:lnTo>
                <a:lnTo>
                  <a:pt x="203878" y="264724"/>
                </a:lnTo>
                <a:lnTo>
                  <a:pt x="207430" y="272044"/>
                </a:lnTo>
                <a:lnTo>
                  <a:pt x="208560" y="277826"/>
                </a:lnTo>
                <a:lnTo>
                  <a:pt x="208671" y="285620"/>
                </a:lnTo>
                <a:lnTo>
                  <a:pt x="205817" y="291971"/>
                </a:lnTo>
                <a:lnTo>
                  <a:pt x="195474" y="301471"/>
                </a:lnTo>
                <a:lnTo>
                  <a:pt x="190590" y="303740"/>
                </a:lnTo>
                <a:lnTo>
                  <a:pt x="180248" y="304374"/>
                </a:lnTo>
                <a:lnTo>
                  <a:pt x="231296" y="304374"/>
                </a:lnTo>
                <a:lnTo>
                  <a:pt x="237152" y="277826"/>
                </a:lnTo>
                <a:lnTo>
                  <a:pt x="237190" y="276349"/>
                </a:lnTo>
                <a:lnTo>
                  <a:pt x="234192" y="263576"/>
                </a:lnTo>
                <a:lnTo>
                  <a:pt x="234137" y="263338"/>
                </a:lnTo>
                <a:lnTo>
                  <a:pt x="227270" y="249854"/>
                </a:lnTo>
                <a:lnTo>
                  <a:pt x="227162" y="249642"/>
                </a:lnTo>
                <a:lnTo>
                  <a:pt x="224844" y="246581"/>
                </a:lnTo>
                <a:close/>
              </a:path>
              <a:path w="441325" h="407034">
                <a:moveTo>
                  <a:pt x="142401" y="187644"/>
                </a:moveTo>
                <a:lnTo>
                  <a:pt x="129687" y="187644"/>
                </a:lnTo>
                <a:lnTo>
                  <a:pt x="118034" y="190069"/>
                </a:lnTo>
                <a:lnTo>
                  <a:pt x="85096" y="218899"/>
                </a:lnTo>
                <a:lnTo>
                  <a:pt x="81131" y="238137"/>
                </a:lnTo>
                <a:lnTo>
                  <a:pt x="82431" y="248151"/>
                </a:lnTo>
                <a:lnTo>
                  <a:pt x="109035" y="282662"/>
                </a:lnTo>
                <a:lnTo>
                  <a:pt x="140850" y="291971"/>
                </a:lnTo>
                <a:lnTo>
                  <a:pt x="138463" y="291971"/>
                </a:lnTo>
                <a:lnTo>
                  <a:pt x="177087" y="277826"/>
                </a:lnTo>
                <a:lnTo>
                  <a:pt x="187405" y="263031"/>
                </a:lnTo>
                <a:lnTo>
                  <a:pt x="133936" y="263031"/>
                </a:lnTo>
                <a:lnTo>
                  <a:pt x="127405" y="260268"/>
                </a:lnTo>
                <a:lnTo>
                  <a:pt x="114534" y="248446"/>
                </a:lnTo>
                <a:lnTo>
                  <a:pt x="111584" y="242746"/>
                </a:lnTo>
                <a:lnTo>
                  <a:pt x="112411" y="232753"/>
                </a:lnTo>
                <a:lnTo>
                  <a:pt x="146290" y="213682"/>
                </a:lnTo>
                <a:lnTo>
                  <a:pt x="193642" y="213682"/>
                </a:lnTo>
                <a:lnTo>
                  <a:pt x="185430" y="206836"/>
                </a:lnTo>
                <a:lnTo>
                  <a:pt x="170235" y="196956"/>
                </a:lnTo>
                <a:lnTo>
                  <a:pt x="155867" y="190554"/>
                </a:lnTo>
                <a:lnTo>
                  <a:pt x="142401" y="187644"/>
                </a:lnTo>
                <a:close/>
              </a:path>
              <a:path w="441325" h="407034">
                <a:moveTo>
                  <a:pt x="193642" y="213682"/>
                </a:moveTo>
                <a:lnTo>
                  <a:pt x="146290" y="213682"/>
                </a:lnTo>
                <a:lnTo>
                  <a:pt x="153127" y="216339"/>
                </a:lnTo>
                <a:lnTo>
                  <a:pt x="164945" y="227194"/>
                </a:lnTo>
                <a:lnTo>
                  <a:pt x="167473" y="232753"/>
                </a:lnTo>
                <a:lnTo>
                  <a:pt x="166246" y="244576"/>
                </a:lnTo>
                <a:lnTo>
                  <a:pt x="163525" y="249642"/>
                </a:lnTo>
                <a:lnTo>
                  <a:pt x="163412" y="249854"/>
                </a:lnTo>
                <a:lnTo>
                  <a:pt x="152993" y="259424"/>
                </a:lnTo>
                <a:lnTo>
                  <a:pt x="147036" y="262116"/>
                </a:lnTo>
                <a:lnTo>
                  <a:pt x="133936" y="263031"/>
                </a:lnTo>
                <a:lnTo>
                  <a:pt x="187405" y="263031"/>
                </a:lnTo>
                <a:lnTo>
                  <a:pt x="189456" y="255422"/>
                </a:lnTo>
                <a:lnTo>
                  <a:pt x="189628" y="249854"/>
                </a:lnTo>
                <a:lnTo>
                  <a:pt x="189729" y="246581"/>
                </a:lnTo>
                <a:lnTo>
                  <a:pt x="224844" y="246581"/>
                </a:lnTo>
                <a:lnTo>
                  <a:pt x="216267" y="235260"/>
                </a:lnTo>
                <a:lnTo>
                  <a:pt x="201449" y="220192"/>
                </a:lnTo>
                <a:lnTo>
                  <a:pt x="193642" y="213682"/>
                </a:lnTo>
                <a:close/>
              </a:path>
              <a:path w="441325" h="407034">
                <a:moveTo>
                  <a:pt x="266790" y="115690"/>
                </a:moveTo>
                <a:lnTo>
                  <a:pt x="235925" y="115690"/>
                </a:lnTo>
                <a:lnTo>
                  <a:pt x="239128" y="133265"/>
                </a:lnTo>
                <a:lnTo>
                  <a:pt x="258279" y="185464"/>
                </a:lnTo>
                <a:lnTo>
                  <a:pt x="289192" y="231627"/>
                </a:lnTo>
                <a:lnTo>
                  <a:pt x="301543" y="244576"/>
                </a:lnTo>
                <a:lnTo>
                  <a:pt x="323607" y="224309"/>
                </a:lnTo>
                <a:lnTo>
                  <a:pt x="315649" y="216339"/>
                </a:lnTo>
                <a:lnTo>
                  <a:pt x="307863" y="207208"/>
                </a:lnTo>
                <a:lnTo>
                  <a:pt x="285925" y="173262"/>
                </a:lnTo>
                <a:lnTo>
                  <a:pt x="270917" y="134639"/>
                </a:lnTo>
                <a:lnTo>
                  <a:pt x="267840" y="121764"/>
                </a:lnTo>
                <a:lnTo>
                  <a:pt x="266790" y="115690"/>
                </a:lnTo>
                <a:close/>
              </a:path>
              <a:path w="441325" h="407034">
                <a:moveTo>
                  <a:pt x="242792" y="69008"/>
                </a:moveTo>
                <a:lnTo>
                  <a:pt x="242619" y="69008"/>
                </a:lnTo>
                <a:lnTo>
                  <a:pt x="161804" y="143241"/>
                </a:lnTo>
                <a:lnTo>
                  <a:pt x="183868" y="163508"/>
                </a:lnTo>
                <a:lnTo>
                  <a:pt x="235925" y="115690"/>
                </a:lnTo>
                <a:lnTo>
                  <a:pt x="266790" y="115690"/>
                </a:lnTo>
                <a:lnTo>
                  <a:pt x="265789" y="109898"/>
                </a:lnTo>
                <a:lnTo>
                  <a:pt x="264766" y="99042"/>
                </a:lnTo>
                <a:lnTo>
                  <a:pt x="264769" y="89195"/>
                </a:lnTo>
                <a:lnTo>
                  <a:pt x="242792" y="69008"/>
                </a:lnTo>
                <a:close/>
              </a:path>
              <a:path w="441325" h="407034">
                <a:moveTo>
                  <a:pt x="335213" y="0"/>
                </a:moveTo>
                <a:lnTo>
                  <a:pt x="294214" y="23324"/>
                </a:lnTo>
                <a:lnTo>
                  <a:pt x="285203" y="46036"/>
                </a:lnTo>
                <a:lnTo>
                  <a:pt x="285086" y="51092"/>
                </a:lnTo>
                <a:lnTo>
                  <a:pt x="284983" y="55523"/>
                </a:lnTo>
                <a:lnTo>
                  <a:pt x="284938" y="57476"/>
                </a:lnTo>
                <a:lnTo>
                  <a:pt x="287964" y="70222"/>
                </a:lnTo>
                <a:lnTo>
                  <a:pt x="288023" y="70469"/>
                </a:lnTo>
                <a:lnTo>
                  <a:pt x="320850" y="113685"/>
                </a:lnTo>
                <a:lnTo>
                  <a:pt x="351977" y="136841"/>
                </a:lnTo>
                <a:lnTo>
                  <a:pt x="379859" y="146144"/>
                </a:lnTo>
                <a:lnTo>
                  <a:pt x="392441" y="146144"/>
                </a:lnTo>
                <a:lnTo>
                  <a:pt x="431860" y="123581"/>
                </a:lnTo>
                <a:lnTo>
                  <a:pt x="433984" y="120070"/>
                </a:lnTo>
                <a:lnTo>
                  <a:pt x="375914" y="120070"/>
                </a:lnTo>
                <a:lnTo>
                  <a:pt x="369115" y="117485"/>
                </a:lnTo>
                <a:lnTo>
                  <a:pt x="357240" y="106578"/>
                </a:lnTo>
                <a:lnTo>
                  <a:pt x="354712" y="101018"/>
                </a:lnTo>
                <a:lnTo>
                  <a:pt x="355937" y="89195"/>
                </a:lnTo>
                <a:lnTo>
                  <a:pt x="357078" y="87085"/>
                </a:lnTo>
                <a:lnTo>
                  <a:pt x="332571" y="87085"/>
                </a:lnTo>
                <a:lnTo>
                  <a:pt x="313609" y="48064"/>
                </a:lnTo>
                <a:lnTo>
                  <a:pt x="316520" y="41659"/>
                </a:lnTo>
                <a:lnTo>
                  <a:pt x="326787" y="32230"/>
                </a:lnTo>
                <a:lnTo>
                  <a:pt x="331575" y="30013"/>
                </a:lnTo>
                <a:lnTo>
                  <a:pt x="341840" y="29309"/>
                </a:lnTo>
                <a:lnTo>
                  <a:pt x="358026" y="29309"/>
                </a:lnTo>
                <a:lnTo>
                  <a:pt x="372447" y="12456"/>
                </a:lnTo>
                <a:lnTo>
                  <a:pt x="362924" y="6808"/>
                </a:lnTo>
                <a:lnTo>
                  <a:pt x="353543" y="2850"/>
                </a:lnTo>
                <a:lnTo>
                  <a:pt x="344306" y="580"/>
                </a:lnTo>
                <a:lnTo>
                  <a:pt x="335213" y="0"/>
                </a:lnTo>
                <a:close/>
              </a:path>
              <a:path w="441325" h="407034">
                <a:moveTo>
                  <a:pt x="432828" y="70741"/>
                </a:moveTo>
                <a:lnTo>
                  <a:pt x="388249" y="70741"/>
                </a:lnTo>
                <a:lnTo>
                  <a:pt x="394779" y="73503"/>
                </a:lnTo>
                <a:lnTo>
                  <a:pt x="407650" y="85324"/>
                </a:lnTo>
                <a:lnTo>
                  <a:pt x="410580" y="91043"/>
                </a:lnTo>
                <a:lnTo>
                  <a:pt x="409693" y="101018"/>
                </a:lnTo>
                <a:lnTo>
                  <a:pt x="409585" y="102232"/>
                </a:lnTo>
                <a:lnTo>
                  <a:pt x="406885" y="107281"/>
                </a:lnTo>
                <a:lnTo>
                  <a:pt x="396925" y="116429"/>
                </a:lnTo>
                <a:lnTo>
                  <a:pt x="390700" y="119015"/>
                </a:lnTo>
                <a:lnTo>
                  <a:pt x="375914" y="120070"/>
                </a:lnTo>
                <a:lnTo>
                  <a:pt x="433984" y="120070"/>
                </a:lnTo>
                <a:lnTo>
                  <a:pt x="437146" y="114846"/>
                </a:lnTo>
                <a:lnTo>
                  <a:pt x="440249" y="105530"/>
                </a:lnTo>
                <a:lnTo>
                  <a:pt x="441168" y="95634"/>
                </a:lnTo>
                <a:lnTo>
                  <a:pt x="439854" y="85653"/>
                </a:lnTo>
                <a:lnTo>
                  <a:pt x="436255" y="76080"/>
                </a:lnTo>
                <a:lnTo>
                  <a:pt x="432828" y="70741"/>
                </a:lnTo>
                <a:close/>
              </a:path>
              <a:path w="441325" h="407034">
                <a:moveTo>
                  <a:pt x="382502" y="41959"/>
                </a:moveTo>
                <a:lnTo>
                  <a:pt x="344867" y="56156"/>
                </a:lnTo>
                <a:lnTo>
                  <a:pt x="332571" y="87085"/>
                </a:lnTo>
                <a:lnTo>
                  <a:pt x="357078" y="87085"/>
                </a:lnTo>
                <a:lnTo>
                  <a:pt x="358810" y="83882"/>
                </a:lnTo>
                <a:lnTo>
                  <a:pt x="369229" y="74312"/>
                </a:lnTo>
                <a:lnTo>
                  <a:pt x="375147" y="71655"/>
                </a:lnTo>
                <a:lnTo>
                  <a:pt x="388249" y="70741"/>
                </a:lnTo>
                <a:lnTo>
                  <a:pt x="432828" y="70741"/>
                </a:lnTo>
                <a:lnTo>
                  <a:pt x="430373" y="66917"/>
                </a:lnTo>
                <a:lnTo>
                  <a:pt x="422207" y="58162"/>
                </a:lnTo>
                <a:lnTo>
                  <a:pt x="413132" y="51092"/>
                </a:lnTo>
                <a:lnTo>
                  <a:pt x="403489" y="46036"/>
                </a:lnTo>
                <a:lnTo>
                  <a:pt x="393279" y="42991"/>
                </a:lnTo>
                <a:lnTo>
                  <a:pt x="382502" y="41959"/>
                </a:lnTo>
                <a:close/>
              </a:path>
              <a:path w="441325" h="407034">
                <a:moveTo>
                  <a:pt x="358026" y="29309"/>
                </a:moveTo>
                <a:lnTo>
                  <a:pt x="341840" y="29309"/>
                </a:lnTo>
                <a:lnTo>
                  <a:pt x="347280" y="31139"/>
                </a:lnTo>
                <a:lnTo>
                  <a:pt x="353026" y="35151"/>
                </a:lnTo>
                <a:lnTo>
                  <a:pt x="358026" y="2930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2374107" y="6143624"/>
            <a:ext cx="443230" cy="406400"/>
          </a:xfrm>
          <a:custGeom>
            <a:avLst/>
            <a:gdLst/>
            <a:ahLst/>
            <a:cxnLst/>
            <a:rect l="l" t="t" r="r" b="b"/>
            <a:pathLst>
              <a:path w="443230" h="406400">
                <a:moveTo>
                  <a:pt x="77022" y="322580"/>
                </a:moveTo>
                <a:lnTo>
                  <a:pt x="32980" y="322580"/>
                </a:lnTo>
                <a:lnTo>
                  <a:pt x="125030" y="406400"/>
                </a:lnTo>
                <a:lnTo>
                  <a:pt x="147093" y="387350"/>
                </a:lnTo>
                <a:lnTo>
                  <a:pt x="77022" y="322580"/>
                </a:lnTo>
                <a:close/>
              </a:path>
              <a:path w="443230" h="406400">
                <a:moveTo>
                  <a:pt x="22064" y="271780"/>
                </a:moveTo>
                <a:lnTo>
                  <a:pt x="3792" y="288290"/>
                </a:lnTo>
                <a:lnTo>
                  <a:pt x="6614" y="295909"/>
                </a:lnTo>
                <a:lnTo>
                  <a:pt x="8302" y="302259"/>
                </a:lnTo>
                <a:lnTo>
                  <a:pt x="2758" y="340359"/>
                </a:lnTo>
                <a:lnTo>
                  <a:pt x="0" y="346709"/>
                </a:lnTo>
                <a:lnTo>
                  <a:pt x="22064" y="367030"/>
                </a:lnTo>
                <a:lnTo>
                  <a:pt x="26840" y="355600"/>
                </a:lnTo>
                <a:lnTo>
                  <a:pt x="30251" y="345440"/>
                </a:lnTo>
                <a:lnTo>
                  <a:pt x="32298" y="334009"/>
                </a:lnTo>
                <a:lnTo>
                  <a:pt x="32980" y="322580"/>
                </a:lnTo>
                <a:lnTo>
                  <a:pt x="77022" y="322580"/>
                </a:lnTo>
                <a:lnTo>
                  <a:pt x="22064" y="271780"/>
                </a:lnTo>
                <a:close/>
              </a:path>
              <a:path w="443230" h="406400">
                <a:moveTo>
                  <a:pt x="169157" y="298450"/>
                </a:moveTo>
                <a:lnTo>
                  <a:pt x="149738" y="321309"/>
                </a:lnTo>
                <a:lnTo>
                  <a:pt x="159383" y="327659"/>
                </a:lnTo>
                <a:lnTo>
                  <a:pt x="168784" y="331469"/>
                </a:lnTo>
                <a:lnTo>
                  <a:pt x="177942" y="334009"/>
                </a:lnTo>
                <a:lnTo>
                  <a:pt x="195460" y="334009"/>
                </a:lnTo>
                <a:lnTo>
                  <a:pt x="227795" y="311150"/>
                </a:lnTo>
                <a:lnTo>
                  <a:pt x="231098" y="304800"/>
                </a:lnTo>
                <a:lnTo>
                  <a:pt x="180247" y="304800"/>
                </a:lnTo>
                <a:lnTo>
                  <a:pt x="174828" y="302259"/>
                </a:lnTo>
                <a:lnTo>
                  <a:pt x="169157" y="298450"/>
                </a:lnTo>
                <a:close/>
              </a:path>
              <a:path w="443230" h="406400">
                <a:moveTo>
                  <a:pt x="224438" y="246380"/>
                </a:moveTo>
                <a:lnTo>
                  <a:pt x="189729" y="246380"/>
                </a:lnTo>
                <a:lnTo>
                  <a:pt x="197977" y="256540"/>
                </a:lnTo>
                <a:lnTo>
                  <a:pt x="203878" y="265430"/>
                </a:lnTo>
                <a:lnTo>
                  <a:pt x="207430" y="271780"/>
                </a:lnTo>
                <a:lnTo>
                  <a:pt x="208633" y="278130"/>
                </a:lnTo>
                <a:lnTo>
                  <a:pt x="208671" y="285750"/>
                </a:lnTo>
                <a:lnTo>
                  <a:pt x="205817" y="292100"/>
                </a:lnTo>
                <a:lnTo>
                  <a:pt x="195474" y="302259"/>
                </a:lnTo>
                <a:lnTo>
                  <a:pt x="190590" y="303530"/>
                </a:lnTo>
                <a:lnTo>
                  <a:pt x="180247" y="304800"/>
                </a:lnTo>
                <a:lnTo>
                  <a:pt x="231098" y="304800"/>
                </a:lnTo>
                <a:lnTo>
                  <a:pt x="233741" y="299719"/>
                </a:lnTo>
                <a:lnTo>
                  <a:pt x="236873" y="288290"/>
                </a:lnTo>
                <a:lnTo>
                  <a:pt x="237155" y="278130"/>
                </a:lnTo>
                <a:lnTo>
                  <a:pt x="237190" y="276859"/>
                </a:lnTo>
                <a:lnTo>
                  <a:pt x="234137" y="264159"/>
                </a:lnTo>
                <a:lnTo>
                  <a:pt x="227162" y="250190"/>
                </a:lnTo>
                <a:lnTo>
                  <a:pt x="224438" y="246380"/>
                </a:lnTo>
                <a:close/>
              </a:path>
              <a:path w="443230" h="406400">
                <a:moveTo>
                  <a:pt x="142326" y="187959"/>
                </a:moveTo>
                <a:lnTo>
                  <a:pt x="129688" y="187959"/>
                </a:lnTo>
                <a:lnTo>
                  <a:pt x="118035" y="190500"/>
                </a:lnTo>
                <a:lnTo>
                  <a:pt x="85096" y="219709"/>
                </a:lnTo>
                <a:lnTo>
                  <a:pt x="81696" y="232409"/>
                </a:lnTo>
                <a:lnTo>
                  <a:pt x="81583" y="233680"/>
                </a:lnTo>
                <a:lnTo>
                  <a:pt x="81470" y="234950"/>
                </a:lnTo>
                <a:lnTo>
                  <a:pt x="81357" y="236219"/>
                </a:lnTo>
                <a:lnTo>
                  <a:pt x="81244" y="237490"/>
                </a:lnTo>
                <a:lnTo>
                  <a:pt x="99863" y="275590"/>
                </a:lnTo>
                <a:lnTo>
                  <a:pt x="139739" y="292100"/>
                </a:lnTo>
                <a:lnTo>
                  <a:pt x="150348" y="290830"/>
                </a:lnTo>
                <a:lnTo>
                  <a:pt x="187258" y="264159"/>
                </a:lnTo>
                <a:lnTo>
                  <a:pt x="187572" y="262890"/>
                </a:lnTo>
                <a:lnTo>
                  <a:pt x="133935" y="262890"/>
                </a:lnTo>
                <a:lnTo>
                  <a:pt x="127405" y="260350"/>
                </a:lnTo>
                <a:lnTo>
                  <a:pt x="114534" y="248919"/>
                </a:lnTo>
                <a:lnTo>
                  <a:pt x="111584" y="242569"/>
                </a:lnTo>
                <a:lnTo>
                  <a:pt x="111929" y="238759"/>
                </a:lnTo>
                <a:lnTo>
                  <a:pt x="112044" y="237490"/>
                </a:lnTo>
                <a:lnTo>
                  <a:pt x="112159" y="236219"/>
                </a:lnTo>
                <a:lnTo>
                  <a:pt x="112274" y="234950"/>
                </a:lnTo>
                <a:lnTo>
                  <a:pt x="112389" y="233680"/>
                </a:lnTo>
                <a:lnTo>
                  <a:pt x="112504" y="232409"/>
                </a:lnTo>
                <a:lnTo>
                  <a:pt x="115185" y="227330"/>
                </a:lnTo>
                <a:lnTo>
                  <a:pt x="125298" y="217169"/>
                </a:lnTo>
                <a:lnTo>
                  <a:pt x="131580" y="214630"/>
                </a:lnTo>
                <a:lnTo>
                  <a:pt x="194168" y="214630"/>
                </a:lnTo>
                <a:lnTo>
                  <a:pt x="185430" y="207009"/>
                </a:lnTo>
                <a:lnTo>
                  <a:pt x="170236" y="196850"/>
                </a:lnTo>
                <a:lnTo>
                  <a:pt x="155867" y="190500"/>
                </a:lnTo>
                <a:lnTo>
                  <a:pt x="142326" y="187959"/>
                </a:lnTo>
                <a:close/>
              </a:path>
              <a:path w="443230" h="406400">
                <a:moveTo>
                  <a:pt x="194168" y="214630"/>
                </a:moveTo>
                <a:lnTo>
                  <a:pt x="146290" y="214630"/>
                </a:lnTo>
                <a:lnTo>
                  <a:pt x="153069" y="217169"/>
                </a:lnTo>
                <a:lnTo>
                  <a:pt x="159275" y="222250"/>
                </a:lnTo>
                <a:lnTo>
                  <a:pt x="164945" y="227330"/>
                </a:lnTo>
                <a:lnTo>
                  <a:pt x="167473" y="233680"/>
                </a:lnTo>
                <a:lnTo>
                  <a:pt x="166246" y="245109"/>
                </a:lnTo>
                <a:lnTo>
                  <a:pt x="163412" y="250190"/>
                </a:lnTo>
                <a:lnTo>
                  <a:pt x="152993" y="260350"/>
                </a:lnTo>
                <a:lnTo>
                  <a:pt x="147036" y="262890"/>
                </a:lnTo>
                <a:lnTo>
                  <a:pt x="187572" y="262890"/>
                </a:lnTo>
                <a:lnTo>
                  <a:pt x="189456" y="255269"/>
                </a:lnTo>
                <a:lnTo>
                  <a:pt x="189612" y="250190"/>
                </a:lnTo>
                <a:lnTo>
                  <a:pt x="189729" y="246380"/>
                </a:lnTo>
                <a:lnTo>
                  <a:pt x="224438" y="246380"/>
                </a:lnTo>
                <a:lnTo>
                  <a:pt x="216266" y="234950"/>
                </a:lnTo>
                <a:lnTo>
                  <a:pt x="201449" y="220980"/>
                </a:lnTo>
                <a:lnTo>
                  <a:pt x="194168" y="214630"/>
                </a:lnTo>
                <a:close/>
              </a:path>
              <a:path w="443230" h="406400">
                <a:moveTo>
                  <a:pt x="267711" y="182880"/>
                </a:moveTo>
                <a:lnTo>
                  <a:pt x="242704" y="182880"/>
                </a:lnTo>
                <a:lnTo>
                  <a:pt x="238875" y="191769"/>
                </a:lnTo>
                <a:lnTo>
                  <a:pt x="237994" y="199390"/>
                </a:lnTo>
                <a:lnTo>
                  <a:pt x="242130" y="214630"/>
                </a:lnTo>
                <a:lnTo>
                  <a:pt x="280887" y="238759"/>
                </a:lnTo>
                <a:lnTo>
                  <a:pt x="291890" y="238759"/>
                </a:lnTo>
                <a:lnTo>
                  <a:pt x="327974" y="220980"/>
                </a:lnTo>
                <a:lnTo>
                  <a:pt x="337598" y="209550"/>
                </a:lnTo>
                <a:lnTo>
                  <a:pt x="281816" y="209550"/>
                </a:lnTo>
                <a:lnTo>
                  <a:pt x="276260" y="208280"/>
                </a:lnTo>
                <a:lnTo>
                  <a:pt x="271434" y="203200"/>
                </a:lnTo>
                <a:lnTo>
                  <a:pt x="267987" y="200659"/>
                </a:lnTo>
                <a:lnTo>
                  <a:pt x="266301" y="196850"/>
                </a:lnTo>
                <a:lnTo>
                  <a:pt x="266416" y="187959"/>
                </a:lnTo>
                <a:lnTo>
                  <a:pt x="266454" y="185419"/>
                </a:lnTo>
                <a:lnTo>
                  <a:pt x="267711" y="182880"/>
                </a:lnTo>
                <a:close/>
              </a:path>
              <a:path w="443230" h="406400">
                <a:moveTo>
                  <a:pt x="342540" y="165100"/>
                </a:moveTo>
                <a:lnTo>
                  <a:pt x="298957" y="165100"/>
                </a:lnTo>
                <a:lnTo>
                  <a:pt x="304148" y="166369"/>
                </a:lnTo>
                <a:lnTo>
                  <a:pt x="313342" y="175259"/>
                </a:lnTo>
                <a:lnTo>
                  <a:pt x="315390" y="179069"/>
                </a:lnTo>
                <a:lnTo>
                  <a:pt x="313781" y="190500"/>
                </a:lnTo>
                <a:lnTo>
                  <a:pt x="310775" y="195580"/>
                </a:lnTo>
                <a:lnTo>
                  <a:pt x="300203" y="205740"/>
                </a:lnTo>
                <a:lnTo>
                  <a:pt x="294379" y="208280"/>
                </a:lnTo>
                <a:lnTo>
                  <a:pt x="281816" y="209550"/>
                </a:lnTo>
                <a:lnTo>
                  <a:pt x="337598" y="209550"/>
                </a:lnTo>
                <a:lnTo>
                  <a:pt x="341764" y="203200"/>
                </a:lnTo>
                <a:lnTo>
                  <a:pt x="345470" y="194309"/>
                </a:lnTo>
                <a:lnTo>
                  <a:pt x="347050" y="185419"/>
                </a:lnTo>
                <a:lnTo>
                  <a:pt x="346518" y="175259"/>
                </a:lnTo>
                <a:lnTo>
                  <a:pt x="343890" y="167640"/>
                </a:lnTo>
                <a:lnTo>
                  <a:pt x="342540" y="165100"/>
                </a:lnTo>
                <a:close/>
              </a:path>
              <a:path w="443230" h="406400">
                <a:moveTo>
                  <a:pt x="241786" y="87630"/>
                </a:moveTo>
                <a:lnTo>
                  <a:pt x="202255" y="106680"/>
                </a:lnTo>
                <a:lnTo>
                  <a:pt x="182029" y="142240"/>
                </a:lnTo>
                <a:lnTo>
                  <a:pt x="182392" y="148590"/>
                </a:lnTo>
                <a:lnTo>
                  <a:pt x="182465" y="149859"/>
                </a:lnTo>
                <a:lnTo>
                  <a:pt x="182537" y="151130"/>
                </a:lnTo>
                <a:lnTo>
                  <a:pt x="182610" y="152400"/>
                </a:lnTo>
                <a:lnTo>
                  <a:pt x="185159" y="160019"/>
                </a:lnTo>
                <a:lnTo>
                  <a:pt x="216675" y="185419"/>
                </a:lnTo>
                <a:lnTo>
                  <a:pt x="222764" y="186690"/>
                </a:lnTo>
                <a:lnTo>
                  <a:pt x="229131" y="186690"/>
                </a:lnTo>
                <a:lnTo>
                  <a:pt x="235778" y="185419"/>
                </a:lnTo>
                <a:lnTo>
                  <a:pt x="242704" y="182880"/>
                </a:lnTo>
                <a:lnTo>
                  <a:pt x="267711" y="182880"/>
                </a:lnTo>
                <a:lnTo>
                  <a:pt x="269595" y="179069"/>
                </a:lnTo>
                <a:lnTo>
                  <a:pt x="281089" y="168909"/>
                </a:lnTo>
                <a:lnTo>
                  <a:pt x="286776" y="166369"/>
                </a:lnTo>
                <a:lnTo>
                  <a:pt x="298957" y="165100"/>
                </a:lnTo>
                <a:lnTo>
                  <a:pt x="342540" y="165100"/>
                </a:lnTo>
                <a:lnTo>
                  <a:pt x="341189" y="162559"/>
                </a:lnTo>
                <a:lnTo>
                  <a:pt x="230505" y="162559"/>
                </a:lnTo>
                <a:lnTo>
                  <a:pt x="225200" y="161290"/>
                </a:lnTo>
                <a:lnTo>
                  <a:pt x="220526" y="157480"/>
                </a:lnTo>
                <a:lnTo>
                  <a:pt x="216160" y="152400"/>
                </a:lnTo>
                <a:lnTo>
                  <a:pt x="214321" y="148590"/>
                </a:lnTo>
                <a:lnTo>
                  <a:pt x="215699" y="137159"/>
                </a:lnTo>
                <a:lnTo>
                  <a:pt x="218879" y="132080"/>
                </a:lnTo>
                <a:lnTo>
                  <a:pt x="229988" y="121919"/>
                </a:lnTo>
                <a:lnTo>
                  <a:pt x="235696" y="118109"/>
                </a:lnTo>
                <a:lnTo>
                  <a:pt x="247647" y="116840"/>
                </a:lnTo>
                <a:lnTo>
                  <a:pt x="287714" y="116840"/>
                </a:lnTo>
                <a:lnTo>
                  <a:pt x="286986" y="113030"/>
                </a:lnTo>
                <a:lnTo>
                  <a:pt x="283194" y="106680"/>
                </a:lnTo>
                <a:lnTo>
                  <a:pt x="277065" y="100330"/>
                </a:lnTo>
                <a:lnTo>
                  <a:pt x="269258" y="95250"/>
                </a:lnTo>
                <a:lnTo>
                  <a:pt x="260776" y="90169"/>
                </a:lnTo>
                <a:lnTo>
                  <a:pt x="241786" y="87630"/>
                </a:lnTo>
                <a:close/>
              </a:path>
              <a:path w="443230" h="406400">
                <a:moveTo>
                  <a:pt x="287714" y="116840"/>
                </a:moveTo>
                <a:lnTo>
                  <a:pt x="247647" y="116840"/>
                </a:lnTo>
                <a:lnTo>
                  <a:pt x="252817" y="119380"/>
                </a:lnTo>
                <a:lnTo>
                  <a:pt x="261858" y="127000"/>
                </a:lnTo>
                <a:lnTo>
                  <a:pt x="263831" y="132080"/>
                </a:lnTo>
                <a:lnTo>
                  <a:pt x="262375" y="143509"/>
                </a:lnTo>
                <a:lnTo>
                  <a:pt x="259215" y="148590"/>
                </a:lnTo>
                <a:lnTo>
                  <a:pt x="248107" y="158750"/>
                </a:lnTo>
                <a:lnTo>
                  <a:pt x="242379" y="161290"/>
                </a:lnTo>
                <a:lnTo>
                  <a:pt x="230505" y="162559"/>
                </a:lnTo>
                <a:lnTo>
                  <a:pt x="341189" y="162559"/>
                </a:lnTo>
                <a:lnTo>
                  <a:pt x="339164" y="158750"/>
                </a:lnTo>
                <a:lnTo>
                  <a:pt x="332342" y="151130"/>
                </a:lnTo>
                <a:lnTo>
                  <a:pt x="326059" y="146050"/>
                </a:lnTo>
                <a:lnTo>
                  <a:pt x="321258" y="143509"/>
                </a:lnTo>
                <a:lnTo>
                  <a:pt x="285339" y="143509"/>
                </a:lnTo>
                <a:lnTo>
                  <a:pt x="288864" y="135890"/>
                </a:lnTo>
                <a:lnTo>
                  <a:pt x="289897" y="128269"/>
                </a:lnTo>
                <a:lnTo>
                  <a:pt x="287714" y="116840"/>
                </a:lnTo>
                <a:close/>
              </a:path>
              <a:path w="443230" h="406400">
                <a:moveTo>
                  <a:pt x="363322" y="95250"/>
                </a:moveTo>
                <a:lnTo>
                  <a:pt x="338317" y="95250"/>
                </a:lnTo>
                <a:lnTo>
                  <a:pt x="334486" y="104140"/>
                </a:lnTo>
                <a:lnTo>
                  <a:pt x="333606" y="111759"/>
                </a:lnTo>
                <a:lnTo>
                  <a:pt x="337742" y="127000"/>
                </a:lnTo>
                <a:lnTo>
                  <a:pt x="341840" y="133350"/>
                </a:lnTo>
                <a:lnTo>
                  <a:pt x="347969" y="138430"/>
                </a:lnTo>
                <a:lnTo>
                  <a:pt x="356732" y="146050"/>
                </a:lnTo>
                <a:lnTo>
                  <a:pt x="366241" y="149859"/>
                </a:lnTo>
                <a:lnTo>
                  <a:pt x="376498" y="151130"/>
                </a:lnTo>
                <a:lnTo>
                  <a:pt x="387502" y="151130"/>
                </a:lnTo>
                <a:lnTo>
                  <a:pt x="423585" y="133350"/>
                </a:lnTo>
                <a:lnTo>
                  <a:pt x="433210" y="121919"/>
                </a:lnTo>
                <a:lnTo>
                  <a:pt x="377427" y="121919"/>
                </a:lnTo>
                <a:lnTo>
                  <a:pt x="371872" y="120650"/>
                </a:lnTo>
                <a:lnTo>
                  <a:pt x="367046" y="115569"/>
                </a:lnTo>
                <a:lnTo>
                  <a:pt x="363598" y="113030"/>
                </a:lnTo>
                <a:lnTo>
                  <a:pt x="361914" y="107950"/>
                </a:lnTo>
                <a:lnTo>
                  <a:pt x="362028" y="100330"/>
                </a:lnTo>
                <a:lnTo>
                  <a:pt x="362065" y="97790"/>
                </a:lnTo>
                <a:lnTo>
                  <a:pt x="363322" y="95250"/>
                </a:lnTo>
                <a:close/>
              </a:path>
              <a:path w="443230" h="406400">
                <a:moveTo>
                  <a:pt x="304582" y="139700"/>
                </a:moveTo>
                <a:lnTo>
                  <a:pt x="298297" y="140969"/>
                </a:lnTo>
                <a:lnTo>
                  <a:pt x="291883" y="140969"/>
                </a:lnTo>
                <a:lnTo>
                  <a:pt x="285339" y="143509"/>
                </a:lnTo>
                <a:lnTo>
                  <a:pt x="321258" y="143509"/>
                </a:lnTo>
                <a:lnTo>
                  <a:pt x="318857" y="142240"/>
                </a:lnTo>
                <a:lnTo>
                  <a:pt x="310737" y="140969"/>
                </a:lnTo>
                <a:lnTo>
                  <a:pt x="304582" y="139700"/>
                </a:lnTo>
                <a:close/>
              </a:path>
              <a:path w="443230" h="406400">
                <a:moveTo>
                  <a:pt x="437927" y="76200"/>
                </a:moveTo>
                <a:lnTo>
                  <a:pt x="394569" y="76200"/>
                </a:lnTo>
                <a:lnTo>
                  <a:pt x="399760" y="78740"/>
                </a:lnTo>
                <a:lnTo>
                  <a:pt x="408953" y="86359"/>
                </a:lnTo>
                <a:lnTo>
                  <a:pt x="411002" y="91440"/>
                </a:lnTo>
                <a:lnTo>
                  <a:pt x="409393" y="102869"/>
                </a:lnTo>
                <a:lnTo>
                  <a:pt x="406387" y="107950"/>
                </a:lnTo>
                <a:lnTo>
                  <a:pt x="395814" y="118109"/>
                </a:lnTo>
                <a:lnTo>
                  <a:pt x="389991" y="120650"/>
                </a:lnTo>
                <a:lnTo>
                  <a:pt x="377427" y="121919"/>
                </a:lnTo>
                <a:lnTo>
                  <a:pt x="433210" y="121919"/>
                </a:lnTo>
                <a:lnTo>
                  <a:pt x="437375" y="115569"/>
                </a:lnTo>
                <a:lnTo>
                  <a:pt x="441082" y="106680"/>
                </a:lnTo>
                <a:lnTo>
                  <a:pt x="442662" y="97790"/>
                </a:lnTo>
                <a:lnTo>
                  <a:pt x="442396" y="92709"/>
                </a:lnTo>
                <a:lnTo>
                  <a:pt x="442330" y="91440"/>
                </a:lnTo>
                <a:lnTo>
                  <a:pt x="442263" y="90169"/>
                </a:lnTo>
                <a:lnTo>
                  <a:pt x="442197" y="88900"/>
                </a:lnTo>
                <a:lnTo>
                  <a:pt x="442131" y="87630"/>
                </a:lnTo>
                <a:lnTo>
                  <a:pt x="439502" y="78740"/>
                </a:lnTo>
                <a:lnTo>
                  <a:pt x="437927" y="76200"/>
                </a:lnTo>
                <a:close/>
              </a:path>
              <a:path w="443230" h="406400">
                <a:moveTo>
                  <a:pt x="347230" y="0"/>
                </a:moveTo>
                <a:lnTo>
                  <a:pt x="337398" y="0"/>
                </a:lnTo>
                <a:lnTo>
                  <a:pt x="327299" y="1269"/>
                </a:lnTo>
                <a:lnTo>
                  <a:pt x="289318" y="27940"/>
                </a:lnTo>
                <a:lnTo>
                  <a:pt x="277641" y="54609"/>
                </a:lnTo>
                <a:lnTo>
                  <a:pt x="278223" y="63500"/>
                </a:lnTo>
                <a:lnTo>
                  <a:pt x="304359" y="96519"/>
                </a:lnTo>
                <a:lnTo>
                  <a:pt x="312287" y="97790"/>
                </a:lnTo>
                <a:lnTo>
                  <a:pt x="318375" y="99059"/>
                </a:lnTo>
                <a:lnTo>
                  <a:pt x="324742" y="97790"/>
                </a:lnTo>
                <a:lnTo>
                  <a:pt x="331390" y="97790"/>
                </a:lnTo>
                <a:lnTo>
                  <a:pt x="338317" y="95250"/>
                </a:lnTo>
                <a:lnTo>
                  <a:pt x="363322" y="95250"/>
                </a:lnTo>
                <a:lnTo>
                  <a:pt x="365207" y="91440"/>
                </a:lnTo>
                <a:lnTo>
                  <a:pt x="376699" y="81280"/>
                </a:lnTo>
                <a:lnTo>
                  <a:pt x="382388" y="78740"/>
                </a:lnTo>
                <a:lnTo>
                  <a:pt x="394569" y="76200"/>
                </a:lnTo>
                <a:lnTo>
                  <a:pt x="437927" y="76200"/>
                </a:lnTo>
                <a:lnTo>
                  <a:pt x="437139" y="74930"/>
                </a:lnTo>
                <a:lnTo>
                  <a:pt x="326115" y="74930"/>
                </a:lnTo>
                <a:lnTo>
                  <a:pt x="320812" y="73659"/>
                </a:lnTo>
                <a:lnTo>
                  <a:pt x="316138" y="68580"/>
                </a:lnTo>
                <a:lnTo>
                  <a:pt x="311771" y="64769"/>
                </a:lnTo>
                <a:lnTo>
                  <a:pt x="309932" y="60959"/>
                </a:lnTo>
                <a:lnTo>
                  <a:pt x="311312" y="49530"/>
                </a:lnTo>
                <a:lnTo>
                  <a:pt x="314491" y="44450"/>
                </a:lnTo>
                <a:lnTo>
                  <a:pt x="325598" y="33019"/>
                </a:lnTo>
                <a:lnTo>
                  <a:pt x="331307" y="30480"/>
                </a:lnTo>
                <a:lnTo>
                  <a:pt x="343258" y="29209"/>
                </a:lnTo>
                <a:lnTo>
                  <a:pt x="383325" y="29209"/>
                </a:lnTo>
                <a:lnTo>
                  <a:pt x="382597" y="25400"/>
                </a:lnTo>
                <a:lnTo>
                  <a:pt x="378806" y="19050"/>
                </a:lnTo>
                <a:lnTo>
                  <a:pt x="372677" y="12700"/>
                </a:lnTo>
                <a:lnTo>
                  <a:pt x="364870" y="7619"/>
                </a:lnTo>
                <a:lnTo>
                  <a:pt x="356387" y="2540"/>
                </a:lnTo>
                <a:lnTo>
                  <a:pt x="347230" y="0"/>
                </a:lnTo>
                <a:close/>
              </a:path>
              <a:path w="443230" h="406400">
                <a:moveTo>
                  <a:pt x="383325" y="29209"/>
                </a:moveTo>
                <a:lnTo>
                  <a:pt x="343258" y="29209"/>
                </a:lnTo>
                <a:lnTo>
                  <a:pt x="348429" y="31750"/>
                </a:lnTo>
                <a:lnTo>
                  <a:pt x="357470" y="39369"/>
                </a:lnTo>
                <a:lnTo>
                  <a:pt x="359443" y="44450"/>
                </a:lnTo>
                <a:lnTo>
                  <a:pt x="357987" y="55880"/>
                </a:lnTo>
                <a:lnTo>
                  <a:pt x="354826" y="60959"/>
                </a:lnTo>
                <a:lnTo>
                  <a:pt x="343717" y="71119"/>
                </a:lnTo>
                <a:lnTo>
                  <a:pt x="337991" y="73659"/>
                </a:lnTo>
                <a:lnTo>
                  <a:pt x="326115" y="74930"/>
                </a:lnTo>
                <a:lnTo>
                  <a:pt x="437139" y="74930"/>
                </a:lnTo>
                <a:lnTo>
                  <a:pt x="434776" y="71119"/>
                </a:lnTo>
                <a:lnTo>
                  <a:pt x="427953" y="63500"/>
                </a:lnTo>
                <a:lnTo>
                  <a:pt x="421670" y="58419"/>
                </a:lnTo>
                <a:lnTo>
                  <a:pt x="416869" y="55880"/>
                </a:lnTo>
                <a:lnTo>
                  <a:pt x="380951" y="55880"/>
                </a:lnTo>
                <a:lnTo>
                  <a:pt x="384475" y="48259"/>
                </a:lnTo>
                <a:lnTo>
                  <a:pt x="385509" y="40640"/>
                </a:lnTo>
                <a:lnTo>
                  <a:pt x="383325" y="29209"/>
                </a:lnTo>
                <a:close/>
              </a:path>
              <a:path w="443230" h="406400">
                <a:moveTo>
                  <a:pt x="400192" y="52069"/>
                </a:moveTo>
                <a:lnTo>
                  <a:pt x="393908" y="52069"/>
                </a:lnTo>
                <a:lnTo>
                  <a:pt x="387494" y="53340"/>
                </a:lnTo>
                <a:lnTo>
                  <a:pt x="380951" y="55880"/>
                </a:lnTo>
                <a:lnTo>
                  <a:pt x="416869" y="55880"/>
                </a:lnTo>
                <a:lnTo>
                  <a:pt x="414469" y="54609"/>
                </a:lnTo>
                <a:lnTo>
                  <a:pt x="406347" y="53340"/>
                </a:lnTo>
                <a:lnTo>
                  <a:pt x="400192" y="5206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3254816" y="6148192"/>
            <a:ext cx="452755" cy="435609"/>
          </a:xfrm>
          <a:custGeom>
            <a:avLst/>
            <a:gdLst/>
            <a:ahLst/>
            <a:cxnLst/>
            <a:rect l="l" t="t" r="r" b="b"/>
            <a:pathLst>
              <a:path w="452754" h="435609">
                <a:moveTo>
                  <a:pt x="105838" y="295909"/>
                </a:moveTo>
                <a:lnTo>
                  <a:pt x="63319" y="295909"/>
                </a:lnTo>
                <a:lnTo>
                  <a:pt x="68911" y="297179"/>
                </a:lnTo>
                <a:lnTo>
                  <a:pt x="78794" y="307339"/>
                </a:lnTo>
                <a:lnTo>
                  <a:pt x="81935" y="312419"/>
                </a:lnTo>
                <a:lnTo>
                  <a:pt x="83544" y="320039"/>
                </a:lnTo>
                <a:lnTo>
                  <a:pt x="84176" y="325119"/>
                </a:lnTo>
                <a:lnTo>
                  <a:pt x="84416" y="331469"/>
                </a:lnTo>
                <a:lnTo>
                  <a:pt x="84406" y="344169"/>
                </a:lnTo>
                <a:lnTo>
                  <a:pt x="84004" y="356869"/>
                </a:lnTo>
                <a:lnTo>
                  <a:pt x="83888" y="386079"/>
                </a:lnTo>
                <a:lnTo>
                  <a:pt x="96996" y="429259"/>
                </a:lnTo>
                <a:lnTo>
                  <a:pt x="102045" y="435609"/>
                </a:lnTo>
                <a:lnTo>
                  <a:pt x="156445" y="386079"/>
                </a:lnTo>
                <a:lnTo>
                  <a:pt x="113193" y="386079"/>
                </a:lnTo>
                <a:lnTo>
                  <a:pt x="112198" y="382269"/>
                </a:lnTo>
                <a:lnTo>
                  <a:pt x="111507" y="378459"/>
                </a:lnTo>
                <a:lnTo>
                  <a:pt x="111125" y="374649"/>
                </a:lnTo>
                <a:lnTo>
                  <a:pt x="111036" y="372109"/>
                </a:lnTo>
                <a:lnTo>
                  <a:pt x="110991" y="370839"/>
                </a:lnTo>
                <a:lnTo>
                  <a:pt x="111167" y="365759"/>
                </a:lnTo>
                <a:lnTo>
                  <a:pt x="111571" y="359409"/>
                </a:lnTo>
                <a:lnTo>
                  <a:pt x="111652" y="358139"/>
                </a:lnTo>
                <a:lnTo>
                  <a:pt x="112447" y="349249"/>
                </a:lnTo>
                <a:lnTo>
                  <a:pt x="113183" y="339089"/>
                </a:lnTo>
                <a:lnTo>
                  <a:pt x="113391" y="334009"/>
                </a:lnTo>
                <a:lnTo>
                  <a:pt x="113383" y="323849"/>
                </a:lnTo>
                <a:lnTo>
                  <a:pt x="112848" y="318769"/>
                </a:lnTo>
                <a:lnTo>
                  <a:pt x="111392" y="309879"/>
                </a:lnTo>
                <a:lnTo>
                  <a:pt x="109056" y="302259"/>
                </a:lnTo>
                <a:lnTo>
                  <a:pt x="105838" y="295909"/>
                </a:lnTo>
                <a:close/>
              </a:path>
              <a:path w="452754" h="435609">
                <a:moveTo>
                  <a:pt x="160883" y="341629"/>
                </a:moveTo>
                <a:lnTo>
                  <a:pt x="113193" y="386079"/>
                </a:lnTo>
                <a:lnTo>
                  <a:pt x="156445" y="386079"/>
                </a:lnTo>
                <a:lnTo>
                  <a:pt x="182948" y="361949"/>
                </a:lnTo>
                <a:lnTo>
                  <a:pt x="160883" y="341629"/>
                </a:lnTo>
                <a:close/>
              </a:path>
              <a:path w="452754" h="435609">
                <a:moveTo>
                  <a:pt x="57343" y="265429"/>
                </a:moveTo>
                <a:lnTo>
                  <a:pt x="18385" y="283209"/>
                </a:lnTo>
                <a:lnTo>
                  <a:pt x="0" y="317499"/>
                </a:lnTo>
                <a:lnTo>
                  <a:pt x="276" y="322579"/>
                </a:lnTo>
                <a:lnTo>
                  <a:pt x="345" y="323849"/>
                </a:lnTo>
                <a:lnTo>
                  <a:pt x="414" y="325119"/>
                </a:lnTo>
                <a:lnTo>
                  <a:pt x="18500" y="359409"/>
                </a:lnTo>
                <a:lnTo>
                  <a:pt x="43207" y="341629"/>
                </a:lnTo>
                <a:lnTo>
                  <a:pt x="35853" y="334009"/>
                </a:lnTo>
                <a:lnTo>
                  <a:pt x="32100" y="326389"/>
                </a:lnTo>
                <a:lnTo>
                  <a:pt x="31998" y="322579"/>
                </a:lnTo>
                <a:lnTo>
                  <a:pt x="31895" y="318769"/>
                </a:lnTo>
                <a:lnTo>
                  <a:pt x="31793" y="314959"/>
                </a:lnTo>
                <a:lnTo>
                  <a:pt x="34474" y="308609"/>
                </a:lnTo>
                <a:lnTo>
                  <a:pt x="45582" y="298449"/>
                </a:lnTo>
                <a:lnTo>
                  <a:pt x="51367" y="295909"/>
                </a:lnTo>
                <a:lnTo>
                  <a:pt x="105838" y="295909"/>
                </a:lnTo>
                <a:lnTo>
                  <a:pt x="102621" y="289559"/>
                </a:lnTo>
                <a:lnTo>
                  <a:pt x="67219" y="266699"/>
                </a:lnTo>
                <a:lnTo>
                  <a:pt x="57343" y="265429"/>
                </a:lnTo>
                <a:close/>
              </a:path>
              <a:path w="452754" h="435609">
                <a:moveTo>
                  <a:pt x="153988" y="181609"/>
                </a:moveTo>
                <a:lnTo>
                  <a:pt x="142899" y="181609"/>
                </a:lnTo>
                <a:lnTo>
                  <a:pt x="132384" y="184149"/>
                </a:lnTo>
                <a:lnTo>
                  <a:pt x="100064" y="214629"/>
                </a:lnTo>
                <a:lnTo>
                  <a:pt x="97334" y="233679"/>
                </a:lnTo>
                <a:lnTo>
                  <a:pt x="100803" y="246379"/>
                </a:lnTo>
                <a:lnTo>
                  <a:pt x="134913" y="290829"/>
                </a:lnTo>
                <a:lnTo>
                  <a:pt x="167592" y="316229"/>
                </a:lnTo>
                <a:lnTo>
                  <a:pt x="195071" y="325119"/>
                </a:lnTo>
                <a:lnTo>
                  <a:pt x="207091" y="325119"/>
                </a:lnTo>
                <a:lnTo>
                  <a:pt x="245901" y="302259"/>
                </a:lnTo>
                <a:lnTo>
                  <a:pt x="248138" y="298449"/>
                </a:lnTo>
                <a:lnTo>
                  <a:pt x="200051" y="298449"/>
                </a:lnTo>
                <a:lnTo>
                  <a:pt x="194496" y="297179"/>
                </a:lnTo>
                <a:lnTo>
                  <a:pt x="187716" y="293369"/>
                </a:lnTo>
                <a:lnTo>
                  <a:pt x="181996" y="290829"/>
                </a:lnTo>
                <a:lnTo>
                  <a:pt x="175004" y="285749"/>
                </a:lnTo>
                <a:lnTo>
                  <a:pt x="140629" y="253999"/>
                </a:lnTo>
                <a:lnTo>
                  <a:pt x="127481" y="231139"/>
                </a:lnTo>
                <a:lnTo>
                  <a:pt x="129472" y="223519"/>
                </a:lnTo>
                <a:lnTo>
                  <a:pt x="131695" y="219709"/>
                </a:lnTo>
                <a:lnTo>
                  <a:pt x="135143" y="217169"/>
                </a:lnTo>
                <a:lnTo>
                  <a:pt x="138590" y="213359"/>
                </a:lnTo>
                <a:lnTo>
                  <a:pt x="142477" y="212089"/>
                </a:lnTo>
                <a:lnTo>
                  <a:pt x="151135" y="209549"/>
                </a:lnTo>
                <a:lnTo>
                  <a:pt x="207575" y="209549"/>
                </a:lnTo>
                <a:lnTo>
                  <a:pt x="199107" y="201929"/>
                </a:lnTo>
                <a:lnTo>
                  <a:pt x="183120" y="191769"/>
                </a:lnTo>
                <a:lnTo>
                  <a:pt x="168081" y="185419"/>
                </a:lnTo>
                <a:lnTo>
                  <a:pt x="153988" y="181609"/>
                </a:lnTo>
                <a:close/>
              </a:path>
              <a:path w="452754" h="435609">
                <a:moveTo>
                  <a:pt x="207575" y="209549"/>
                </a:moveTo>
                <a:lnTo>
                  <a:pt x="151135" y="209549"/>
                </a:lnTo>
                <a:lnTo>
                  <a:pt x="156709" y="210819"/>
                </a:lnTo>
                <a:lnTo>
                  <a:pt x="163526" y="213359"/>
                </a:lnTo>
                <a:lnTo>
                  <a:pt x="193979" y="237489"/>
                </a:lnTo>
                <a:lnTo>
                  <a:pt x="222747" y="271779"/>
                </a:lnTo>
                <a:lnTo>
                  <a:pt x="223705" y="275589"/>
                </a:lnTo>
                <a:lnTo>
                  <a:pt x="221714" y="284479"/>
                </a:lnTo>
                <a:lnTo>
                  <a:pt x="219491" y="288289"/>
                </a:lnTo>
                <a:lnTo>
                  <a:pt x="212596" y="294639"/>
                </a:lnTo>
                <a:lnTo>
                  <a:pt x="208709" y="295909"/>
                </a:lnTo>
                <a:lnTo>
                  <a:pt x="200051" y="298449"/>
                </a:lnTo>
                <a:lnTo>
                  <a:pt x="248138" y="298449"/>
                </a:lnTo>
                <a:lnTo>
                  <a:pt x="251122" y="293369"/>
                </a:lnTo>
                <a:lnTo>
                  <a:pt x="253773" y="284479"/>
                </a:lnTo>
                <a:lnTo>
                  <a:pt x="253852" y="274319"/>
                </a:lnTo>
                <a:lnTo>
                  <a:pt x="250368" y="260349"/>
                </a:lnTo>
                <a:lnTo>
                  <a:pt x="242906" y="246379"/>
                </a:lnTo>
                <a:lnTo>
                  <a:pt x="231464" y="232409"/>
                </a:lnTo>
                <a:lnTo>
                  <a:pt x="216043" y="217169"/>
                </a:lnTo>
                <a:lnTo>
                  <a:pt x="207575" y="209549"/>
                </a:lnTo>
                <a:close/>
              </a:path>
              <a:path w="452754" h="435609">
                <a:moveTo>
                  <a:pt x="256955" y="87629"/>
                </a:moveTo>
                <a:lnTo>
                  <a:pt x="245865" y="87629"/>
                </a:lnTo>
                <a:lnTo>
                  <a:pt x="235350" y="90169"/>
                </a:lnTo>
                <a:lnTo>
                  <a:pt x="203029" y="119379"/>
                </a:lnTo>
                <a:lnTo>
                  <a:pt x="200300" y="139699"/>
                </a:lnTo>
                <a:lnTo>
                  <a:pt x="203769" y="152399"/>
                </a:lnTo>
                <a:lnTo>
                  <a:pt x="237878" y="195579"/>
                </a:lnTo>
                <a:lnTo>
                  <a:pt x="270558" y="220979"/>
                </a:lnTo>
                <a:lnTo>
                  <a:pt x="298037" y="231139"/>
                </a:lnTo>
                <a:lnTo>
                  <a:pt x="310057" y="231139"/>
                </a:lnTo>
                <a:lnTo>
                  <a:pt x="348867" y="208279"/>
                </a:lnTo>
                <a:lnTo>
                  <a:pt x="351851" y="203199"/>
                </a:lnTo>
                <a:lnTo>
                  <a:pt x="303016" y="203199"/>
                </a:lnTo>
                <a:lnTo>
                  <a:pt x="297463" y="201929"/>
                </a:lnTo>
                <a:lnTo>
                  <a:pt x="290683" y="199389"/>
                </a:lnTo>
                <a:lnTo>
                  <a:pt x="284962" y="195579"/>
                </a:lnTo>
                <a:lnTo>
                  <a:pt x="277970" y="191769"/>
                </a:lnTo>
                <a:lnTo>
                  <a:pt x="269707" y="184149"/>
                </a:lnTo>
                <a:lnTo>
                  <a:pt x="260172" y="176529"/>
                </a:lnTo>
                <a:lnTo>
                  <a:pt x="250971" y="167639"/>
                </a:lnTo>
                <a:lnTo>
                  <a:pt x="243595" y="160019"/>
                </a:lnTo>
                <a:lnTo>
                  <a:pt x="234316" y="147319"/>
                </a:lnTo>
                <a:lnTo>
                  <a:pt x="231405" y="142239"/>
                </a:lnTo>
                <a:lnTo>
                  <a:pt x="230446" y="137159"/>
                </a:lnTo>
                <a:lnTo>
                  <a:pt x="232439" y="128269"/>
                </a:lnTo>
                <a:lnTo>
                  <a:pt x="254101" y="115569"/>
                </a:lnTo>
                <a:lnTo>
                  <a:pt x="311312" y="115569"/>
                </a:lnTo>
                <a:lnTo>
                  <a:pt x="302074" y="107949"/>
                </a:lnTo>
                <a:lnTo>
                  <a:pt x="286086" y="97789"/>
                </a:lnTo>
                <a:lnTo>
                  <a:pt x="271047" y="90169"/>
                </a:lnTo>
                <a:lnTo>
                  <a:pt x="256955" y="87629"/>
                </a:lnTo>
                <a:close/>
              </a:path>
              <a:path w="452754" h="435609">
                <a:moveTo>
                  <a:pt x="311312" y="115569"/>
                </a:moveTo>
                <a:lnTo>
                  <a:pt x="254101" y="115569"/>
                </a:lnTo>
                <a:lnTo>
                  <a:pt x="259674" y="116839"/>
                </a:lnTo>
                <a:lnTo>
                  <a:pt x="266494" y="119379"/>
                </a:lnTo>
                <a:lnTo>
                  <a:pt x="306190" y="151129"/>
                </a:lnTo>
                <a:lnTo>
                  <a:pt x="326671" y="181609"/>
                </a:lnTo>
                <a:lnTo>
                  <a:pt x="324679" y="189229"/>
                </a:lnTo>
                <a:lnTo>
                  <a:pt x="322458" y="193039"/>
                </a:lnTo>
                <a:lnTo>
                  <a:pt x="315563" y="199389"/>
                </a:lnTo>
                <a:lnTo>
                  <a:pt x="311674" y="201929"/>
                </a:lnTo>
                <a:lnTo>
                  <a:pt x="303016" y="203199"/>
                </a:lnTo>
                <a:lnTo>
                  <a:pt x="351851" y="203199"/>
                </a:lnTo>
                <a:lnTo>
                  <a:pt x="354089" y="199389"/>
                </a:lnTo>
                <a:lnTo>
                  <a:pt x="356739" y="189229"/>
                </a:lnTo>
                <a:lnTo>
                  <a:pt x="356817" y="179069"/>
                </a:lnTo>
                <a:lnTo>
                  <a:pt x="353334" y="166369"/>
                </a:lnTo>
                <a:lnTo>
                  <a:pt x="345872" y="152399"/>
                </a:lnTo>
                <a:lnTo>
                  <a:pt x="334431" y="137159"/>
                </a:lnTo>
                <a:lnTo>
                  <a:pt x="319011" y="121919"/>
                </a:lnTo>
                <a:lnTo>
                  <a:pt x="311312" y="115569"/>
                </a:lnTo>
                <a:close/>
              </a:path>
              <a:path w="452754" h="435609">
                <a:moveTo>
                  <a:pt x="352567" y="0"/>
                </a:moveTo>
                <a:lnTo>
                  <a:pt x="341477" y="0"/>
                </a:lnTo>
                <a:lnTo>
                  <a:pt x="330962" y="2539"/>
                </a:lnTo>
                <a:lnTo>
                  <a:pt x="298641" y="31749"/>
                </a:lnTo>
                <a:lnTo>
                  <a:pt x="295912" y="52069"/>
                </a:lnTo>
                <a:lnTo>
                  <a:pt x="299381" y="64769"/>
                </a:lnTo>
                <a:lnTo>
                  <a:pt x="333489" y="107949"/>
                </a:lnTo>
                <a:lnTo>
                  <a:pt x="366169" y="133349"/>
                </a:lnTo>
                <a:lnTo>
                  <a:pt x="393650" y="143509"/>
                </a:lnTo>
                <a:lnTo>
                  <a:pt x="405669" y="143509"/>
                </a:lnTo>
                <a:lnTo>
                  <a:pt x="444478" y="120649"/>
                </a:lnTo>
                <a:lnTo>
                  <a:pt x="447462" y="115569"/>
                </a:lnTo>
                <a:lnTo>
                  <a:pt x="398628" y="115569"/>
                </a:lnTo>
                <a:lnTo>
                  <a:pt x="393075" y="114299"/>
                </a:lnTo>
                <a:lnTo>
                  <a:pt x="355784" y="88899"/>
                </a:lnTo>
                <a:lnTo>
                  <a:pt x="329926" y="59689"/>
                </a:lnTo>
                <a:lnTo>
                  <a:pt x="326058" y="49529"/>
                </a:lnTo>
                <a:lnTo>
                  <a:pt x="328051" y="40639"/>
                </a:lnTo>
                <a:lnTo>
                  <a:pt x="330273" y="36829"/>
                </a:lnTo>
                <a:lnTo>
                  <a:pt x="337167" y="31749"/>
                </a:lnTo>
                <a:lnTo>
                  <a:pt x="341055" y="29209"/>
                </a:lnTo>
                <a:lnTo>
                  <a:pt x="349712" y="27939"/>
                </a:lnTo>
                <a:lnTo>
                  <a:pt x="406923" y="27939"/>
                </a:lnTo>
                <a:lnTo>
                  <a:pt x="397686" y="20319"/>
                </a:lnTo>
                <a:lnTo>
                  <a:pt x="381698" y="10159"/>
                </a:lnTo>
                <a:lnTo>
                  <a:pt x="366658" y="2539"/>
                </a:lnTo>
                <a:lnTo>
                  <a:pt x="352567" y="0"/>
                </a:lnTo>
                <a:close/>
              </a:path>
              <a:path w="452754" h="435609">
                <a:moveTo>
                  <a:pt x="406923" y="27939"/>
                </a:moveTo>
                <a:lnTo>
                  <a:pt x="355286" y="27939"/>
                </a:lnTo>
                <a:lnTo>
                  <a:pt x="362104" y="31749"/>
                </a:lnTo>
                <a:lnTo>
                  <a:pt x="367843" y="34289"/>
                </a:lnTo>
                <a:lnTo>
                  <a:pt x="374831" y="39369"/>
                </a:lnTo>
                <a:lnTo>
                  <a:pt x="409191" y="71119"/>
                </a:lnTo>
                <a:lnTo>
                  <a:pt x="422282" y="93979"/>
                </a:lnTo>
                <a:lnTo>
                  <a:pt x="420291" y="101599"/>
                </a:lnTo>
                <a:lnTo>
                  <a:pt x="418070" y="105409"/>
                </a:lnTo>
                <a:lnTo>
                  <a:pt x="411173" y="111759"/>
                </a:lnTo>
                <a:lnTo>
                  <a:pt x="407286" y="114299"/>
                </a:lnTo>
                <a:lnTo>
                  <a:pt x="398628" y="115569"/>
                </a:lnTo>
                <a:lnTo>
                  <a:pt x="447462" y="115569"/>
                </a:lnTo>
                <a:lnTo>
                  <a:pt x="449700" y="111759"/>
                </a:lnTo>
                <a:lnTo>
                  <a:pt x="452351" y="101599"/>
                </a:lnTo>
                <a:lnTo>
                  <a:pt x="452431" y="91439"/>
                </a:lnTo>
                <a:lnTo>
                  <a:pt x="448946" y="78739"/>
                </a:lnTo>
                <a:lnTo>
                  <a:pt x="441483" y="64769"/>
                </a:lnTo>
                <a:lnTo>
                  <a:pt x="430042" y="49529"/>
                </a:lnTo>
                <a:lnTo>
                  <a:pt x="414621" y="34289"/>
                </a:lnTo>
                <a:lnTo>
                  <a:pt x="406923" y="2793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4149316" y="6143207"/>
            <a:ext cx="477520" cy="440690"/>
          </a:xfrm>
          <a:custGeom>
            <a:avLst/>
            <a:gdLst/>
            <a:ahLst/>
            <a:cxnLst/>
            <a:rect l="l" t="t" r="r" b="b"/>
            <a:pathLst>
              <a:path w="477520" h="440690">
                <a:moveTo>
                  <a:pt x="105449" y="299853"/>
                </a:moveTo>
                <a:lnTo>
                  <a:pt x="63319" y="299853"/>
                </a:lnTo>
                <a:lnTo>
                  <a:pt x="68911" y="302069"/>
                </a:lnTo>
                <a:lnTo>
                  <a:pt x="78794" y="311147"/>
                </a:lnTo>
                <a:lnTo>
                  <a:pt x="81936" y="316988"/>
                </a:lnTo>
                <a:lnTo>
                  <a:pt x="83544" y="324377"/>
                </a:lnTo>
                <a:lnTo>
                  <a:pt x="84176" y="329734"/>
                </a:lnTo>
                <a:lnTo>
                  <a:pt x="84265" y="332168"/>
                </a:lnTo>
                <a:lnTo>
                  <a:pt x="84377" y="335210"/>
                </a:lnTo>
                <a:lnTo>
                  <a:pt x="84406" y="347890"/>
                </a:lnTo>
                <a:lnTo>
                  <a:pt x="84004" y="360689"/>
                </a:lnTo>
                <a:lnTo>
                  <a:pt x="83889" y="390878"/>
                </a:lnTo>
                <a:lnTo>
                  <a:pt x="96997" y="434084"/>
                </a:lnTo>
                <a:lnTo>
                  <a:pt x="102047" y="440595"/>
                </a:lnTo>
                <a:lnTo>
                  <a:pt x="157320" y="389822"/>
                </a:lnTo>
                <a:lnTo>
                  <a:pt x="113192" y="389822"/>
                </a:lnTo>
                <a:lnTo>
                  <a:pt x="112196" y="386796"/>
                </a:lnTo>
                <a:lnTo>
                  <a:pt x="111508" y="383383"/>
                </a:lnTo>
                <a:lnTo>
                  <a:pt x="111125" y="379583"/>
                </a:lnTo>
                <a:lnTo>
                  <a:pt x="111032" y="376944"/>
                </a:lnTo>
                <a:lnTo>
                  <a:pt x="110991" y="375787"/>
                </a:lnTo>
                <a:lnTo>
                  <a:pt x="111167" y="370096"/>
                </a:lnTo>
                <a:lnTo>
                  <a:pt x="111566" y="363855"/>
                </a:lnTo>
                <a:lnTo>
                  <a:pt x="111652" y="362513"/>
                </a:lnTo>
                <a:lnTo>
                  <a:pt x="112445" y="353035"/>
                </a:lnTo>
                <a:lnTo>
                  <a:pt x="113182" y="343367"/>
                </a:lnTo>
                <a:lnTo>
                  <a:pt x="109056" y="307030"/>
                </a:lnTo>
                <a:lnTo>
                  <a:pt x="105449" y="299853"/>
                </a:lnTo>
                <a:close/>
              </a:path>
              <a:path w="477520" h="440690">
                <a:moveTo>
                  <a:pt x="160883" y="346016"/>
                </a:moveTo>
                <a:lnTo>
                  <a:pt x="113192" y="389822"/>
                </a:lnTo>
                <a:lnTo>
                  <a:pt x="157320" y="389822"/>
                </a:lnTo>
                <a:lnTo>
                  <a:pt x="182947" y="366283"/>
                </a:lnTo>
                <a:lnTo>
                  <a:pt x="160883" y="346016"/>
                </a:lnTo>
                <a:close/>
              </a:path>
              <a:path w="477520" h="440690">
                <a:moveTo>
                  <a:pt x="59023" y="270331"/>
                </a:moveTo>
                <a:lnTo>
                  <a:pt x="56518" y="270331"/>
                </a:lnTo>
                <a:lnTo>
                  <a:pt x="47237" y="271519"/>
                </a:lnTo>
                <a:lnTo>
                  <a:pt x="10945" y="295692"/>
                </a:lnTo>
                <a:lnTo>
                  <a:pt x="0" y="322371"/>
                </a:lnTo>
                <a:lnTo>
                  <a:pt x="253" y="326854"/>
                </a:lnTo>
                <a:lnTo>
                  <a:pt x="291" y="327530"/>
                </a:lnTo>
                <a:lnTo>
                  <a:pt x="415" y="329734"/>
                </a:lnTo>
                <a:lnTo>
                  <a:pt x="506" y="331344"/>
                </a:lnTo>
                <a:lnTo>
                  <a:pt x="553" y="332168"/>
                </a:lnTo>
                <a:lnTo>
                  <a:pt x="3820" y="342348"/>
                </a:lnTo>
                <a:lnTo>
                  <a:pt x="6959" y="347890"/>
                </a:lnTo>
                <a:lnTo>
                  <a:pt x="9903" y="353035"/>
                </a:lnTo>
                <a:lnTo>
                  <a:pt x="18501" y="363855"/>
                </a:lnTo>
                <a:lnTo>
                  <a:pt x="43207" y="346016"/>
                </a:lnTo>
                <a:lnTo>
                  <a:pt x="35853" y="338275"/>
                </a:lnTo>
                <a:lnTo>
                  <a:pt x="32099" y="331344"/>
                </a:lnTo>
                <a:lnTo>
                  <a:pt x="31987" y="326854"/>
                </a:lnTo>
                <a:lnTo>
                  <a:pt x="31874" y="322371"/>
                </a:lnTo>
                <a:lnTo>
                  <a:pt x="31793" y="319099"/>
                </a:lnTo>
                <a:lnTo>
                  <a:pt x="34475" y="313504"/>
                </a:lnTo>
                <a:lnTo>
                  <a:pt x="45584" y="303301"/>
                </a:lnTo>
                <a:lnTo>
                  <a:pt x="51367" y="300556"/>
                </a:lnTo>
                <a:lnTo>
                  <a:pt x="63319" y="299853"/>
                </a:lnTo>
                <a:lnTo>
                  <a:pt x="105449" y="299853"/>
                </a:lnTo>
                <a:lnTo>
                  <a:pt x="102621" y="294223"/>
                </a:lnTo>
                <a:lnTo>
                  <a:pt x="98322" y="288593"/>
                </a:lnTo>
                <a:lnTo>
                  <a:pt x="98215" y="288452"/>
                </a:lnTo>
                <a:lnTo>
                  <a:pt x="92623" y="283315"/>
                </a:lnTo>
                <a:lnTo>
                  <a:pt x="84858" y="277391"/>
                </a:lnTo>
                <a:lnTo>
                  <a:pt x="76390" y="273234"/>
                </a:lnTo>
                <a:lnTo>
                  <a:pt x="67218" y="270846"/>
                </a:lnTo>
                <a:lnTo>
                  <a:pt x="59023" y="270331"/>
                </a:lnTo>
                <a:close/>
              </a:path>
              <a:path w="477520" h="440690">
                <a:moveTo>
                  <a:pt x="154107" y="186440"/>
                </a:moveTo>
                <a:lnTo>
                  <a:pt x="142899" y="186440"/>
                </a:lnTo>
                <a:lnTo>
                  <a:pt x="132384" y="188841"/>
                </a:lnTo>
                <a:lnTo>
                  <a:pt x="100063" y="218477"/>
                </a:lnTo>
                <a:lnTo>
                  <a:pt x="97335" y="238242"/>
                </a:lnTo>
                <a:lnTo>
                  <a:pt x="100511" y="250124"/>
                </a:lnTo>
                <a:lnTo>
                  <a:pt x="134912" y="295137"/>
                </a:lnTo>
                <a:lnTo>
                  <a:pt x="167591" y="320036"/>
                </a:lnTo>
                <a:lnTo>
                  <a:pt x="195070" y="329919"/>
                </a:lnTo>
                <a:lnTo>
                  <a:pt x="207075" y="329919"/>
                </a:lnTo>
                <a:lnTo>
                  <a:pt x="245891" y="307030"/>
                </a:lnTo>
                <a:lnTo>
                  <a:pt x="248606" y="302298"/>
                </a:lnTo>
                <a:lnTo>
                  <a:pt x="200051" y="302298"/>
                </a:lnTo>
                <a:lnTo>
                  <a:pt x="194497" y="301242"/>
                </a:lnTo>
                <a:lnTo>
                  <a:pt x="157205" y="275082"/>
                </a:lnTo>
                <a:lnTo>
                  <a:pt x="131349" y="246053"/>
                </a:lnTo>
                <a:lnTo>
                  <a:pt x="127481" y="235814"/>
                </a:lnTo>
                <a:lnTo>
                  <a:pt x="129395" y="228102"/>
                </a:lnTo>
                <a:lnTo>
                  <a:pt x="151135" y="214087"/>
                </a:lnTo>
                <a:lnTo>
                  <a:pt x="207731" y="214087"/>
                </a:lnTo>
                <a:lnTo>
                  <a:pt x="199108" y="206878"/>
                </a:lnTo>
                <a:lnTo>
                  <a:pt x="183120" y="196389"/>
                </a:lnTo>
                <a:lnTo>
                  <a:pt x="168081" y="189567"/>
                </a:lnTo>
                <a:lnTo>
                  <a:pt x="154107" y="186440"/>
                </a:lnTo>
                <a:close/>
              </a:path>
              <a:path w="477520" h="440690">
                <a:moveTo>
                  <a:pt x="207731" y="214087"/>
                </a:moveTo>
                <a:lnTo>
                  <a:pt x="151135" y="214087"/>
                </a:lnTo>
                <a:lnTo>
                  <a:pt x="156709" y="215160"/>
                </a:lnTo>
                <a:lnTo>
                  <a:pt x="163527" y="218186"/>
                </a:lnTo>
                <a:lnTo>
                  <a:pt x="193981" y="241303"/>
                </a:lnTo>
                <a:lnTo>
                  <a:pt x="219837" y="270331"/>
                </a:lnTo>
                <a:lnTo>
                  <a:pt x="223705" y="280570"/>
                </a:lnTo>
                <a:lnTo>
                  <a:pt x="221789" y="288283"/>
                </a:lnTo>
                <a:lnTo>
                  <a:pt x="200051" y="302298"/>
                </a:lnTo>
                <a:lnTo>
                  <a:pt x="248606" y="302298"/>
                </a:lnTo>
                <a:lnTo>
                  <a:pt x="251122" y="297908"/>
                </a:lnTo>
                <a:lnTo>
                  <a:pt x="253687" y="288593"/>
                </a:lnTo>
                <a:lnTo>
                  <a:pt x="253812" y="283315"/>
                </a:lnTo>
                <a:lnTo>
                  <a:pt x="253852" y="278143"/>
                </a:lnTo>
                <a:lnTo>
                  <a:pt x="250368" y="265153"/>
                </a:lnTo>
                <a:lnTo>
                  <a:pt x="242906" y="251305"/>
                </a:lnTo>
                <a:lnTo>
                  <a:pt x="231465" y="236599"/>
                </a:lnTo>
                <a:lnTo>
                  <a:pt x="216044" y="221036"/>
                </a:lnTo>
                <a:lnTo>
                  <a:pt x="207731" y="214087"/>
                </a:lnTo>
                <a:close/>
              </a:path>
              <a:path w="477520" h="440690">
                <a:moveTo>
                  <a:pt x="289477" y="139863"/>
                </a:moveTo>
                <a:lnTo>
                  <a:pt x="245347" y="139863"/>
                </a:lnTo>
                <a:lnTo>
                  <a:pt x="337397" y="224414"/>
                </a:lnTo>
                <a:lnTo>
                  <a:pt x="359460" y="204147"/>
                </a:lnTo>
                <a:lnTo>
                  <a:pt x="289477" y="139863"/>
                </a:lnTo>
                <a:close/>
              </a:path>
              <a:path w="477520" h="440690">
                <a:moveTo>
                  <a:pt x="234431" y="89301"/>
                </a:moveTo>
                <a:lnTo>
                  <a:pt x="216159" y="106084"/>
                </a:lnTo>
                <a:lnTo>
                  <a:pt x="218982" y="112906"/>
                </a:lnTo>
                <a:lnTo>
                  <a:pt x="220670" y="120176"/>
                </a:lnTo>
                <a:lnTo>
                  <a:pt x="212366" y="163613"/>
                </a:lnTo>
                <a:lnTo>
                  <a:pt x="234431" y="183880"/>
                </a:lnTo>
                <a:lnTo>
                  <a:pt x="245246" y="141551"/>
                </a:lnTo>
                <a:lnTo>
                  <a:pt x="245347" y="139863"/>
                </a:lnTo>
                <a:lnTo>
                  <a:pt x="289477" y="139863"/>
                </a:lnTo>
                <a:lnTo>
                  <a:pt x="234431" y="89301"/>
                </a:lnTo>
                <a:close/>
              </a:path>
              <a:path w="477520" h="440690">
                <a:moveTo>
                  <a:pt x="399638" y="29626"/>
                </a:moveTo>
                <a:lnTo>
                  <a:pt x="357507" y="29626"/>
                </a:lnTo>
                <a:lnTo>
                  <a:pt x="363099" y="31842"/>
                </a:lnTo>
                <a:lnTo>
                  <a:pt x="372983" y="40920"/>
                </a:lnTo>
                <a:lnTo>
                  <a:pt x="378594" y="77663"/>
                </a:lnTo>
                <a:lnTo>
                  <a:pt x="378228" y="89301"/>
                </a:lnTo>
                <a:lnTo>
                  <a:pt x="378143" y="92286"/>
                </a:lnTo>
                <a:lnTo>
                  <a:pt x="379141" y="132262"/>
                </a:lnTo>
                <a:lnTo>
                  <a:pt x="396234" y="170369"/>
                </a:lnTo>
                <a:lnTo>
                  <a:pt x="451509" y="119595"/>
                </a:lnTo>
                <a:lnTo>
                  <a:pt x="407381" y="119595"/>
                </a:lnTo>
                <a:lnTo>
                  <a:pt x="406386" y="116570"/>
                </a:lnTo>
                <a:lnTo>
                  <a:pt x="405697" y="113156"/>
                </a:lnTo>
                <a:lnTo>
                  <a:pt x="405314" y="109357"/>
                </a:lnTo>
                <a:lnTo>
                  <a:pt x="405199" y="106084"/>
                </a:lnTo>
                <a:lnTo>
                  <a:pt x="405181" y="105560"/>
                </a:lnTo>
                <a:lnTo>
                  <a:pt x="405357" y="99870"/>
                </a:lnTo>
                <a:lnTo>
                  <a:pt x="405756" y="93629"/>
                </a:lnTo>
                <a:lnTo>
                  <a:pt x="405842" y="92286"/>
                </a:lnTo>
                <a:lnTo>
                  <a:pt x="406636" y="82810"/>
                </a:lnTo>
                <a:lnTo>
                  <a:pt x="407371" y="73141"/>
                </a:lnTo>
                <a:lnTo>
                  <a:pt x="407566" y="68049"/>
                </a:lnTo>
                <a:lnTo>
                  <a:pt x="407572" y="58337"/>
                </a:lnTo>
                <a:lnTo>
                  <a:pt x="407136" y="54150"/>
                </a:lnTo>
                <a:lnTo>
                  <a:pt x="407037" y="53201"/>
                </a:lnTo>
                <a:lnTo>
                  <a:pt x="405582" y="44404"/>
                </a:lnTo>
                <a:lnTo>
                  <a:pt x="403245" y="36804"/>
                </a:lnTo>
                <a:lnTo>
                  <a:pt x="399638" y="29626"/>
                </a:lnTo>
                <a:close/>
              </a:path>
              <a:path w="477520" h="440690">
                <a:moveTo>
                  <a:pt x="455074" y="75789"/>
                </a:moveTo>
                <a:lnTo>
                  <a:pt x="407381" y="119595"/>
                </a:lnTo>
                <a:lnTo>
                  <a:pt x="451509" y="119595"/>
                </a:lnTo>
                <a:lnTo>
                  <a:pt x="477136" y="96056"/>
                </a:lnTo>
                <a:lnTo>
                  <a:pt x="455074" y="75789"/>
                </a:lnTo>
                <a:close/>
              </a:path>
              <a:path w="477520" h="440690">
                <a:moveTo>
                  <a:pt x="351533" y="0"/>
                </a:moveTo>
                <a:lnTo>
                  <a:pt x="312574" y="17522"/>
                </a:lnTo>
                <a:lnTo>
                  <a:pt x="294187" y="52144"/>
                </a:lnTo>
                <a:lnTo>
                  <a:pt x="294537" y="58337"/>
                </a:lnTo>
                <a:lnTo>
                  <a:pt x="294603" y="59507"/>
                </a:lnTo>
                <a:lnTo>
                  <a:pt x="294694" y="61117"/>
                </a:lnTo>
                <a:lnTo>
                  <a:pt x="312690" y="93629"/>
                </a:lnTo>
                <a:lnTo>
                  <a:pt x="337397" y="75789"/>
                </a:lnTo>
                <a:lnTo>
                  <a:pt x="330042" y="68049"/>
                </a:lnTo>
                <a:lnTo>
                  <a:pt x="326288" y="61117"/>
                </a:lnTo>
                <a:lnTo>
                  <a:pt x="326218" y="58337"/>
                </a:lnTo>
                <a:lnTo>
                  <a:pt x="326114" y="54150"/>
                </a:lnTo>
                <a:lnTo>
                  <a:pt x="326064" y="52144"/>
                </a:lnTo>
                <a:lnTo>
                  <a:pt x="357507" y="29626"/>
                </a:lnTo>
                <a:lnTo>
                  <a:pt x="399638" y="29626"/>
                </a:lnTo>
                <a:lnTo>
                  <a:pt x="396808" y="23996"/>
                </a:lnTo>
                <a:lnTo>
                  <a:pt x="361408" y="620"/>
                </a:lnTo>
                <a:lnTo>
                  <a:pt x="35153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5043814" y="6137929"/>
            <a:ext cx="462915" cy="446405"/>
          </a:xfrm>
          <a:custGeom>
            <a:avLst/>
            <a:gdLst/>
            <a:ahLst/>
            <a:cxnLst/>
            <a:rect l="l" t="t" r="r" b="b"/>
            <a:pathLst>
              <a:path w="462914" h="446404">
                <a:moveTo>
                  <a:pt x="105449" y="305131"/>
                </a:moveTo>
                <a:lnTo>
                  <a:pt x="63318" y="305131"/>
                </a:lnTo>
                <a:lnTo>
                  <a:pt x="68911" y="307347"/>
                </a:lnTo>
                <a:lnTo>
                  <a:pt x="78794" y="316425"/>
                </a:lnTo>
                <a:lnTo>
                  <a:pt x="81935" y="322266"/>
                </a:lnTo>
                <a:lnTo>
                  <a:pt x="83545" y="329655"/>
                </a:lnTo>
                <a:lnTo>
                  <a:pt x="84177" y="335012"/>
                </a:lnTo>
                <a:lnTo>
                  <a:pt x="84266" y="337446"/>
                </a:lnTo>
                <a:lnTo>
                  <a:pt x="84377" y="340488"/>
                </a:lnTo>
                <a:lnTo>
                  <a:pt x="84406" y="353168"/>
                </a:lnTo>
                <a:lnTo>
                  <a:pt x="84004" y="365967"/>
                </a:lnTo>
                <a:lnTo>
                  <a:pt x="83888" y="396156"/>
                </a:lnTo>
                <a:lnTo>
                  <a:pt x="96996" y="439362"/>
                </a:lnTo>
                <a:lnTo>
                  <a:pt x="102045" y="445873"/>
                </a:lnTo>
                <a:lnTo>
                  <a:pt x="157321" y="395101"/>
                </a:lnTo>
                <a:lnTo>
                  <a:pt x="113193" y="395101"/>
                </a:lnTo>
                <a:lnTo>
                  <a:pt x="112196" y="392074"/>
                </a:lnTo>
                <a:lnTo>
                  <a:pt x="111507" y="388661"/>
                </a:lnTo>
                <a:lnTo>
                  <a:pt x="111123" y="384861"/>
                </a:lnTo>
                <a:lnTo>
                  <a:pt x="111031" y="382222"/>
                </a:lnTo>
                <a:lnTo>
                  <a:pt x="110991" y="381065"/>
                </a:lnTo>
                <a:lnTo>
                  <a:pt x="111167" y="375374"/>
                </a:lnTo>
                <a:lnTo>
                  <a:pt x="111566" y="369133"/>
                </a:lnTo>
                <a:lnTo>
                  <a:pt x="111652" y="367791"/>
                </a:lnTo>
                <a:lnTo>
                  <a:pt x="112445" y="358314"/>
                </a:lnTo>
                <a:lnTo>
                  <a:pt x="113182" y="348645"/>
                </a:lnTo>
                <a:lnTo>
                  <a:pt x="113206" y="332132"/>
                </a:lnTo>
                <a:lnTo>
                  <a:pt x="112948" y="329655"/>
                </a:lnTo>
                <a:lnTo>
                  <a:pt x="112849" y="328705"/>
                </a:lnTo>
                <a:lnTo>
                  <a:pt x="111392" y="319908"/>
                </a:lnTo>
                <a:lnTo>
                  <a:pt x="109054" y="312308"/>
                </a:lnTo>
                <a:lnTo>
                  <a:pt x="105449" y="305131"/>
                </a:lnTo>
                <a:close/>
              </a:path>
              <a:path w="462914" h="446404">
                <a:moveTo>
                  <a:pt x="160883" y="351294"/>
                </a:moveTo>
                <a:lnTo>
                  <a:pt x="113193" y="395101"/>
                </a:lnTo>
                <a:lnTo>
                  <a:pt x="157321" y="395101"/>
                </a:lnTo>
                <a:lnTo>
                  <a:pt x="182948" y="371561"/>
                </a:lnTo>
                <a:lnTo>
                  <a:pt x="160883" y="351294"/>
                </a:lnTo>
                <a:close/>
              </a:path>
              <a:path w="462914" h="446404">
                <a:moveTo>
                  <a:pt x="59023" y="275609"/>
                </a:moveTo>
                <a:lnTo>
                  <a:pt x="56518" y="275609"/>
                </a:lnTo>
                <a:lnTo>
                  <a:pt x="47237" y="276797"/>
                </a:lnTo>
                <a:lnTo>
                  <a:pt x="10945" y="300970"/>
                </a:lnTo>
                <a:lnTo>
                  <a:pt x="0" y="327649"/>
                </a:lnTo>
                <a:lnTo>
                  <a:pt x="252" y="332132"/>
                </a:lnTo>
                <a:lnTo>
                  <a:pt x="349" y="333841"/>
                </a:lnTo>
                <a:lnTo>
                  <a:pt x="425" y="335197"/>
                </a:lnTo>
                <a:lnTo>
                  <a:pt x="18500" y="369133"/>
                </a:lnTo>
                <a:lnTo>
                  <a:pt x="43207" y="351294"/>
                </a:lnTo>
                <a:lnTo>
                  <a:pt x="35853" y="343553"/>
                </a:lnTo>
                <a:lnTo>
                  <a:pt x="32099" y="336622"/>
                </a:lnTo>
                <a:lnTo>
                  <a:pt x="31987" y="332132"/>
                </a:lnTo>
                <a:lnTo>
                  <a:pt x="31874" y="327649"/>
                </a:lnTo>
                <a:lnTo>
                  <a:pt x="31793" y="324377"/>
                </a:lnTo>
                <a:lnTo>
                  <a:pt x="34474" y="318782"/>
                </a:lnTo>
                <a:lnTo>
                  <a:pt x="45582" y="308579"/>
                </a:lnTo>
                <a:lnTo>
                  <a:pt x="51367" y="305834"/>
                </a:lnTo>
                <a:lnTo>
                  <a:pt x="63318" y="305131"/>
                </a:lnTo>
                <a:lnTo>
                  <a:pt x="105449" y="305131"/>
                </a:lnTo>
                <a:lnTo>
                  <a:pt x="102621" y="299501"/>
                </a:lnTo>
                <a:lnTo>
                  <a:pt x="98322" y="293871"/>
                </a:lnTo>
                <a:lnTo>
                  <a:pt x="98215" y="293730"/>
                </a:lnTo>
                <a:lnTo>
                  <a:pt x="92622" y="288593"/>
                </a:lnTo>
                <a:lnTo>
                  <a:pt x="84858" y="282669"/>
                </a:lnTo>
                <a:lnTo>
                  <a:pt x="76390" y="278512"/>
                </a:lnTo>
                <a:lnTo>
                  <a:pt x="67219" y="276124"/>
                </a:lnTo>
                <a:lnTo>
                  <a:pt x="59023" y="275609"/>
                </a:lnTo>
                <a:close/>
              </a:path>
              <a:path w="462914" h="446404">
                <a:moveTo>
                  <a:pt x="154106" y="191718"/>
                </a:moveTo>
                <a:lnTo>
                  <a:pt x="142899" y="191718"/>
                </a:lnTo>
                <a:lnTo>
                  <a:pt x="132384" y="194119"/>
                </a:lnTo>
                <a:lnTo>
                  <a:pt x="100064" y="223755"/>
                </a:lnTo>
                <a:lnTo>
                  <a:pt x="97498" y="233070"/>
                </a:lnTo>
                <a:lnTo>
                  <a:pt x="97413" y="233380"/>
                </a:lnTo>
                <a:lnTo>
                  <a:pt x="108320" y="270431"/>
                </a:lnTo>
                <a:lnTo>
                  <a:pt x="134913" y="300416"/>
                </a:lnTo>
                <a:lnTo>
                  <a:pt x="167592" y="325314"/>
                </a:lnTo>
                <a:lnTo>
                  <a:pt x="195072" y="335197"/>
                </a:lnTo>
                <a:lnTo>
                  <a:pt x="207076" y="335197"/>
                </a:lnTo>
                <a:lnTo>
                  <a:pt x="245890" y="312308"/>
                </a:lnTo>
                <a:lnTo>
                  <a:pt x="248606" y="307576"/>
                </a:lnTo>
                <a:lnTo>
                  <a:pt x="200051" y="307576"/>
                </a:lnTo>
                <a:lnTo>
                  <a:pt x="194496" y="306520"/>
                </a:lnTo>
                <a:lnTo>
                  <a:pt x="157206" y="280360"/>
                </a:lnTo>
                <a:lnTo>
                  <a:pt x="131351" y="251331"/>
                </a:lnTo>
                <a:lnTo>
                  <a:pt x="127481" y="241092"/>
                </a:lnTo>
                <a:lnTo>
                  <a:pt x="129396" y="233380"/>
                </a:lnTo>
                <a:lnTo>
                  <a:pt x="151136" y="219365"/>
                </a:lnTo>
                <a:lnTo>
                  <a:pt x="207731" y="219365"/>
                </a:lnTo>
                <a:lnTo>
                  <a:pt x="199108" y="212157"/>
                </a:lnTo>
                <a:lnTo>
                  <a:pt x="183120" y="201667"/>
                </a:lnTo>
                <a:lnTo>
                  <a:pt x="168080" y="194845"/>
                </a:lnTo>
                <a:lnTo>
                  <a:pt x="154106" y="191718"/>
                </a:lnTo>
                <a:close/>
              </a:path>
              <a:path w="462914" h="446404">
                <a:moveTo>
                  <a:pt x="207731" y="219365"/>
                </a:moveTo>
                <a:lnTo>
                  <a:pt x="151136" y="219365"/>
                </a:lnTo>
                <a:lnTo>
                  <a:pt x="156709" y="220438"/>
                </a:lnTo>
                <a:lnTo>
                  <a:pt x="163526" y="223464"/>
                </a:lnTo>
                <a:lnTo>
                  <a:pt x="193979" y="246582"/>
                </a:lnTo>
                <a:lnTo>
                  <a:pt x="219837" y="275609"/>
                </a:lnTo>
                <a:lnTo>
                  <a:pt x="223705" y="285849"/>
                </a:lnTo>
                <a:lnTo>
                  <a:pt x="221791" y="293561"/>
                </a:lnTo>
                <a:lnTo>
                  <a:pt x="200051" y="307576"/>
                </a:lnTo>
                <a:lnTo>
                  <a:pt x="248606" y="307576"/>
                </a:lnTo>
                <a:lnTo>
                  <a:pt x="251122" y="303186"/>
                </a:lnTo>
                <a:lnTo>
                  <a:pt x="253687" y="293871"/>
                </a:lnTo>
                <a:lnTo>
                  <a:pt x="253812" y="288593"/>
                </a:lnTo>
                <a:lnTo>
                  <a:pt x="253852" y="283421"/>
                </a:lnTo>
                <a:lnTo>
                  <a:pt x="250369" y="270431"/>
                </a:lnTo>
                <a:lnTo>
                  <a:pt x="242906" y="256583"/>
                </a:lnTo>
                <a:lnTo>
                  <a:pt x="231464" y="241877"/>
                </a:lnTo>
                <a:lnTo>
                  <a:pt x="216043" y="226314"/>
                </a:lnTo>
                <a:lnTo>
                  <a:pt x="207731" y="219365"/>
                </a:lnTo>
                <a:close/>
              </a:path>
              <a:path w="462914" h="446404">
                <a:moveTo>
                  <a:pt x="304026" y="122727"/>
                </a:moveTo>
                <a:lnTo>
                  <a:pt x="261896" y="122727"/>
                </a:lnTo>
                <a:lnTo>
                  <a:pt x="267488" y="124945"/>
                </a:lnTo>
                <a:lnTo>
                  <a:pt x="277371" y="134023"/>
                </a:lnTo>
                <a:lnTo>
                  <a:pt x="280513" y="139863"/>
                </a:lnTo>
                <a:lnTo>
                  <a:pt x="282121" y="147252"/>
                </a:lnTo>
                <a:lnTo>
                  <a:pt x="282754" y="152609"/>
                </a:lnTo>
                <a:lnTo>
                  <a:pt x="282843" y="155044"/>
                </a:lnTo>
                <a:lnTo>
                  <a:pt x="282954" y="158085"/>
                </a:lnTo>
                <a:lnTo>
                  <a:pt x="282984" y="170765"/>
                </a:lnTo>
                <a:lnTo>
                  <a:pt x="282581" y="183564"/>
                </a:lnTo>
                <a:lnTo>
                  <a:pt x="282548" y="214644"/>
                </a:lnTo>
                <a:lnTo>
                  <a:pt x="295346" y="256583"/>
                </a:lnTo>
                <a:lnTo>
                  <a:pt x="300622" y="263471"/>
                </a:lnTo>
                <a:lnTo>
                  <a:pt x="355899" y="212697"/>
                </a:lnTo>
                <a:lnTo>
                  <a:pt x="311771" y="212697"/>
                </a:lnTo>
                <a:lnTo>
                  <a:pt x="310774" y="209672"/>
                </a:lnTo>
                <a:lnTo>
                  <a:pt x="310085" y="206259"/>
                </a:lnTo>
                <a:lnTo>
                  <a:pt x="309702" y="202459"/>
                </a:lnTo>
                <a:lnTo>
                  <a:pt x="309825" y="191718"/>
                </a:lnTo>
                <a:lnTo>
                  <a:pt x="310144" y="186730"/>
                </a:lnTo>
                <a:lnTo>
                  <a:pt x="310230" y="185388"/>
                </a:lnTo>
                <a:lnTo>
                  <a:pt x="311024" y="175911"/>
                </a:lnTo>
                <a:lnTo>
                  <a:pt x="311760" y="166243"/>
                </a:lnTo>
                <a:lnTo>
                  <a:pt x="311799" y="165223"/>
                </a:lnTo>
                <a:lnTo>
                  <a:pt x="311917" y="162136"/>
                </a:lnTo>
                <a:lnTo>
                  <a:pt x="311961" y="151438"/>
                </a:lnTo>
                <a:lnTo>
                  <a:pt x="311525" y="147252"/>
                </a:lnTo>
                <a:lnTo>
                  <a:pt x="311426" y="146302"/>
                </a:lnTo>
                <a:lnTo>
                  <a:pt x="309970" y="137505"/>
                </a:lnTo>
                <a:lnTo>
                  <a:pt x="307633" y="129905"/>
                </a:lnTo>
                <a:lnTo>
                  <a:pt x="304026" y="122727"/>
                </a:lnTo>
                <a:close/>
              </a:path>
              <a:path w="462914" h="446404">
                <a:moveTo>
                  <a:pt x="359460" y="168891"/>
                </a:moveTo>
                <a:lnTo>
                  <a:pt x="311771" y="212697"/>
                </a:lnTo>
                <a:lnTo>
                  <a:pt x="355899" y="212697"/>
                </a:lnTo>
                <a:lnTo>
                  <a:pt x="381525" y="189158"/>
                </a:lnTo>
                <a:lnTo>
                  <a:pt x="359460" y="168891"/>
                </a:lnTo>
                <a:close/>
              </a:path>
              <a:path w="462914" h="446404">
                <a:moveTo>
                  <a:pt x="255921" y="93102"/>
                </a:moveTo>
                <a:lnTo>
                  <a:pt x="216962" y="110624"/>
                </a:lnTo>
                <a:lnTo>
                  <a:pt x="198575" y="145247"/>
                </a:lnTo>
                <a:lnTo>
                  <a:pt x="198925" y="151438"/>
                </a:lnTo>
                <a:lnTo>
                  <a:pt x="198991" y="152609"/>
                </a:lnTo>
                <a:lnTo>
                  <a:pt x="199082" y="154219"/>
                </a:lnTo>
                <a:lnTo>
                  <a:pt x="217079" y="186730"/>
                </a:lnTo>
                <a:lnTo>
                  <a:pt x="241786" y="168891"/>
                </a:lnTo>
                <a:lnTo>
                  <a:pt x="234431" y="161150"/>
                </a:lnTo>
                <a:lnTo>
                  <a:pt x="230677" y="154219"/>
                </a:lnTo>
                <a:lnTo>
                  <a:pt x="230607" y="151438"/>
                </a:lnTo>
                <a:lnTo>
                  <a:pt x="230502" y="147252"/>
                </a:lnTo>
                <a:lnTo>
                  <a:pt x="230452" y="145247"/>
                </a:lnTo>
                <a:lnTo>
                  <a:pt x="261896" y="122727"/>
                </a:lnTo>
                <a:lnTo>
                  <a:pt x="304026" y="122727"/>
                </a:lnTo>
                <a:lnTo>
                  <a:pt x="301198" y="117097"/>
                </a:lnTo>
                <a:lnTo>
                  <a:pt x="265796" y="93721"/>
                </a:lnTo>
                <a:lnTo>
                  <a:pt x="255921" y="93102"/>
                </a:lnTo>
                <a:close/>
              </a:path>
              <a:path w="462914" h="446404">
                <a:moveTo>
                  <a:pt x="337397" y="0"/>
                </a:moveTo>
                <a:lnTo>
                  <a:pt x="318206" y="17628"/>
                </a:lnTo>
                <a:lnTo>
                  <a:pt x="344323" y="139863"/>
                </a:lnTo>
                <a:lnTo>
                  <a:pt x="344866" y="141974"/>
                </a:lnTo>
                <a:lnTo>
                  <a:pt x="366815" y="162136"/>
                </a:lnTo>
                <a:lnTo>
                  <a:pt x="411173" y="121391"/>
                </a:lnTo>
                <a:lnTo>
                  <a:pt x="367045" y="121391"/>
                </a:lnTo>
                <a:lnTo>
                  <a:pt x="352681" y="54573"/>
                </a:lnTo>
                <a:lnTo>
                  <a:pt x="396809" y="54573"/>
                </a:lnTo>
                <a:lnTo>
                  <a:pt x="337397" y="0"/>
                </a:lnTo>
                <a:close/>
              </a:path>
              <a:path w="462914" h="446404">
                <a:moveTo>
                  <a:pt x="462427" y="114846"/>
                </a:moveTo>
                <a:lnTo>
                  <a:pt x="418299" y="114846"/>
                </a:lnTo>
                <a:lnTo>
                  <a:pt x="440363" y="135114"/>
                </a:lnTo>
                <a:lnTo>
                  <a:pt x="462427" y="114846"/>
                </a:lnTo>
                <a:close/>
              </a:path>
              <a:path w="462914" h="446404">
                <a:moveTo>
                  <a:pt x="396809" y="54573"/>
                </a:moveTo>
                <a:lnTo>
                  <a:pt x="352681" y="54573"/>
                </a:lnTo>
                <a:lnTo>
                  <a:pt x="396234" y="94579"/>
                </a:lnTo>
                <a:lnTo>
                  <a:pt x="367045" y="121391"/>
                </a:lnTo>
                <a:lnTo>
                  <a:pt x="411173" y="121391"/>
                </a:lnTo>
                <a:lnTo>
                  <a:pt x="418299" y="114846"/>
                </a:lnTo>
                <a:lnTo>
                  <a:pt x="462427" y="114846"/>
                </a:lnTo>
                <a:lnTo>
                  <a:pt x="440363" y="94579"/>
                </a:lnTo>
                <a:lnTo>
                  <a:pt x="455072" y="81067"/>
                </a:lnTo>
                <a:lnTo>
                  <a:pt x="447718" y="74312"/>
                </a:lnTo>
                <a:lnTo>
                  <a:pt x="418299" y="74312"/>
                </a:lnTo>
                <a:lnTo>
                  <a:pt x="396809" y="54573"/>
                </a:lnTo>
                <a:close/>
              </a:path>
              <a:path w="462914" h="446404">
                <a:moveTo>
                  <a:pt x="433009" y="60801"/>
                </a:moveTo>
                <a:lnTo>
                  <a:pt x="418299" y="74312"/>
                </a:lnTo>
                <a:lnTo>
                  <a:pt x="447718" y="74312"/>
                </a:lnTo>
                <a:lnTo>
                  <a:pt x="433009" y="6080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5938313" y="6144383"/>
            <a:ext cx="455295" cy="439420"/>
          </a:xfrm>
          <a:custGeom>
            <a:avLst/>
            <a:gdLst/>
            <a:ahLst/>
            <a:cxnLst/>
            <a:rect l="l" t="t" r="r" b="b"/>
            <a:pathLst>
              <a:path w="455295" h="439420">
                <a:moveTo>
                  <a:pt x="105839" y="299720"/>
                </a:moveTo>
                <a:lnTo>
                  <a:pt x="63320" y="299720"/>
                </a:lnTo>
                <a:lnTo>
                  <a:pt x="68912" y="300990"/>
                </a:lnTo>
                <a:lnTo>
                  <a:pt x="78795" y="311150"/>
                </a:lnTo>
                <a:lnTo>
                  <a:pt x="81936" y="316230"/>
                </a:lnTo>
                <a:lnTo>
                  <a:pt x="83545" y="323850"/>
                </a:lnTo>
                <a:lnTo>
                  <a:pt x="84177" y="328930"/>
                </a:lnTo>
                <a:lnTo>
                  <a:pt x="84416" y="335280"/>
                </a:lnTo>
                <a:lnTo>
                  <a:pt x="84407" y="347980"/>
                </a:lnTo>
                <a:lnTo>
                  <a:pt x="84005" y="360680"/>
                </a:lnTo>
                <a:lnTo>
                  <a:pt x="83890" y="389890"/>
                </a:lnTo>
                <a:lnTo>
                  <a:pt x="96997" y="433070"/>
                </a:lnTo>
                <a:lnTo>
                  <a:pt x="102047" y="439420"/>
                </a:lnTo>
                <a:lnTo>
                  <a:pt x="156447" y="389890"/>
                </a:lnTo>
                <a:lnTo>
                  <a:pt x="113193" y="389890"/>
                </a:lnTo>
                <a:lnTo>
                  <a:pt x="112198" y="386080"/>
                </a:lnTo>
                <a:lnTo>
                  <a:pt x="111509" y="382270"/>
                </a:lnTo>
                <a:lnTo>
                  <a:pt x="111126" y="378460"/>
                </a:lnTo>
                <a:lnTo>
                  <a:pt x="111037" y="375920"/>
                </a:lnTo>
                <a:lnTo>
                  <a:pt x="110992" y="374650"/>
                </a:lnTo>
                <a:lnTo>
                  <a:pt x="111168" y="369570"/>
                </a:lnTo>
                <a:lnTo>
                  <a:pt x="111572" y="363220"/>
                </a:lnTo>
                <a:lnTo>
                  <a:pt x="111653" y="361950"/>
                </a:lnTo>
                <a:lnTo>
                  <a:pt x="112448" y="353060"/>
                </a:lnTo>
                <a:lnTo>
                  <a:pt x="113184" y="342900"/>
                </a:lnTo>
                <a:lnTo>
                  <a:pt x="113392" y="337820"/>
                </a:lnTo>
                <a:lnTo>
                  <a:pt x="113385" y="327660"/>
                </a:lnTo>
                <a:lnTo>
                  <a:pt x="112849" y="322580"/>
                </a:lnTo>
                <a:lnTo>
                  <a:pt x="111394" y="313690"/>
                </a:lnTo>
                <a:lnTo>
                  <a:pt x="109057" y="306070"/>
                </a:lnTo>
                <a:lnTo>
                  <a:pt x="105839" y="299720"/>
                </a:lnTo>
                <a:close/>
              </a:path>
              <a:path w="455295" h="439420">
                <a:moveTo>
                  <a:pt x="160886" y="345440"/>
                </a:moveTo>
                <a:lnTo>
                  <a:pt x="113193" y="389890"/>
                </a:lnTo>
                <a:lnTo>
                  <a:pt x="156447" y="389890"/>
                </a:lnTo>
                <a:lnTo>
                  <a:pt x="182949" y="365760"/>
                </a:lnTo>
                <a:lnTo>
                  <a:pt x="160886" y="345440"/>
                </a:lnTo>
                <a:close/>
              </a:path>
              <a:path w="455295" h="439420">
                <a:moveTo>
                  <a:pt x="57343" y="269240"/>
                </a:moveTo>
                <a:lnTo>
                  <a:pt x="18387" y="287020"/>
                </a:lnTo>
                <a:lnTo>
                  <a:pt x="0" y="321310"/>
                </a:lnTo>
                <a:lnTo>
                  <a:pt x="276" y="326390"/>
                </a:lnTo>
                <a:lnTo>
                  <a:pt x="345" y="327660"/>
                </a:lnTo>
                <a:lnTo>
                  <a:pt x="415" y="328930"/>
                </a:lnTo>
                <a:lnTo>
                  <a:pt x="484" y="330200"/>
                </a:lnTo>
                <a:lnTo>
                  <a:pt x="553" y="331470"/>
                </a:lnTo>
                <a:lnTo>
                  <a:pt x="3821" y="341630"/>
                </a:lnTo>
                <a:lnTo>
                  <a:pt x="9804" y="351790"/>
                </a:lnTo>
                <a:lnTo>
                  <a:pt x="18502" y="363220"/>
                </a:lnTo>
                <a:lnTo>
                  <a:pt x="43210" y="345440"/>
                </a:lnTo>
                <a:lnTo>
                  <a:pt x="35854" y="337820"/>
                </a:lnTo>
                <a:lnTo>
                  <a:pt x="32101" y="330200"/>
                </a:lnTo>
                <a:lnTo>
                  <a:pt x="31999" y="326390"/>
                </a:lnTo>
                <a:lnTo>
                  <a:pt x="31896" y="322580"/>
                </a:lnTo>
                <a:lnTo>
                  <a:pt x="31794" y="318770"/>
                </a:lnTo>
                <a:lnTo>
                  <a:pt x="34475" y="312420"/>
                </a:lnTo>
                <a:lnTo>
                  <a:pt x="45584" y="302260"/>
                </a:lnTo>
                <a:lnTo>
                  <a:pt x="51367" y="299720"/>
                </a:lnTo>
                <a:lnTo>
                  <a:pt x="105839" y="299720"/>
                </a:lnTo>
                <a:lnTo>
                  <a:pt x="102622" y="293370"/>
                </a:lnTo>
                <a:lnTo>
                  <a:pt x="67219" y="270510"/>
                </a:lnTo>
                <a:lnTo>
                  <a:pt x="57343" y="269240"/>
                </a:lnTo>
                <a:close/>
              </a:path>
              <a:path w="455295" h="439420">
                <a:moveTo>
                  <a:pt x="153990" y="185420"/>
                </a:moveTo>
                <a:lnTo>
                  <a:pt x="142900" y="185420"/>
                </a:lnTo>
                <a:lnTo>
                  <a:pt x="132385" y="187960"/>
                </a:lnTo>
                <a:lnTo>
                  <a:pt x="100065" y="218440"/>
                </a:lnTo>
                <a:lnTo>
                  <a:pt x="97335" y="237490"/>
                </a:lnTo>
                <a:lnTo>
                  <a:pt x="100804" y="250190"/>
                </a:lnTo>
                <a:lnTo>
                  <a:pt x="134913" y="294640"/>
                </a:lnTo>
                <a:lnTo>
                  <a:pt x="167593" y="320040"/>
                </a:lnTo>
                <a:lnTo>
                  <a:pt x="195071" y="328930"/>
                </a:lnTo>
                <a:lnTo>
                  <a:pt x="207091" y="328930"/>
                </a:lnTo>
                <a:lnTo>
                  <a:pt x="245902" y="306070"/>
                </a:lnTo>
                <a:lnTo>
                  <a:pt x="248140" y="302260"/>
                </a:lnTo>
                <a:lnTo>
                  <a:pt x="200052" y="302260"/>
                </a:lnTo>
                <a:lnTo>
                  <a:pt x="194499" y="300990"/>
                </a:lnTo>
                <a:lnTo>
                  <a:pt x="187718" y="297180"/>
                </a:lnTo>
                <a:lnTo>
                  <a:pt x="181997" y="294640"/>
                </a:lnTo>
                <a:lnTo>
                  <a:pt x="175005" y="289560"/>
                </a:lnTo>
                <a:lnTo>
                  <a:pt x="140630" y="257810"/>
                </a:lnTo>
                <a:lnTo>
                  <a:pt x="127481" y="234950"/>
                </a:lnTo>
                <a:lnTo>
                  <a:pt x="129473" y="227330"/>
                </a:lnTo>
                <a:lnTo>
                  <a:pt x="131696" y="223520"/>
                </a:lnTo>
                <a:lnTo>
                  <a:pt x="135143" y="220980"/>
                </a:lnTo>
                <a:lnTo>
                  <a:pt x="138590" y="217170"/>
                </a:lnTo>
                <a:lnTo>
                  <a:pt x="142478" y="215900"/>
                </a:lnTo>
                <a:lnTo>
                  <a:pt x="151136" y="213360"/>
                </a:lnTo>
                <a:lnTo>
                  <a:pt x="207577" y="213360"/>
                </a:lnTo>
                <a:lnTo>
                  <a:pt x="199109" y="205740"/>
                </a:lnTo>
                <a:lnTo>
                  <a:pt x="183121" y="195580"/>
                </a:lnTo>
                <a:lnTo>
                  <a:pt x="168081" y="189230"/>
                </a:lnTo>
                <a:lnTo>
                  <a:pt x="153990" y="185420"/>
                </a:lnTo>
                <a:close/>
              </a:path>
              <a:path w="455295" h="439420">
                <a:moveTo>
                  <a:pt x="207577" y="213360"/>
                </a:moveTo>
                <a:lnTo>
                  <a:pt x="151136" y="213360"/>
                </a:lnTo>
                <a:lnTo>
                  <a:pt x="156709" y="214630"/>
                </a:lnTo>
                <a:lnTo>
                  <a:pt x="163529" y="217170"/>
                </a:lnTo>
                <a:lnTo>
                  <a:pt x="193981" y="241300"/>
                </a:lnTo>
                <a:lnTo>
                  <a:pt x="222747" y="275590"/>
                </a:lnTo>
                <a:lnTo>
                  <a:pt x="223706" y="279400"/>
                </a:lnTo>
                <a:lnTo>
                  <a:pt x="221715" y="288290"/>
                </a:lnTo>
                <a:lnTo>
                  <a:pt x="219492" y="292100"/>
                </a:lnTo>
                <a:lnTo>
                  <a:pt x="212597" y="298450"/>
                </a:lnTo>
                <a:lnTo>
                  <a:pt x="208709" y="299720"/>
                </a:lnTo>
                <a:lnTo>
                  <a:pt x="200052" y="302260"/>
                </a:lnTo>
                <a:lnTo>
                  <a:pt x="248140" y="302260"/>
                </a:lnTo>
                <a:lnTo>
                  <a:pt x="251123" y="297180"/>
                </a:lnTo>
                <a:lnTo>
                  <a:pt x="253773" y="288290"/>
                </a:lnTo>
                <a:lnTo>
                  <a:pt x="253852" y="278130"/>
                </a:lnTo>
                <a:lnTo>
                  <a:pt x="250369" y="264160"/>
                </a:lnTo>
                <a:lnTo>
                  <a:pt x="242907" y="250190"/>
                </a:lnTo>
                <a:lnTo>
                  <a:pt x="231466" y="236220"/>
                </a:lnTo>
                <a:lnTo>
                  <a:pt x="216046" y="220980"/>
                </a:lnTo>
                <a:lnTo>
                  <a:pt x="207577" y="213360"/>
                </a:lnTo>
                <a:close/>
              </a:path>
              <a:path w="455295" h="439420">
                <a:moveTo>
                  <a:pt x="278560" y="196850"/>
                </a:moveTo>
                <a:lnTo>
                  <a:pt x="259829" y="219710"/>
                </a:lnTo>
                <a:lnTo>
                  <a:pt x="269963" y="227330"/>
                </a:lnTo>
                <a:lnTo>
                  <a:pt x="291050" y="234950"/>
                </a:lnTo>
                <a:lnTo>
                  <a:pt x="302003" y="236220"/>
                </a:lnTo>
                <a:lnTo>
                  <a:pt x="312734" y="234950"/>
                </a:lnTo>
                <a:lnTo>
                  <a:pt x="348258" y="212090"/>
                </a:lnTo>
                <a:lnTo>
                  <a:pt x="351377" y="207010"/>
                </a:lnTo>
                <a:lnTo>
                  <a:pt x="308303" y="207010"/>
                </a:lnTo>
                <a:lnTo>
                  <a:pt x="293979" y="205740"/>
                </a:lnTo>
                <a:lnTo>
                  <a:pt x="286452" y="203200"/>
                </a:lnTo>
                <a:lnTo>
                  <a:pt x="278560" y="196850"/>
                </a:lnTo>
                <a:close/>
              </a:path>
              <a:path w="455295" h="439420">
                <a:moveTo>
                  <a:pt x="350942" y="158750"/>
                </a:moveTo>
                <a:lnTo>
                  <a:pt x="306946" y="158750"/>
                </a:lnTo>
                <a:lnTo>
                  <a:pt x="312997" y="161290"/>
                </a:lnTo>
                <a:lnTo>
                  <a:pt x="324258" y="171450"/>
                </a:lnTo>
                <a:lnTo>
                  <a:pt x="327113" y="176530"/>
                </a:lnTo>
                <a:lnTo>
                  <a:pt x="326998" y="182880"/>
                </a:lnTo>
                <a:lnTo>
                  <a:pt x="326884" y="190500"/>
                </a:lnTo>
                <a:lnTo>
                  <a:pt x="324258" y="195580"/>
                </a:lnTo>
                <a:lnTo>
                  <a:pt x="314300" y="204470"/>
                </a:lnTo>
                <a:lnTo>
                  <a:pt x="308303" y="207010"/>
                </a:lnTo>
                <a:lnTo>
                  <a:pt x="351377" y="207010"/>
                </a:lnTo>
                <a:lnTo>
                  <a:pt x="353717" y="203200"/>
                </a:lnTo>
                <a:lnTo>
                  <a:pt x="356992" y="194310"/>
                </a:lnTo>
                <a:lnTo>
                  <a:pt x="358084" y="182880"/>
                </a:lnTo>
                <a:lnTo>
                  <a:pt x="357042" y="172720"/>
                </a:lnTo>
                <a:lnTo>
                  <a:pt x="353918" y="163830"/>
                </a:lnTo>
                <a:lnTo>
                  <a:pt x="350942" y="158750"/>
                </a:lnTo>
                <a:close/>
              </a:path>
              <a:path w="455295" h="439420">
                <a:moveTo>
                  <a:pt x="289271" y="120650"/>
                </a:moveTo>
                <a:lnTo>
                  <a:pt x="252493" y="120650"/>
                </a:lnTo>
                <a:lnTo>
                  <a:pt x="256228" y="121920"/>
                </a:lnTo>
                <a:lnTo>
                  <a:pt x="262970" y="128270"/>
                </a:lnTo>
                <a:lnTo>
                  <a:pt x="264233" y="132080"/>
                </a:lnTo>
                <a:lnTo>
                  <a:pt x="262088" y="143510"/>
                </a:lnTo>
                <a:lnTo>
                  <a:pt x="258258" y="148590"/>
                </a:lnTo>
                <a:lnTo>
                  <a:pt x="251670" y="153670"/>
                </a:lnTo>
                <a:lnTo>
                  <a:pt x="273044" y="177800"/>
                </a:lnTo>
                <a:lnTo>
                  <a:pt x="276339" y="172720"/>
                </a:lnTo>
                <a:lnTo>
                  <a:pt x="279633" y="168910"/>
                </a:lnTo>
                <a:lnTo>
                  <a:pt x="287830" y="161290"/>
                </a:lnTo>
                <a:lnTo>
                  <a:pt x="293615" y="158750"/>
                </a:lnTo>
                <a:lnTo>
                  <a:pt x="350942" y="158750"/>
                </a:lnTo>
                <a:lnTo>
                  <a:pt x="348710" y="154940"/>
                </a:lnTo>
                <a:lnTo>
                  <a:pt x="341420" y="146050"/>
                </a:lnTo>
                <a:lnTo>
                  <a:pt x="335480" y="142240"/>
                </a:lnTo>
                <a:lnTo>
                  <a:pt x="333371" y="140970"/>
                </a:lnTo>
                <a:lnTo>
                  <a:pt x="287639" y="140970"/>
                </a:lnTo>
                <a:lnTo>
                  <a:pt x="289837" y="129540"/>
                </a:lnTo>
                <a:lnTo>
                  <a:pt x="289514" y="124460"/>
                </a:lnTo>
                <a:lnTo>
                  <a:pt x="289433" y="123190"/>
                </a:lnTo>
                <a:lnTo>
                  <a:pt x="289352" y="121920"/>
                </a:lnTo>
                <a:lnTo>
                  <a:pt x="289271" y="120650"/>
                </a:lnTo>
                <a:close/>
              </a:path>
              <a:path w="455295" h="439420">
                <a:moveTo>
                  <a:pt x="251209" y="92710"/>
                </a:moveTo>
                <a:lnTo>
                  <a:pt x="213056" y="107950"/>
                </a:lnTo>
                <a:lnTo>
                  <a:pt x="195702" y="142240"/>
                </a:lnTo>
                <a:lnTo>
                  <a:pt x="195610" y="143510"/>
                </a:lnTo>
                <a:lnTo>
                  <a:pt x="198926" y="156210"/>
                </a:lnTo>
                <a:lnTo>
                  <a:pt x="201465" y="161290"/>
                </a:lnTo>
                <a:lnTo>
                  <a:pt x="204872" y="167640"/>
                </a:lnTo>
                <a:lnTo>
                  <a:pt x="209149" y="173990"/>
                </a:lnTo>
                <a:lnTo>
                  <a:pt x="234431" y="156210"/>
                </a:lnTo>
                <a:lnTo>
                  <a:pt x="230219" y="151130"/>
                </a:lnTo>
                <a:lnTo>
                  <a:pt x="228323" y="146050"/>
                </a:lnTo>
                <a:lnTo>
                  <a:pt x="228954" y="138430"/>
                </a:lnTo>
                <a:lnTo>
                  <a:pt x="229059" y="137160"/>
                </a:lnTo>
                <a:lnTo>
                  <a:pt x="229165" y="135890"/>
                </a:lnTo>
                <a:lnTo>
                  <a:pt x="231406" y="132080"/>
                </a:lnTo>
                <a:lnTo>
                  <a:pt x="239603" y="124460"/>
                </a:lnTo>
                <a:lnTo>
                  <a:pt x="243836" y="121920"/>
                </a:lnTo>
                <a:lnTo>
                  <a:pt x="252493" y="120650"/>
                </a:lnTo>
                <a:lnTo>
                  <a:pt x="289271" y="120650"/>
                </a:lnTo>
                <a:lnTo>
                  <a:pt x="289190" y="119380"/>
                </a:lnTo>
                <a:lnTo>
                  <a:pt x="259433" y="93980"/>
                </a:lnTo>
                <a:lnTo>
                  <a:pt x="251209" y="92710"/>
                </a:lnTo>
                <a:close/>
              </a:path>
              <a:path w="455295" h="439420">
                <a:moveTo>
                  <a:pt x="358098" y="0"/>
                </a:moveTo>
                <a:lnTo>
                  <a:pt x="340221" y="0"/>
                </a:lnTo>
                <a:lnTo>
                  <a:pt x="331911" y="3810"/>
                </a:lnTo>
                <a:lnTo>
                  <a:pt x="302104" y="33020"/>
                </a:lnTo>
                <a:lnTo>
                  <a:pt x="298899" y="49530"/>
                </a:lnTo>
                <a:lnTo>
                  <a:pt x="298786" y="54610"/>
                </a:lnTo>
                <a:lnTo>
                  <a:pt x="319768" y="97790"/>
                </a:lnTo>
                <a:lnTo>
                  <a:pt x="350610" y="127000"/>
                </a:lnTo>
                <a:lnTo>
                  <a:pt x="393650" y="146050"/>
                </a:lnTo>
                <a:lnTo>
                  <a:pt x="406280" y="146050"/>
                </a:lnTo>
                <a:lnTo>
                  <a:pt x="445650" y="123190"/>
                </a:lnTo>
                <a:lnTo>
                  <a:pt x="447916" y="119380"/>
                </a:lnTo>
                <a:lnTo>
                  <a:pt x="389704" y="119380"/>
                </a:lnTo>
                <a:lnTo>
                  <a:pt x="382906" y="116840"/>
                </a:lnTo>
                <a:lnTo>
                  <a:pt x="376699" y="111760"/>
                </a:lnTo>
                <a:lnTo>
                  <a:pt x="371031" y="106680"/>
                </a:lnTo>
                <a:lnTo>
                  <a:pt x="368501" y="100330"/>
                </a:lnTo>
                <a:lnTo>
                  <a:pt x="369728" y="88900"/>
                </a:lnTo>
                <a:lnTo>
                  <a:pt x="371165" y="86360"/>
                </a:lnTo>
                <a:lnTo>
                  <a:pt x="346362" y="86360"/>
                </a:lnTo>
                <a:lnTo>
                  <a:pt x="338066" y="77470"/>
                </a:lnTo>
                <a:lnTo>
                  <a:pt x="332140" y="68580"/>
                </a:lnTo>
                <a:lnTo>
                  <a:pt x="328585" y="60960"/>
                </a:lnTo>
                <a:lnTo>
                  <a:pt x="327400" y="54610"/>
                </a:lnTo>
                <a:lnTo>
                  <a:pt x="327400" y="48260"/>
                </a:lnTo>
                <a:lnTo>
                  <a:pt x="330311" y="40640"/>
                </a:lnTo>
                <a:lnTo>
                  <a:pt x="340577" y="31750"/>
                </a:lnTo>
                <a:lnTo>
                  <a:pt x="345366" y="29210"/>
                </a:lnTo>
                <a:lnTo>
                  <a:pt x="371132" y="29210"/>
                </a:lnTo>
                <a:lnTo>
                  <a:pt x="386237" y="11430"/>
                </a:lnTo>
                <a:lnTo>
                  <a:pt x="376714" y="6350"/>
                </a:lnTo>
                <a:lnTo>
                  <a:pt x="367334" y="2540"/>
                </a:lnTo>
                <a:lnTo>
                  <a:pt x="358098" y="0"/>
                </a:lnTo>
                <a:close/>
              </a:path>
              <a:path w="455295" h="439420">
                <a:moveTo>
                  <a:pt x="315333" y="134620"/>
                </a:moveTo>
                <a:lnTo>
                  <a:pt x="308130" y="134620"/>
                </a:lnTo>
                <a:lnTo>
                  <a:pt x="294282" y="137160"/>
                </a:lnTo>
                <a:lnTo>
                  <a:pt x="287639" y="140970"/>
                </a:lnTo>
                <a:lnTo>
                  <a:pt x="333371" y="140970"/>
                </a:lnTo>
                <a:lnTo>
                  <a:pt x="329153" y="138430"/>
                </a:lnTo>
                <a:lnTo>
                  <a:pt x="322437" y="135890"/>
                </a:lnTo>
                <a:lnTo>
                  <a:pt x="315333" y="134620"/>
                </a:lnTo>
                <a:close/>
              </a:path>
              <a:path w="455295" h="439420">
                <a:moveTo>
                  <a:pt x="446369" y="69850"/>
                </a:moveTo>
                <a:lnTo>
                  <a:pt x="402040" y="69850"/>
                </a:lnTo>
                <a:lnTo>
                  <a:pt x="408570" y="73660"/>
                </a:lnTo>
                <a:lnTo>
                  <a:pt x="421440" y="85090"/>
                </a:lnTo>
                <a:lnTo>
                  <a:pt x="424370" y="90170"/>
                </a:lnTo>
                <a:lnTo>
                  <a:pt x="424149" y="92710"/>
                </a:lnTo>
                <a:lnTo>
                  <a:pt x="424039" y="93980"/>
                </a:lnTo>
                <a:lnTo>
                  <a:pt x="423928" y="95250"/>
                </a:lnTo>
                <a:lnTo>
                  <a:pt x="423818" y="96520"/>
                </a:lnTo>
                <a:lnTo>
                  <a:pt x="423707" y="97790"/>
                </a:lnTo>
                <a:lnTo>
                  <a:pt x="423597" y="99060"/>
                </a:lnTo>
                <a:lnTo>
                  <a:pt x="423486" y="100330"/>
                </a:lnTo>
                <a:lnTo>
                  <a:pt x="423376" y="101600"/>
                </a:lnTo>
                <a:lnTo>
                  <a:pt x="420674" y="106680"/>
                </a:lnTo>
                <a:lnTo>
                  <a:pt x="410716" y="115570"/>
                </a:lnTo>
                <a:lnTo>
                  <a:pt x="404491" y="118110"/>
                </a:lnTo>
                <a:lnTo>
                  <a:pt x="389704" y="119380"/>
                </a:lnTo>
                <a:lnTo>
                  <a:pt x="447916" y="119380"/>
                </a:lnTo>
                <a:lnTo>
                  <a:pt x="450937" y="114300"/>
                </a:lnTo>
                <a:lnTo>
                  <a:pt x="454039" y="105410"/>
                </a:lnTo>
                <a:lnTo>
                  <a:pt x="454269" y="102870"/>
                </a:lnTo>
                <a:lnTo>
                  <a:pt x="454384" y="101600"/>
                </a:lnTo>
                <a:lnTo>
                  <a:pt x="454499" y="100330"/>
                </a:lnTo>
                <a:lnTo>
                  <a:pt x="454613" y="99060"/>
                </a:lnTo>
                <a:lnTo>
                  <a:pt x="454728" y="97790"/>
                </a:lnTo>
                <a:lnTo>
                  <a:pt x="454843" y="96520"/>
                </a:lnTo>
                <a:lnTo>
                  <a:pt x="454958" y="95250"/>
                </a:lnTo>
                <a:lnTo>
                  <a:pt x="453644" y="85090"/>
                </a:lnTo>
                <a:lnTo>
                  <a:pt x="450046" y="76200"/>
                </a:lnTo>
                <a:lnTo>
                  <a:pt x="446369" y="69850"/>
                </a:lnTo>
                <a:close/>
              </a:path>
              <a:path w="455295" h="439420">
                <a:moveTo>
                  <a:pt x="396294" y="41910"/>
                </a:moveTo>
                <a:lnTo>
                  <a:pt x="385646" y="41910"/>
                </a:lnTo>
                <a:lnTo>
                  <a:pt x="375824" y="44450"/>
                </a:lnTo>
                <a:lnTo>
                  <a:pt x="346570" y="77470"/>
                </a:lnTo>
                <a:lnTo>
                  <a:pt x="346421" y="83820"/>
                </a:lnTo>
                <a:lnTo>
                  <a:pt x="346362" y="86360"/>
                </a:lnTo>
                <a:lnTo>
                  <a:pt x="371165" y="86360"/>
                </a:lnTo>
                <a:lnTo>
                  <a:pt x="372602" y="83820"/>
                </a:lnTo>
                <a:lnTo>
                  <a:pt x="383020" y="73660"/>
                </a:lnTo>
                <a:lnTo>
                  <a:pt x="388938" y="71120"/>
                </a:lnTo>
                <a:lnTo>
                  <a:pt x="402040" y="69850"/>
                </a:lnTo>
                <a:lnTo>
                  <a:pt x="446369" y="69850"/>
                </a:lnTo>
                <a:lnTo>
                  <a:pt x="444163" y="66040"/>
                </a:lnTo>
                <a:lnTo>
                  <a:pt x="435997" y="57150"/>
                </a:lnTo>
                <a:lnTo>
                  <a:pt x="426922" y="50800"/>
                </a:lnTo>
                <a:lnTo>
                  <a:pt x="417280" y="45720"/>
                </a:lnTo>
                <a:lnTo>
                  <a:pt x="407071" y="43180"/>
                </a:lnTo>
                <a:lnTo>
                  <a:pt x="396294" y="41910"/>
                </a:lnTo>
                <a:close/>
              </a:path>
              <a:path w="455295" h="439420">
                <a:moveTo>
                  <a:pt x="371132" y="29210"/>
                </a:moveTo>
                <a:lnTo>
                  <a:pt x="355631" y="29210"/>
                </a:lnTo>
                <a:lnTo>
                  <a:pt x="361071" y="30480"/>
                </a:lnTo>
                <a:lnTo>
                  <a:pt x="366816" y="34290"/>
                </a:lnTo>
                <a:lnTo>
                  <a:pt x="371132" y="2921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6832812" y="6143101"/>
            <a:ext cx="456565" cy="441325"/>
          </a:xfrm>
          <a:custGeom>
            <a:avLst/>
            <a:gdLst/>
            <a:ahLst/>
            <a:cxnLst/>
            <a:rect l="l" t="t" r="r" b="b"/>
            <a:pathLst>
              <a:path w="456565" h="441325">
                <a:moveTo>
                  <a:pt x="105450" y="299958"/>
                </a:moveTo>
                <a:lnTo>
                  <a:pt x="63320" y="299958"/>
                </a:lnTo>
                <a:lnTo>
                  <a:pt x="68912" y="302174"/>
                </a:lnTo>
                <a:lnTo>
                  <a:pt x="78795" y="311252"/>
                </a:lnTo>
                <a:lnTo>
                  <a:pt x="81936" y="317093"/>
                </a:lnTo>
                <a:lnTo>
                  <a:pt x="83545" y="324482"/>
                </a:lnTo>
                <a:lnTo>
                  <a:pt x="84177" y="329839"/>
                </a:lnTo>
                <a:lnTo>
                  <a:pt x="84266" y="332274"/>
                </a:lnTo>
                <a:lnTo>
                  <a:pt x="84378" y="335315"/>
                </a:lnTo>
                <a:lnTo>
                  <a:pt x="84407" y="347995"/>
                </a:lnTo>
                <a:lnTo>
                  <a:pt x="84005" y="360794"/>
                </a:lnTo>
                <a:lnTo>
                  <a:pt x="83890" y="390983"/>
                </a:lnTo>
                <a:lnTo>
                  <a:pt x="96998" y="434189"/>
                </a:lnTo>
                <a:lnTo>
                  <a:pt x="102047" y="440701"/>
                </a:lnTo>
                <a:lnTo>
                  <a:pt x="157321" y="389928"/>
                </a:lnTo>
                <a:lnTo>
                  <a:pt x="113193" y="389928"/>
                </a:lnTo>
                <a:lnTo>
                  <a:pt x="112199" y="386901"/>
                </a:lnTo>
                <a:lnTo>
                  <a:pt x="111508" y="383488"/>
                </a:lnTo>
                <a:lnTo>
                  <a:pt x="111126" y="379689"/>
                </a:lnTo>
                <a:lnTo>
                  <a:pt x="111033" y="377050"/>
                </a:lnTo>
                <a:lnTo>
                  <a:pt x="110993" y="375892"/>
                </a:lnTo>
                <a:lnTo>
                  <a:pt x="111168" y="370202"/>
                </a:lnTo>
                <a:lnTo>
                  <a:pt x="111567" y="363961"/>
                </a:lnTo>
                <a:lnTo>
                  <a:pt x="111653" y="362618"/>
                </a:lnTo>
                <a:lnTo>
                  <a:pt x="112447" y="353141"/>
                </a:lnTo>
                <a:lnTo>
                  <a:pt x="113183" y="343473"/>
                </a:lnTo>
                <a:lnTo>
                  <a:pt x="113206" y="326960"/>
                </a:lnTo>
                <a:lnTo>
                  <a:pt x="112948" y="324482"/>
                </a:lnTo>
                <a:lnTo>
                  <a:pt x="112849" y="323532"/>
                </a:lnTo>
                <a:lnTo>
                  <a:pt x="111392" y="314736"/>
                </a:lnTo>
                <a:lnTo>
                  <a:pt x="109056" y="307136"/>
                </a:lnTo>
                <a:lnTo>
                  <a:pt x="105450" y="299958"/>
                </a:lnTo>
                <a:close/>
              </a:path>
              <a:path w="456565" h="441325">
                <a:moveTo>
                  <a:pt x="160884" y="346121"/>
                </a:moveTo>
                <a:lnTo>
                  <a:pt x="113193" y="389928"/>
                </a:lnTo>
                <a:lnTo>
                  <a:pt x="157321" y="389928"/>
                </a:lnTo>
                <a:lnTo>
                  <a:pt x="182948" y="366388"/>
                </a:lnTo>
                <a:lnTo>
                  <a:pt x="160884" y="346121"/>
                </a:lnTo>
                <a:close/>
              </a:path>
              <a:path w="456565" h="441325">
                <a:moveTo>
                  <a:pt x="59024" y="270437"/>
                </a:moveTo>
                <a:lnTo>
                  <a:pt x="56519" y="270437"/>
                </a:lnTo>
                <a:lnTo>
                  <a:pt x="47238" y="271624"/>
                </a:lnTo>
                <a:lnTo>
                  <a:pt x="10946" y="295797"/>
                </a:lnTo>
                <a:lnTo>
                  <a:pt x="0" y="322477"/>
                </a:lnTo>
                <a:lnTo>
                  <a:pt x="253" y="326960"/>
                </a:lnTo>
                <a:lnTo>
                  <a:pt x="291" y="327636"/>
                </a:lnTo>
                <a:lnTo>
                  <a:pt x="415" y="329839"/>
                </a:lnTo>
                <a:lnTo>
                  <a:pt x="506" y="331449"/>
                </a:lnTo>
                <a:lnTo>
                  <a:pt x="553" y="332274"/>
                </a:lnTo>
                <a:lnTo>
                  <a:pt x="3821" y="342453"/>
                </a:lnTo>
                <a:lnTo>
                  <a:pt x="6960" y="347995"/>
                </a:lnTo>
                <a:lnTo>
                  <a:pt x="9904" y="353141"/>
                </a:lnTo>
                <a:lnTo>
                  <a:pt x="18502" y="363961"/>
                </a:lnTo>
                <a:lnTo>
                  <a:pt x="43210" y="346121"/>
                </a:lnTo>
                <a:lnTo>
                  <a:pt x="35853" y="338381"/>
                </a:lnTo>
                <a:lnTo>
                  <a:pt x="32100" y="331449"/>
                </a:lnTo>
                <a:lnTo>
                  <a:pt x="31987" y="326960"/>
                </a:lnTo>
                <a:lnTo>
                  <a:pt x="31875" y="322477"/>
                </a:lnTo>
                <a:lnTo>
                  <a:pt x="31793" y="319204"/>
                </a:lnTo>
                <a:lnTo>
                  <a:pt x="34475" y="313610"/>
                </a:lnTo>
                <a:lnTo>
                  <a:pt x="45584" y="303406"/>
                </a:lnTo>
                <a:lnTo>
                  <a:pt x="51368" y="300661"/>
                </a:lnTo>
                <a:lnTo>
                  <a:pt x="63320" y="299958"/>
                </a:lnTo>
                <a:lnTo>
                  <a:pt x="105450" y="299958"/>
                </a:lnTo>
                <a:lnTo>
                  <a:pt x="102622" y="294328"/>
                </a:lnTo>
                <a:lnTo>
                  <a:pt x="98323" y="288698"/>
                </a:lnTo>
                <a:lnTo>
                  <a:pt x="98215" y="288557"/>
                </a:lnTo>
                <a:lnTo>
                  <a:pt x="92623" y="283420"/>
                </a:lnTo>
                <a:lnTo>
                  <a:pt x="84859" y="277496"/>
                </a:lnTo>
                <a:lnTo>
                  <a:pt x="76391" y="273340"/>
                </a:lnTo>
                <a:lnTo>
                  <a:pt x="67220" y="270951"/>
                </a:lnTo>
                <a:lnTo>
                  <a:pt x="59024" y="270437"/>
                </a:lnTo>
                <a:close/>
              </a:path>
              <a:path w="456565" h="441325">
                <a:moveTo>
                  <a:pt x="154107" y="186545"/>
                </a:moveTo>
                <a:lnTo>
                  <a:pt x="142900" y="186545"/>
                </a:lnTo>
                <a:lnTo>
                  <a:pt x="132386" y="188947"/>
                </a:lnTo>
                <a:lnTo>
                  <a:pt x="100065" y="218582"/>
                </a:lnTo>
                <a:lnTo>
                  <a:pt x="97336" y="238348"/>
                </a:lnTo>
                <a:lnTo>
                  <a:pt x="100512" y="250229"/>
                </a:lnTo>
                <a:lnTo>
                  <a:pt x="134913" y="295243"/>
                </a:lnTo>
                <a:lnTo>
                  <a:pt x="167593" y="320141"/>
                </a:lnTo>
                <a:lnTo>
                  <a:pt x="195073" y="330024"/>
                </a:lnTo>
                <a:lnTo>
                  <a:pt x="207077" y="330024"/>
                </a:lnTo>
                <a:lnTo>
                  <a:pt x="245892" y="307136"/>
                </a:lnTo>
                <a:lnTo>
                  <a:pt x="248608" y="302403"/>
                </a:lnTo>
                <a:lnTo>
                  <a:pt x="200052" y="302403"/>
                </a:lnTo>
                <a:lnTo>
                  <a:pt x="194497" y="301347"/>
                </a:lnTo>
                <a:lnTo>
                  <a:pt x="157208" y="275187"/>
                </a:lnTo>
                <a:lnTo>
                  <a:pt x="131351" y="246159"/>
                </a:lnTo>
                <a:lnTo>
                  <a:pt x="127482" y="235920"/>
                </a:lnTo>
                <a:lnTo>
                  <a:pt x="129397" y="228207"/>
                </a:lnTo>
                <a:lnTo>
                  <a:pt x="129473" y="227897"/>
                </a:lnTo>
                <a:lnTo>
                  <a:pt x="131695" y="224309"/>
                </a:lnTo>
                <a:lnTo>
                  <a:pt x="138591" y="217975"/>
                </a:lnTo>
                <a:lnTo>
                  <a:pt x="142478" y="215952"/>
                </a:lnTo>
                <a:lnTo>
                  <a:pt x="151136" y="214192"/>
                </a:lnTo>
                <a:lnTo>
                  <a:pt x="207732" y="214192"/>
                </a:lnTo>
                <a:lnTo>
                  <a:pt x="199109" y="206984"/>
                </a:lnTo>
                <a:lnTo>
                  <a:pt x="183121" y="196494"/>
                </a:lnTo>
                <a:lnTo>
                  <a:pt x="168081" y="189673"/>
                </a:lnTo>
                <a:lnTo>
                  <a:pt x="154107" y="186545"/>
                </a:lnTo>
                <a:close/>
              </a:path>
              <a:path w="456565" h="441325">
                <a:moveTo>
                  <a:pt x="207732" y="214192"/>
                </a:moveTo>
                <a:lnTo>
                  <a:pt x="151136" y="214192"/>
                </a:lnTo>
                <a:lnTo>
                  <a:pt x="156709" y="215266"/>
                </a:lnTo>
                <a:lnTo>
                  <a:pt x="163527" y="218292"/>
                </a:lnTo>
                <a:lnTo>
                  <a:pt x="193981" y="241409"/>
                </a:lnTo>
                <a:lnTo>
                  <a:pt x="219838" y="270437"/>
                </a:lnTo>
                <a:lnTo>
                  <a:pt x="223525" y="279772"/>
                </a:lnTo>
                <a:lnTo>
                  <a:pt x="223649" y="280386"/>
                </a:lnTo>
                <a:lnTo>
                  <a:pt x="200052" y="302403"/>
                </a:lnTo>
                <a:lnTo>
                  <a:pt x="248608" y="302403"/>
                </a:lnTo>
                <a:lnTo>
                  <a:pt x="251124" y="298014"/>
                </a:lnTo>
                <a:lnTo>
                  <a:pt x="253688" y="288698"/>
                </a:lnTo>
                <a:lnTo>
                  <a:pt x="253812" y="283420"/>
                </a:lnTo>
                <a:lnTo>
                  <a:pt x="253852" y="278248"/>
                </a:lnTo>
                <a:lnTo>
                  <a:pt x="250369" y="265258"/>
                </a:lnTo>
                <a:lnTo>
                  <a:pt x="242907" y="251410"/>
                </a:lnTo>
                <a:lnTo>
                  <a:pt x="231466" y="236705"/>
                </a:lnTo>
                <a:lnTo>
                  <a:pt x="216044" y="221142"/>
                </a:lnTo>
                <a:lnTo>
                  <a:pt x="207732" y="214192"/>
                </a:lnTo>
                <a:close/>
              </a:path>
              <a:path w="456565" h="441325">
                <a:moveTo>
                  <a:pt x="241787" y="82651"/>
                </a:moveTo>
                <a:lnTo>
                  <a:pt x="222595" y="100279"/>
                </a:lnTo>
                <a:lnTo>
                  <a:pt x="249095" y="224309"/>
                </a:lnTo>
                <a:lnTo>
                  <a:pt x="249140" y="224520"/>
                </a:lnTo>
                <a:lnTo>
                  <a:pt x="271205" y="244787"/>
                </a:lnTo>
                <a:lnTo>
                  <a:pt x="315565" y="204041"/>
                </a:lnTo>
                <a:lnTo>
                  <a:pt x="271435" y="204041"/>
                </a:lnTo>
                <a:lnTo>
                  <a:pt x="257070" y="137224"/>
                </a:lnTo>
                <a:lnTo>
                  <a:pt x="301201" y="137224"/>
                </a:lnTo>
                <a:lnTo>
                  <a:pt x="241787" y="82651"/>
                </a:lnTo>
                <a:close/>
              </a:path>
              <a:path w="456565" h="441325">
                <a:moveTo>
                  <a:pt x="366816" y="197497"/>
                </a:moveTo>
                <a:lnTo>
                  <a:pt x="322690" y="197497"/>
                </a:lnTo>
                <a:lnTo>
                  <a:pt x="344754" y="217764"/>
                </a:lnTo>
                <a:lnTo>
                  <a:pt x="366816" y="197497"/>
                </a:lnTo>
                <a:close/>
              </a:path>
              <a:path w="456565" h="441325">
                <a:moveTo>
                  <a:pt x="301201" y="137224"/>
                </a:moveTo>
                <a:lnTo>
                  <a:pt x="257070" y="137224"/>
                </a:lnTo>
                <a:lnTo>
                  <a:pt x="300624" y="177230"/>
                </a:lnTo>
                <a:lnTo>
                  <a:pt x="271435" y="204041"/>
                </a:lnTo>
                <a:lnTo>
                  <a:pt x="315565" y="204041"/>
                </a:lnTo>
                <a:lnTo>
                  <a:pt x="322690" y="197497"/>
                </a:lnTo>
                <a:lnTo>
                  <a:pt x="366816" y="197497"/>
                </a:lnTo>
                <a:lnTo>
                  <a:pt x="344754" y="177230"/>
                </a:lnTo>
                <a:lnTo>
                  <a:pt x="359463" y="163719"/>
                </a:lnTo>
                <a:lnTo>
                  <a:pt x="352108" y="156963"/>
                </a:lnTo>
                <a:lnTo>
                  <a:pt x="322690" y="156963"/>
                </a:lnTo>
                <a:lnTo>
                  <a:pt x="301201" y="137224"/>
                </a:lnTo>
                <a:close/>
              </a:path>
              <a:path w="456565" h="441325">
                <a:moveTo>
                  <a:pt x="337398" y="143452"/>
                </a:moveTo>
                <a:lnTo>
                  <a:pt x="322690" y="156963"/>
                </a:lnTo>
                <a:lnTo>
                  <a:pt x="352108" y="156963"/>
                </a:lnTo>
                <a:lnTo>
                  <a:pt x="337398" y="143452"/>
                </a:lnTo>
                <a:close/>
              </a:path>
              <a:path w="456565" h="441325">
                <a:moveTo>
                  <a:pt x="377221" y="94895"/>
                </a:moveTo>
                <a:lnTo>
                  <a:pt x="352106" y="94895"/>
                </a:lnTo>
                <a:lnTo>
                  <a:pt x="348278" y="103480"/>
                </a:lnTo>
                <a:lnTo>
                  <a:pt x="347397" y="111539"/>
                </a:lnTo>
                <a:lnTo>
                  <a:pt x="351533" y="126597"/>
                </a:lnTo>
                <a:lnTo>
                  <a:pt x="390289" y="151355"/>
                </a:lnTo>
                <a:lnTo>
                  <a:pt x="401293" y="150841"/>
                </a:lnTo>
                <a:lnTo>
                  <a:pt x="437376" y="132685"/>
                </a:lnTo>
                <a:lnTo>
                  <a:pt x="446794" y="122059"/>
                </a:lnTo>
                <a:lnTo>
                  <a:pt x="391218" y="122059"/>
                </a:lnTo>
                <a:lnTo>
                  <a:pt x="385664" y="120229"/>
                </a:lnTo>
                <a:lnTo>
                  <a:pt x="377389" y="112629"/>
                </a:lnTo>
                <a:lnTo>
                  <a:pt x="375705" y="108301"/>
                </a:lnTo>
                <a:lnTo>
                  <a:pt x="375816" y="100279"/>
                </a:lnTo>
                <a:lnTo>
                  <a:pt x="375857" y="97323"/>
                </a:lnTo>
                <a:lnTo>
                  <a:pt x="377221" y="94895"/>
                </a:lnTo>
                <a:close/>
              </a:path>
              <a:path w="456565" h="441325">
                <a:moveTo>
                  <a:pt x="451816" y="76721"/>
                </a:moveTo>
                <a:lnTo>
                  <a:pt x="408360" y="76721"/>
                </a:lnTo>
                <a:lnTo>
                  <a:pt x="413608" y="78341"/>
                </a:lnTo>
                <a:lnTo>
                  <a:pt x="422743" y="86732"/>
                </a:lnTo>
                <a:lnTo>
                  <a:pt x="424793" y="91746"/>
                </a:lnTo>
                <a:lnTo>
                  <a:pt x="423173" y="102812"/>
                </a:lnTo>
                <a:lnTo>
                  <a:pt x="420176" y="107950"/>
                </a:lnTo>
                <a:lnTo>
                  <a:pt x="409605" y="117661"/>
                </a:lnTo>
                <a:lnTo>
                  <a:pt x="403783" y="120511"/>
                </a:lnTo>
                <a:lnTo>
                  <a:pt x="391218" y="122059"/>
                </a:lnTo>
                <a:lnTo>
                  <a:pt x="446794" y="122059"/>
                </a:lnTo>
                <a:lnTo>
                  <a:pt x="451167" y="115505"/>
                </a:lnTo>
                <a:lnTo>
                  <a:pt x="454872" y="106460"/>
                </a:lnTo>
                <a:lnTo>
                  <a:pt x="456219" y="98488"/>
                </a:lnTo>
                <a:lnTo>
                  <a:pt x="456324" y="94895"/>
                </a:lnTo>
                <a:lnTo>
                  <a:pt x="455921" y="87896"/>
                </a:lnTo>
                <a:lnTo>
                  <a:pt x="453293" y="79247"/>
                </a:lnTo>
                <a:lnTo>
                  <a:pt x="451816" y="76721"/>
                </a:lnTo>
                <a:close/>
              </a:path>
              <a:path w="456565" h="441325">
                <a:moveTo>
                  <a:pt x="351188" y="0"/>
                </a:moveTo>
                <a:lnTo>
                  <a:pt x="311622" y="18507"/>
                </a:lnTo>
                <a:lnTo>
                  <a:pt x="291648" y="53609"/>
                </a:lnTo>
                <a:lnTo>
                  <a:pt x="291486" y="55733"/>
                </a:lnTo>
                <a:lnTo>
                  <a:pt x="291998" y="63651"/>
                </a:lnTo>
                <a:lnTo>
                  <a:pt x="292013" y="63875"/>
                </a:lnTo>
                <a:lnTo>
                  <a:pt x="318150" y="95968"/>
                </a:lnTo>
                <a:lnTo>
                  <a:pt x="332166" y="98488"/>
                </a:lnTo>
                <a:lnTo>
                  <a:pt x="338533" y="98286"/>
                </a:lnTo>
                <a:lnTo>
                  <a:pt x="345047" y="97113"/>
                </a:lnTo>
                <a:lnTo>
                  <a:pt x="352106" y="94895"/>
                </a:lnTo>
                <a:lnTo>
                  <a:pt x="377221" y="94895"/>
                </a:lnTo>
                <a:lnTo>
                  <a:pt x="378989" y="91746"/>
                </a:lnTo>
                <a:lnTo>
                  <a:pt x="390490" y="81173"/>
                </a:lnTo>
                <a:lnTo>
                  <a:pt x="396179" y="78341"/>
                </a:lnTo>
                <a:lnTo>
                  <a:pt x="408360" y="76721"/>
                </a:lnTo>
                <a:lnTo>
                  <a:pt x="451816" y="76721"/>
                </a:lnTo>
                <a:lnTo>
                  <a:pt x="450891" y="75139"/>
                </a:lnTo>
                <a:lnTo>
                  <a:pt x="339907" y="75139"/>
                </a:lnTo>
                <a:lnTo>
                  <a:pt x="334601" y="73327"/>
                </a:lnTo>
                <a:lnTo>
                  <a:pt x="325561" y="65022"/>
                </a:lnTo>
                <a:lnTo>
                  <a:pt x="323723" y="60237"/>
                </a:lnTo>
                <a:lnTo>
                  <a:pt x="325103" y="49119"/>
                </a:lnTo>
                <a:lnTo>
                  <a:pt x="328282" y="43736"/>
                </a:lnTo>
                <a:lnTo>
                  <a:pt x="339390" y="33531"/>
                </a:lnTo>
                <a:lnTo>
                  <a:pt x="345098" y="30717"/>
                </a:lnTo>
                <a:lnTo>
                  <a:pt x="357049" y="29450"/>
                </a:lnTo>
                <a:lnTo>
                  <a:pt x="397232" y="29450"/>
                </a:lnTo>
                <a:lnTo>
                  <a:pt x="396389" y="25087"/>
                </a:lnTo>
                <a:lnTo>
                  <a:pt x="361020" y="488"/>
                </a:lnTo>
                <a:lnTo>
                  <a:pt x="351188" y="0"/>
                </a:lnTo>
                <a:close/>
              </a:path>
              <a:path w="456565" h="441325">
                <a:moveTo>
                  <a:pt x="397232" y="29450"/>
                </a:moveTo>
                <a:lnTo>
                  <a:pt x="357049" y="29450"/>
                </a:lnTo>
                <a:lnTo>
                  <a:pt x="362220" y="31139"/>
                </a:lnTo>
                <a:lnTo>
                  <a:pt x="371261" y="39443"/>
                </a:lnTo>
                <a:lnTo>
                  <a:pt x="373233" y="44350"/>
                </a:lnTo>
                <a:lnTo>
                  <a:pt x="372208" y="52131"/>
                </a:lnTo>
                <a:lnTo>
                  <a:pt x="372122" y="52778"/>
                </a:lnTo>
                <a:lnTo>
                  <a:pt x="372013" y="53609"/>
                </a:lnTo>
                <a:lnTo>
                  <a:pt x="371928" y="54255"/>
                </a:lnTo>
                <a:lnTo>
                  <a:pt x="371844" y="54889"/>
                </a:lnTo>
                <a:lnTo>
                  <a:pt x="339907" y="75139"/>
                </a:lnTo>
                <a:lnTo>
                  <a:pt x="450891" y="75139"/>
                </a:lnTo>
                <a:lnTo>
                  <a:pt x="448567" y="71165"/>
                </a:lnTo>
                <a:lnTo>
                  <a:pt x="441744" y="63651"/>
                </a:lnTo>
                <a:lnTo>
                  <a:pt x="435461" y="57880"/>
                </a:lnTo>
                <a:lnTo>
                  <a:pt x="431196" y="55733"/>
                </a:lnTo>
                <a:lnTo>
                  <a:pt x="394743" y="55733"/>
                </a:lnTo>
                <a:lnTo>
                  <a:pt x="398266" y="47852"/>
                </a:lnTo>
                <a:lnTo>
                  <a:pt x="399299" y="40147"/>
                </a:lnTo>
                <a:lnTo>
                  <a:pt x="397232" y="29450"/>
                </a:lnTo>
                <a:close/>
              </a:path>
              <a:path w="456565" h="441325">
                <a:moveTo>
                  <a:pt x="413983" y="52131"/>
                </a:moveTo>
                <a:lnTo>
                  <a:pt x="407699" y="52408"/>
                </a:lnTo>
                <a:lnTo>
                  <a:pt x="401286" y="53609"/>
                </a:lnTo>
                <a:lnTo>
                  <a:pt x="394743" y="55733"/>
                </a:lnTo>
                <a:lnTo>
                  <a:pt x="431196" y="55733"/>
                </a:lnTo>
                <a:lnTo>
                  <a:pt x="428259" y="54255"/>
                </a:lnTo>
                <a:lnTo>
                  <a:pt x="420138" y="52778"/>
                </a:lnTo>
                <a:lnTo>
                  <a:pt x="413983" y="5213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7727312" y="6148192"/>
            <a:ext cx="452755" cy="435609"/>
          </a:xfrm>
          <a:custGeom>
            <a:avLst/>
            <a:gdLst/>
            <a:ahLst/>
            <a:cxnLst/>
            <a:rect l="l" t="t" r="r" b="b"/>
            <a:pathLst>
              <a:path w="452754" h="435609">
                <a:moveTo>
                  <a:pt x="105839" y="295909"/>
                </a:moveTo>
                <a:lnTo>
                  <a:pt x="63318" y="295909"/>
                </a:lnTo>
                <a:lnTo>
                  <a:pt x="68911" y="297179"/>
                </a:lnTo>
                <a:lnTo>
                  <a:pt x="78794" y="307339"/>
                </a:lnTo>
                <a:lnTo>
                  <a:pt x="81935" y="312419"/>
                </a:lnTo>
                <a:lnTo>
                  <a:pt x="83544" y="320039"/>
                </a:lnTo>
                <a:lnTo>
                  <a:pt x="84176" y="325119"/>
                </a:lnTo>
                <a:lnTo>
                  <a:pt x="84415" y="331469"/>
                </a:lnTo>
                <a:lnTo>
                  <a:pt x="84405" y="344169"/>
                </a:lnTo>
                <a:lnTo>
                  <a:pt x="84002" y="356869"/>
                </a:lnTo>
                <a:lnTo>
                  <a:pt x="83889" y="386079"/>
                </a:lnTo>
                <a:lnTo>
                  <a:pt x="96996" y="429259"/>
                </a:lnTo>
                <a:lnTo>
                  <a:pt x="102045" y="435609"/>
                </a:lnTo>
                <a:lnTo>
                  <a:pt x="156445" y="386079"/>
                </a:lnTo>
                <a:lnTo>
                  <a:pt x="113191" y="386079"/>
                </a:lnTo>
                <a:lnTo>
                  <a:pt x="112196" y="382269"/>
                </a:lnTo>
                <a:lnTo>
                  <a:pt x="111507" y="378459"/>
                </a:lnTo>
                <a:lnTo>
                  <a:pt x="111125" y="374649"/>
                </a:lnTo>
                <a:lnTo>
                  <a:pt x="111036" y="372109"/>
                </a:lnTo>
                <a:lnTo>
                  <a:pt x="110991" y="370839"/>
                </a:lnTo>
                <a:lnTo>
                  <a:pt x="111167" y="365759"/>
                </a:lnTo>
                <a:lnTo>
                  <a:pt x="111571" y="359409"/>
                </a:lnTo>
                <a:lnTo>
                  <a:pt x="111652" y="358139"/>
                </a:lnTo>
                <a:lnTo>
                  <a:pt x="112445" y="349249"/>
                </a:lnTo>
                <a:lnTo>
                  <a:pt x="113182" y="339089"/>
                </a:lnTo>
                <a:lnTo>
                  <a:pt x="113390" y="334009"/>
                </a:lnTo>
                <a:lnTo>
                  <a:pt x="113382" y="323849"/>
                </a:lnTo>
                <a:lnTo>
                  <a:pt x="112847" y="318769"/>
                </a:lnTo>
                <a:lnTo>
                  <a:pt x="111392" y="309879"/>
                </a:lnTo>
                <a:lnTo>
                  <a:pt x="109057" y="302259"/>
                </a:lnTo>
                <a:lnTo>
                  <a:pt x="105839" y="295909"/>
                </a:lnTo>
                <a:close/>
              </a:path>
              <a:path w="452754" h="435609">
                <a:moveTo>
                  <a:pt x="160883" y="341629"/>
                </a:moveTo>
                <a:lnTo>
                  <a:pt x="113191" y="386079"/>
                </a:lnTo>
                <a:lnTo>
                  <a:pt x="156445" y="386079"/>
                </a:lnTo>
                <a:lnTo>
                  <a:pt x="182948" y="361949"/>
                </a:lnTo>
                <a:lnTo>
                  <a:pt x="160883" y="341629"/>
                </a:lnTo>
                <a:close/>
              </a:path>
              <a:path w="452754" h="435609">
                <a:moveTo>
                  <a:pt x="57343" y="265429"/>
                </a:moveTo>
                <a:lnTo>
                  <a:pt x="18385" y="283209"/>
                </a:lnTo>
                <a:lnTo>
                  <a:pt x="0" y="317499"/>
                </a:lnTo>
                <a:lnTo>
                  <a:pt x="275" y="322579"/>
                </a:lnTo>
                <a:lnTo>
                  <a:pt x="344" y="323849"/>
                </a:lnTo>
                <a:lnTo>
                  <a:pt x="413" y="325119"/>
                </a:lnTo>
                <a:lnTo>
                  <a:pt x="18501" y="359409"/>
                </a:lnTo>
                <a:lnTo>
                  <a:pt x="43209" y="341629"/>
                </a:lnTo>
                <a:lnTo>
                  <a:pt x="35853" y="334009"/>
                </a:lnTo>
                <a:lnTo>
                  <a:pt x="32099" y="326389"/>
                </a:lnTo>
                <a:lnTo>
                  <a:pt x="31997" y="322579"/>
                </a:lnTo>
                <a:lnTo>
                  <a:pt x="31895" y="318769"/>
                </a:lnTo>
                <a:lnTo>
                  <a:pt x="31793" y="314959"/>
                </a:lnTo>
                <a:lnTo>
                  <a:pt x="34474" y="308609"/>
                </a:lnTo>
                <a:lnTo>
                  <a:pt x="45584" y="298449"/>
                </a:lnTo>
                <a:lnTo>
                  <a:pt x="51366" y="295909"/>
                </a:lnTo>
                <a:lnTo>
                  <a:pt x="105839" y="295909"/>
                </a:lnTo>
                <a:lnTo>
                  <a:pt x="102621" y="289559"/>
                </a:lnTo>
                <a:lnTo>
                  <a:pt x="67219" y="266699"/>
                </a:lnTo>
                <a:lnTo>
                  <a:pt x="57343" y="265429"/>
                </a:lnTo>
                <a:close/>
              </a:path>
              <a:path w="452754" h="435609">
                <a:moveTo>
                  <a:pt x="153988" y="181609"/>
                </a:moveTo>
                <a:lnTo>
                  <a:pt x="142899" y="181609"/>
                </a:lnTo>
                <a:lnTo>
                  <a:pt x="132383" y="184149"/>
                </a:lnTo>
                <a:lnTo>
                  <a:pt x="100063" y="214629"/>
                </a:lnTo>
                <a:lnTo>
                  <a:pt x="97334" y="233679"/>
                </a:lnTo>
                <a:lnTo>
                  <a:pt x="100803" y="246379"/>
                </a:lnTo>
                <a:lnTo>
                  <a:pt x="134912" y="290829"/>
                </a:lnTo>
                <a:lnTo>
                  <a:pt x="167592" y="316229"/>
                </a:lnTo>
                <a:lnTo>
                  <a:pt x="195072" y="325119"/>
                </a:lnTo>
                <a:lnTo>
                  <a:pt x="207090" y="325119"/>
                </a:lnTo>
                <a:lnTo>
                  <a:pt x="245901" y="302259"/>
                </a:lnTo>
                <a:lnTo>
                  <a:pt x="248138" y="298449"/>
                </a:lnTo>
                <a:lnTo>
                  <a:pt x="200052" y="298449"/>
                </a:lnTo>
                <a:lnTo>
                  <a:pt x="194496" y="297179"/>
                </a:lnTo>
                <a:lnTo>
                  <a:pt x="187717" y="293369"/>
                </a:lnTo>
                <a:lnTo>
                  <a:pt x="181996" y="290829"/>
                </a:lnTo>
                <a:lnTo>
                  <a:pt x="175003" y="285749"/>
                </a:lnTo>
                <a:lnTo>
                  <a:pt x="140629" y="253999"/>
                </a:lnTo>
                <a:lnTo>
                  <a:pt x="127481" y="231139"/>
                </a:lnTo>
                <a:lnTo>
                  <a:pt x="129472" y="223519"/>
                </a:lnTo>
                <a:lnTo>
                  <a:pt x="131695" y="219709"/>
                </a:lnTo>
                <a:lnTo>
                  <a:pt x="135140" y="217169"/>
                </a:lnTo>
                <a:lnTo>
                  <a:pt x="138590" y="213359"/>
                </a:lnTo>
                <a:lnTo>
                  <a:pt x="142477" y="212089"/>
                </a:lnTo>
                <a:lnTo>
                  <a:pt x="151135" y="209549"/>
                </a:lnTo>
                <a:lnTo>
                  <a:pt x="207575" y="209549"/>
                </a:lnTo>
                <a:lnTo>
                  <a:pt x="199107" y="201929"/>
                </a:lnTo>
                <a:lnTo>
                  <a:pt x="183119" y="191769"/>
                </a:lnTo>
                <a:lnTo>
                  <a:pt x="168080" y="185419"/>
                </a:lnTo>
                <a:lnTo>
                  <a:pt x="153988" y="181609"/>
                </a:lnTo>
                <a:close/>
              </a:path>
              <a:path w="452754" h="435609">
                <a:moveTo>
                  <a:pt x="207575" y="209549"/>
                </a:moveTo>
                <a:lnTo>
                  <a:pt x="151135" y="209549"/>
                </a:lnTo>
                <a:lnTo>
                  <a:pt x="156707" y="210819"/>
                </a:lnTo>
                <a:lnTo>
                  <a:pt x="163527" y="213359"/>
                </a:lnTo>
                <a:lnTo>
                  <a:pt x="193979" y="237489"/>
                </a:lnTo>
                <a:lnTo>
                  <a:pt x="222747" y="271779"/>
                </a:lnTo>
                <a:lnTo>
                  <a:pt x="223706" y="275589"/>
                </a:lnTo>
                <a:lnTo>
                  <a:pt x="221714" y="284479"/>
                </a:lnTo>
                <a:lnTo>
                  <a:pt x="219492" y="288289"/>
                </a:lnTo>
                <a:lnTo>
                  <a:pt x="212598" y="294639"/>
                </a:lnTo>
                <a:lnTo>
                  <a:pt x="208707" y="295909"/>
                </a:lnTo>
                <a:lnTo>
                  <a:pt x="200052" y="298449"/>
                </a:lnTo>
                <a:lnTo>
                  <a:pt x="248138" y="298449"/>
                </a:lnTo>
                <a:lnTo>
                  <a:pt x="251122" y="293369"/>
                </a:lnTo>
                <a:lnTo>
                  <a:pt x="253773" y="284479"/>
                </a:lnTo>
                <a:lnTo>
                  <a:pt x="253852" y="274319"/>
                </a:lnTo>
                <a:lnTo>
                  <a:pt x="250369" y="260349"/>
                </a:lnTo>
                <a:lnTo>
                  <a:pt x="242907" y="246379"/>
                </a:lnTo>
                <a:lnTo>
                  <a:pt x="231465" y="232409"/>
                </a:lnTo>
                <a:lnTo>
                  <a:pt x="216043" y="217169"/>
                </a:lnTo>
                <a:lnTo>
                  <a:pt x="207575" y="209549"/>
                </a:lnTo>
                <a:close/>
              </a:path>
              <a:path w="452754" h="435609">
                <a:moveTo>
                  <a:pt x="262485" y="83819"/>
                </a:moveTo>
                <a:lnTo>
                  <a:pt x="253391" y="83819"/>
                </a:lnTo>
                <a:lnTo>
                  <a:pt x="244608" y="85089"/>
                </a:lnTo>
                <a:lnTo>
                  <a:pt x="212392" y="106679"/>
                </a:lnTo>
                <a:lnTo>
                  <a:pt x="203229" y="135889"/>
                </a:lnTo>
                <a:lnTo>
                  <a:pt x="203116" y="140969"/>
                </a:lnTo>
                <a:lnTo>
                  <a:pt x="224155" y="181609"/>
                </a:lnTo>
                <a:lnTo>
                  <a:pt x="254997" y="210819"/>
                </a:lnTo>
                <a:lnTo>
                  <a:pt x="298039" y="229869"/>
                </a:lnTo>
                <a:lnTo>
                  <a:pt x="310668" y="229869"/>
                </a:lnTo>
                <a:lnTo>
                  <a:pt x="350038" y="207009"/>
                </a:lnTo>
                <a:lnTo>
                  <a:pt x="352304" y="203199"/>
                </a:lnTo>
                <a:lnTo>
                  <a:pt x="294092" y="203199"/>
                </a:lnTo>
                <a:lnTo>
                  <a:pt x="287294" y="200659"/>
                </a:lnTo>
                <a:lnTo>
                  <a:pt x="281087" y="195579"/>
                </a:lnTo>
                <a:lnTo>
                  <a:pt x="275417" y="190499"/>
                </a:lnTo>
                <a:lnTo>
                  <a:pt x="272891" y="184149"/>
                </a:lnTo>
                <a:lnTo>
                  <a:pt x="274115" y="172719"/>
                </a:lnTo>
                <a:lnTo>
                  <a:pt x="275551" y="170179"/>
                </a:lnTo>
                <a:lnTo>
                  <a:pt x="250748" y="170179"/>
                </a:lnTo>
                <a:lnTo>
                  <a:pt x="242453" y="161289"/>
                </a:lnTo>
                <a:lnTo>
                  <a:pt x="236528" y="152399"/>
                </a:lnTo>
                <a:lnTo>
                  <a:pt x="232972" y="144779"/>
                </a:lnTo>
                <a:lnTo>
                  <a:pt x="231787" y="139699"/>
                </a:lnTo>
                <a:lnTo>
                  <a:pt x="231787" y="132079"/>
                </a:lnTo>
                <a:lnTo>
                  <a:pt x="234699" y="125729"/>
                </a:lnTo>
                <a:lnTo>
                  <a:pt x="244963" y="115569"/>
                </a:lnTo>
                <a:lnTo>
                  <a:pt x="249754" y="113029"/>
                </a:lnTo>
                <a:lnTo>
                  <a:pt x="275773" y="113029"/>
                </a:lnTo>
                <a:lnTo>
                  <a:pt x="290625" y="96519"/>
                </a:lnTo>
                <a:lnTo>
                  <a:pt x="281101" y="90169"/>
                </a:lnTo>
                <a:lnTo>
                  <a:pt x="271721" y="86359"/>
                </a:lnTo>
                <a:lnTo>
                  <a:pt x="262485" y="83819"/>
                </a:lnTo>
                <a:close/>
              </a:path>
              <a:path w="452754" h="435609">
                <a:moveTo>
                  <a:pt x="351072" y="154939"/>
                </a:moveTo>
                <a:lnTo>
                  <a:pt x="306426" y="154939"/>
                </a:lnTo>
                <a:lnTo>
                  <a:pt x="312958" y="157479"/>
                </a:lnTo>
                <a:lnTo>
                  <a:pt x="325829" y="168909"/>
                </a:lnTo>
                <a:lnTo>
                  <a:pt x="328759" y="173989"/>
                </a:lnTo>
                <a:lnTo>
                  <a:pt x="327873" y="184149"/>
                </a:lnTo>
                <a:lnTo>
                  <a:pt x="327762" y="185419"/>
                </a:lnTo>
                <a:lnTo>
                  <a:pt x="325062" y="190499"/>
                </a:lnTo>
                <a:lnTo>
                  <a:pt x="315102" y="199389"/>
                </a:lnTo>
                <a:lnTo>
                  <a:pt x="308877" y="203199"/>
                </a:lnTo>
                <a:lnTo>
                  <a:pt x="352304" y="203199"/>
                </a:lnTo>
                <a:lnTo>
                  <a:pt x="355325" y="198119"/>
                </a:lnTo>
                <a:lnTo>
                  <a:pt x="358427" y="189229"/>
                </a:lnTo>
                <a:lnTo>
                  <a:pt x="359346" y="179069"/>
                </a:lnTo>
                <a:lnTo>
                  <a:pt x="358032" y="168909"/>
                </a:lnTo>
                <a:lnTo>
                  <a:pt x="354434" y="160019"/>
                </a:lnTo>
                <a:lnTo>
                  <a:pt x="351072" y="154939"/>
                </a:lnTo>
                <a:close/>
              </a:path>
              <a:path w="452754" h="435609">
                <a:moveTo>
                  <a:pt x="300681" y="125729"/>
                </a:moveTo>
                <a:lnTo>
                  <a:pt x="263044" y="139699"/>
                </a:lnTo>
                <a:lnTo>
                  <a:pt x="250748" y="170179"/>
                </a:lnTo>
                <a:lnTo>
                  <a:pt x="275551" y="170179"/>
                </a:lnTo>
                <a:lnTo>
                  <a:pt x="276988" y="167639"/>
                </a:lnTo>
                <a:lnTo>
                  <a:pt x="287408" y="157479"/>
                </a:lnTo>
                <a:lnTo>
                  <a:pt x="293326" y="154939"/>
                </a:lnTo>
                <a:lnTo>
                  <a:pt x="351072" y="154939"/>
                </a:lnTo>
                <a:lnTo>
                  <a:pt x="348551" y="151129"/>
                </a:lnTo>
                <a:lnTo>
                  <a:pt x="340385" y="142239"/>
                </a:lnTo>
                <a:lnTo>
                  <a:pt x="331310" y="134619"/>
                </a:lnTo>
                <a:lnTo>
                  <a:pt x="321667" y="129539"/>
                </a:lnTo>
                <a:lnTo>
                  <a:pt x="311458" y="126999"/>
                </a:lnTo>
                <a:lnTo>
                  <a:pt x="300681" y="125729"/>
                </a:lnTo>
                <a:close/>
              </a:path>
              <a:path w="452754" h="435609">
                <a:moveTo>
                  <a:pt x="352567" y="0"/>
                </a:moveTo>
                <a:lnTo>
                  <a:pt x="341477" y="0"/>
                </a:lnTo>
                <a:lnTo>
                  <a:pt x="330961" y="2539"/>
                </a:lnTo>
                <a:lnTo>
                  <a:pt x="298642" y="31749"/>
                </a:lnTo>
                <a:lnTo>
                  <a:pt x="295912" y="52069"/>
                </a:lnTo>
                <a:lnTo>
                  <a:pt x="299381" y="64769"/>
                </a:lnTo>
                <a:lnTo>
                  <a:pt x="333489" y="107949"/>
                </a:lnTo>
                <a:lnTo>
                  <a:pt x="366169" y="133349"/>
                </a:lnTo>
                <a:lnTo>
                  <a:pt x="393647" y="143509"/>
                </a:lnTo>
                <a:lnTo>
                  <a:pt x="405668" y="143509"/>
                </a:lnTo>
                <a:lnTo>
                  <a:pt x="444478" y="120649"/>
                </a:lnTo>
                <a:lnTo>
                  <a:pt x="447462" y="115569"/>
                </a:lnTo>
                <a:lnTo>
                  <a:pt x="398628" y="115569"/>
                </a:lnTo>
                <a:lnTo>
                  <a:pt x="393075" y="114299"/>
                </a:lnTo>
                <a:lnTo>
                  <a:pt x="355784" y="88899"/>
                </a:lnTo>
                <a:lnTo>
                  <a:pt x="329928" y="59689"/>
                </a:lnTo>
                <a:lnTo>
                  <a:pt x="326058" y="49529"/>
                </a:lnTo>
                <a:lnTo>
                  <a:pt x="328051" y="40639"/>
                </a:lnTo>
                <a:lnTo>
                  <a:pt x="330272" y="36829"/>
                </a:lnTo>
                <a:lnTo>
                  <a:pt x="337167" y="31749"/>
                </a:lnTo>
                <a:lnTo>
                  <a:pt x="341055" y="29209"/>
                </a:lnTo>
                <a:lnTo>
                  <a:pt x="349713" y="27939"/>
                </a:lnTo>
                <a:lnTo>
                  <a:pt x="406923" y="27939"/>
                </a:lnTo>
                <a:lnTo>
                  <a:pt x="397685" y="20319"/>
                </a:lnTo>
                <a:lnTo>
                  <a:pt x="381697" y="10159"/>
                </a:lnTo>
                <a:lnTo>
                  <a:pt x="366658" y="2539"/>
                </a:lnTo>
                <a:lnTo>
                  <a:pt x="352567" y="0"/>
                </a:lnTo>
                <a:close/>
              </a:path>
              <a:path w="452754" h="435609">
                <a:moveTo>
                  <a:pt x="275773" y="113029"/>
                </a:moveTo>
                <a:lnTo>
                  <a:pt x="260019" y="113029"/>
                </a:lnTo>
                <a:lnTo>
                  <a:pt x="265459" y="114299"/>
                </a:lnTo>
                <a:lnTo>
                  <a:pt x="271203" y="118109"/>
                </a:lnTo>
                <a:lnTo>
                  <a:pt x="275773" y="113029"/>
                </a:lnTo>
                <a:close/>
              </a:path>
              <a:path w="452754" h="435609">
                <a:moveTo>
                  <a:pt x="406923" y="27939"/>
                </a:moveTo>
                <a:lnTo>
                  <a:pt x="355286" y="27939"/>
                </a:lnTo>
                <a:lnTo>
                  <a:pt x="362103" y="31749"/>
                </a:lnTo>
                <a:lnTo>
                  <a:pt x="367842" y="34289"/>
                </a:lnTo>
                <a:lnTo>
                  <a:pt x="374831" y="39369"/>
                </a:lnTo>
                <a:lnTo>
                  <a:pt x="409192" y="71119"/>
                </a:lnTo>
                <a:lnTo>
                  <a:pt x="422282" y="93979"/>
                </a:lnTo>
                <a:lnTo>
                  <a:pt x="420291" y="101599"/>
                </a:lnTo>
                <a:lnTo>
                  <a:pt x="418070" y="105409"/>
                </a:lnTo>
                <a:lnTo>
                  <a:pt x="411173" y="111759"/>
                </a:lnTo>
                <a:lnTo>
                  <a:pt x="407285" y="114299"/>
                </a:lnTo>
                <a:lnTo>
                  <a:pt x="398628" y="115569"/>
                </a:lnTo>
                <a:lnTo>
                  <a:pt x="447462" y="115569"/>
                </a:lnTo>
                <a:lnTo>
                  <a:pt x="449700" y="111759"/>
                </a:lnTo>
                <a:lnTo>
                  <a:pt x="452350" y="101599"/>
                </a:lnTo>
                <a:lnTo>
                  <a:pt x="452429" y="91439"/>
                </a:lnTo>
                <a:lnTo>
                  <a:pt x="448946" y="78739"/>
                </a:lnTo>
                <a:lnTo>
                  <a:pt x="441484" y="64769"/>
                </a:lnTo>
                <a:lnTo>
                  <a:pt x="430042" y="49529"/>
                </a:lnTo>
                <a:lnTo>
                  <a:pt x="414621" y="34289"/>
                </a:lnTo>
                <a:lnTo>
                  <a:pt x="406923" y="2793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/>
          <p:nvPr/>
        </p:nvSpPr>
        <p:spPr>
          <a:xfrm>
            <a:off x="1732424" y="3502058"/>
            <a:ext cx="932180" cy="537845"/>
          </a:xfrm>
          <a:prstGeom prst="rect">
            <a:avLst/>
          </a:prstGeom>
          <a:solidFill>
            <a:srgbClr val="D6D7FF"/>
          </a:solidFill>
        </p:spPr>
        <p:txBody>
          <a:bodyPr wrap="square" lIns="0" tIns="46990" rIns="0" bIns="0" rtlCol="0" vert="horz">
            <a:spAutoFit/>
          </a:bodyPr>
          <a:lstStyle/>
          <a:p>
            <a:pPr marL="94615">
              <a:lnSpc>
                <a:spcPct val="100000"/>
              </a:lnSpc>
              <a:spcBef>
                <a:spcPts val="370"/>
              </a:spcBef>
            </a:pPr>
            <a:r>
              <a:rPr dirty="0" sz="2900" spc="-25">
                <a:latin typeface="Times New Roman"/>
                <a:cs typeface="Times New Roman"/>
              </a:rPr>
              <a:t>DES</a:t>
            </a:r>
            <a:endParaRPr sz="29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745176" y="2613032"/>
            <a:ext cx="1155700" cy="979805"/>
          </a:xfrm>
          <a:prstGeom prst="rect">
            <a:avLst/>
          </a:prstGeom>
          <a:solidFill>
            <a:srgbClr val="D6D7FF"/>
          </a:solidFill>
        </p:spPr>
        <p:txBody>
          <a:bodyPr wrap="square" lIns="0" tIns="41910" rIns="0" bIns="0" rtlCol="0" vert="horz">
            <a:spAutoFit/>
          </a:bodyPr>
          <a:lstStyle/>
          <a:p>
            <a:pPr marL="94615" marR="173355">
              <a:lnSpc>
                <a:spcPct val="101099"/>
              </a:lnSpc>
              <a:spcBef>
                <a:spcPts val="330"/>
              </a:spcBef>
            </a:pPr>
            <a:r>
              <a:rPr dirty="0" sz="2900">
                <a:latin typeface="Times New Roman"/>
                <a:cs typeface="Times New Roman"/>
              </a:rPr>
              <a:t>2-</a:t>
            </a:r>
            <a:r>
              <a:rPr dirty="0" sz="2900" spc="-25">
                <a:latin typeface="Times New Roman"/>
                <a:cs typeface="Times New Roman"/>
              </a:rPr>
              <a:t>key </a:t>
            </a:r>
            <a:r>
              <a:rPr dirty="0" sz="2900" spc="-20">
                <a:latin typeface="Times New Roman"/>
                <a:cs typeface="Times New Roman"/>
              </a:rPr>
              <a:t>3DES</a:t>
            </a:r>
            <a:endParaRPr sz="29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5309372" y="2164410"/>
            <a:ext cx="1155700" cy="979805"/>
          </a:xfrm>
          <a:prstGeom prst="rect">
            <a:avLst/>
          </a:prstGeom>
          <a:solidFill>
            <a:srgbClr val="D6D7FF"/>
          </a:solidFill>
        </p:spPr>
        <p:txBody>
          <a:bodyPr wrap="square" lIns="0" tIns="41910" rIns="0" bIns="0" rtlCol="0" vert="horz">
            <a:spAutoFit/>
          </a:bodyPr>
          <a:lstStyle/>
          <a:p>
            <a:pPr marL="94615" marR="173355">
              <a:lnSpc>
                <a:spcPct val="101099"/>
              </a:lnSpc>
              <a:spcBef>
                <a:spcPts val="330"/>
              </a:spcBef>
            </a:pPr>
            <a:r>
              <a:rPr dirty="0" sz="2900">
                <a:latin typeface="Times New Roman"/>
                <a:cs typeface="Times New Roman"/>
              </a:rPr>
              <a:t>3-</a:t>
            </a:r>
            <a:r>
              <a:rPr dirty="0" sz="2900" spc="-25">
                <a:latin typeface="Times New Roman"/>
                <a:cs typeface="Times New Roman"/>
              </a:rPr>
              <a:t>key </a:t>
            </a:r>
            <a:r>
              <a:rPr dirty="0" sz="2900" spc="-20">
                <a:latin typeface="Times New Roman"/>
                <a:cs typeface="Times New Roman"/>
              </a:rPr>
              <a:t>3DES</a:t>
            </a:r>
            <a:endParaRPr sz="29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8776233" y="1493943"/>
            <a:ext cx="894080" cy="979805"/>
          </a:xfrm>
          <a:prstGeom prst="rect">
            <a:avLst/>
          </a:prstGeom>
          <a:solidFill>
            <a:srgbClr val="D6D7FF"/>
          </a:solidFill>
        </p:spPr>
        <p:txBody>
          <a:bodyPr wrap="square" lIns="0" tIns="46990" rIns="0" bIns="0" rtlCol="0" vert="horz">
            <a:spAutoFit/>
          </a:bodyPr>
          <a:lstStyle/>
          <a:p>
            <a:pPr marL="94615">
              <a:lnSpc>
                <a:spcPct val="100000"/>
              </a:lnSpc>
              <a:spcBef>
                <a:spcPts val="370"/>
              </a:spcBef>
            </a:pPr>
            <a:r>
              <a:rPr dirty="0" sz="2900" spc="-25">
                <a:latin typeface="Times New Roman"/>
                <a:cs typeface="Times New Roman"/>
              </a:rPr>
              <a:t>AES</a:t>
            </a:r>
            <a:endParaRPr sz="2900">
              <a:latin typeface="Times New Roman"/>
              <a:cs typeface="Times New Roman"/>
            </a:endParaRPr>
          </a:p>
          <a:p>
            <a:pPr marL="94615">
              <a:lnSpc>
                <a:spcPct val="100000"/>
              </a:lnSpc>
              <a:spcBef>
                <a:spcPts val="40"/>
              </a:spcBef>
            </a:pPr>
            <a:r>
              <a:rPr dirty="0" sz="2900" spc="-10">
                <a:latin typeface="Times New Roman"/>
                <a:cs typeface="Times New Roman"/>
              </a:rPr>
              <a:t>-</a:t>
            </a:r>
            <a:r>
              <a:rPr dirty="0" sz="2900" spc="-25">
                <a:latin typeface="Times New Roman"/>
                <a:cs typeface="Times New Roman"/>
              </a:rPr>
              <a:t>128</a:t>
            </a:r>
            <a:endParaRPr sz="29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547470" y="6793713"/>
            <a:ext cx="7753350" cy="4044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450">
                <a:latin typeface="Times New Roman"/>
                <a:cs typeface="Times New Roman"/>
              </a:rPr>
              <a:t>Moore’s</a:t>
            </a:r>
            <a:r>
              <a:rPr dirty="0" sz="2450" spc="30">
                <a:latin typeface="Times New Roman"/>
                <a:cs typeface="Times New Roman"/>
              </a:rPr>
              <a:t> </a:t>
            </a:r>
            <a:r>
              <a:rPr dirty="0" sz="2450">
                <a:latin typeface="Times New Roman"/>
                <a:cs typeface="Times New Roman"/>
              </a:rPr>
              <a:t>“law”:</a:t>
            </a:r>
            <a:r>
              <a:rPr dirty="0" sz="2450" spc="40">
                <a:latin typeface="Times New Roman"/>
                <a:cs typeface="Times New Roman"/>
              </a:rPr>
              <a:t> </a:t>
            </a:r>
            <a:r>
              <a:rPr dirty="0" sz="2450">
                <a:latin typeface="Times New Roman"/>
                <a:cs typeface="Times New Roman"/>
              </a:rPr>
              <a:t>speed</a:t>
            </a:r>
            <a:r>
              <a:rPr dirty="0" sz="2450" spc="40">
                <a:latin typeface="Times New Roman"/>
                <a:cs typeface="Times New Roman"/>
              </a:rPr>
              <a:t> </a:t>
            </a:r>
            <a:r>
              <a:rPr dirty="0" sz="2450">
                <a:latin typeface="Times New Roman"/>
                <a:cs typeface="Times New Roman"/>
              </a:rPr>
              <a:t>of</a:t>
            </a:r>
            <a:r>
              <a:rPr dirty="0" sz="2450" spc="35">
                <a:latin typeface="Times New Roman"/>
                <a:cs typeface="Times New Roman"/>
              </a:rPr>
              <a:t> </a:t>
            </a:r>
            <a:r>
              <a:rPr dirty="0" sz="2450">
                <a:latin typeface="Times New Roman"/>
                <a:cs typeface="Times New Roman"/>
              </a:rPr>
              <a:t>computers</a:t>
            </a:r>
            <a:r>
              <a:rPr dirty="0" sz="2450" spc="40">
                <a:latin typeface="Times New Roman"/>
                <a:cs typeface="Times New Roman"/>
              </a:rPr>
              <a:t> </a:t>
            </a:r>
            <a:r>
              <a:rPr dirty="0" sz="2450">
                <a:latin typeface="Times New Roman"/>
                <a:cs typeface="Times New Roman"/>
              </a:rPr>
              <a:t>doubles</a:t>
            </a:r>
            <a:r>
              <a:rPr dirty="0" sz="2450" spc="40">
                <a:latin typeface="Times New Roman"/>
                <a:cs typeface="Times New Roman"/>
              </a:rPr>
              <a:t> </a:t>
            </a:r>
            <a:r>
              <a:rPr dirty="0" sz="2450">
                <a:latin typeface="Times New Roman"/>
                <a:cs typeface="Times New Roman"/>
              </a:rPr>
              <a:t>every</a:t>
            </a:r>
            <a:r>
              <a:rPr dirty="0" sz="2450" spc="40">
                <a:latin typeface="Times New Roman"/>
                <a:cs typeface="Times New Roman"/>
              </a:rPr>
              <a:t> </a:t>
            </a:r>
            <a:r>
              <a:rPr dirty="0" sz="2450">
                <a:latin typeface="Times New Roman"/>
                <a:cs typeface="Times New Roman"/>
              </a:rPr>
              <a:t>18</a:t>
            </a:r>
            <a:r>
              <a:rPr dirty="0" sz="2450" spc="40">
                <a:latin typeface="Times New Roman"/>
                <a:cs typeface="Times New Roman"/>
              </a:rPr>
              <a:t> </a:t>
            </a:r>
            <a:r>
              <a:rPr dirty="0" sz="2450" spc="-10">
                <a:latin typeface="Times New Roman"/>
                <a:cs typeface="Times New Roman"/>
              </a:rPr>
              <a:t>months</a:t>
            </a:r>
            <a:endParaRPr sz="245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9793075" y="6962973"/>
            <a:ext cx="209550" cy="2463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50" spc="-25">
                <a:latin typeface="Times New Roman"/>
                <a:cs typeface="Times New Roman"/>
              </a:rPr>
              <a:t>42</a:t>
            </a:r>
            <a:endParaRPr sz="14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237816" y="516132"/>
            <a:ext cx="7292975" cy="593725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700"/>
              <a:t>AES</a:t>
            </a:r>
            <a:r>
              <a:rPr dirty="0" sz="3700" spc="-10"/>
              <a:t> </a:t>
            </a:r>
            <a:r>
              <a:rPr dirty="0" sz="3700"/>
              <a:t>(Advanced</a:t>
            </a:r>
            <a:r>
              <a:rPr dirty="0" sz="3700" spc="-10"/>
              <a:t> </a:t>
            </a:r>
            <a:r>
              <a:rPr dirty="0" sz="3700"/>
              <a:t>Encryption</a:t>
            </a:r>
            <a:r>
              <a:rPr dirty="0" sz="3700" spc="-10"/>
              <a:t> Standard)</a:t>
            </a:r>
            <a:endParaRPr sz="3700"/>
          </a:p>
        </p:txBody>
      </p:sp>
      <p:sp>
        <p:nvSpPr>
          <p:cNvPr id="5" name="object 5"/>
          <p:cNvSpPr txBox="1"/>
          <p:nvPr/>
        </p:nvSpPr>
        <p:spPr>
          <a:xfrm>
            <a:off x="9793075" y="6909065"/>
            <a:ext cx="209550" cy="229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80"/>
              </a:lnSpc>
            </a:pPr>
            <a:r>
              <a:rPr dirty="0" sz="1450" spc="-25">
                <a:latin typeface="Times New Roman"/>
                <a:cs typeface="Times New Roman"/>
              </a:rPr>
              <a:t>43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91417" y="1563080"/>
            <a:ext cx="8905875" cy="3553460"/>
          </a:xfrm>
          <a:prstGeom prst="rect">
            <a:avLst/>
          </a:prstGeom>
        </p:spPr>
        <p:txBody>
          <a:bodyPr wrap="square" lIns="0" tIns="7620" rIns="0" bIns="0" rtlCol="0" vert="horz">
            <a:spAutoFit/>
          </a:bodyPr>
          <a:lstStyle/>
          <a:p>
            <a:pPr marL="367030" marR="5080" indent="-354965">
              <a:lnSpc>
                <a:spcPct val="101099"/>
              </a:lnSpc>
              <a:spcBef>
                <a:spcPts val="60"/>
              </a:spcBef>
              <a:buChar char="•"/>
              <a:tabLst>
                <a:tab pos="367030" algn="l"/>
              </a:tabLst>
            </a:pPr>
            <a:r>
              <a:rPr dirty="0" sz="2900">
                <a:latin typeface="Times New Roman"/>
                <a:cs typeface="Times New Roman"/>
              </a:rPr>
              <a:t>open</a:t>
            </a:r>
            <a:r>
              <a:rPr dirty="0" sz="2900" spc="-75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competition</a:t>
            </a:r>
            <a:r>
              <a:rPr dirty="0" sz="2900" spc="-70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launched</a:t>
            </a:r>
            <a:r>
              <a:rPr dirty="0" sz="2900" spc="-75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by</a:t>
            </a:r>
            <a:r>
              <a:rPr dirty="0" sz="2900" spc="-70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US</a:t>
            </a:r>
            <a:r>
              <a:rPr dirty="0" sz="2900" spc="-70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government</a:t>
            </a:r>
            <a:r>
              <a:rPr dirty="0" sz="2900" spc="-75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(Sept.</a:t>
            </a:r>
            <a:r>
              <a:rPr dirty="0" sz="2900" spc="-70">
                <a:latin typeface="Times New Roman"/>
                <a:cs typeface="Times New Roman"/>
              </a:rPr>
              <a:t> </a:t>
            </a:r>
            <a:r>
              <a:rPr dirty="0" sz="2900" spc="-20">
                <a:latin typeface="Times New Roman"/>
                <a:cs typeface="Times New Roman"/>
              </a:rPr>
              <a:t>‘97) </a:t>
            </a:r>
            <a:r>
              <a:rPr dirty="0" sz="2900">
                <a:latin typeface="Times New Roman"/>
                <a:cs typeface="Times New Roman"/>
              </a:rPr>
              <a:t>to</a:t>
            </a:r>
            <a:r>
              <a:rPr dirty="0" sz="2900" spc="-45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replace</a:t>
            </a:r>
            <a:r>
              <a:rPr dirty="0" sz="2900" spc="-45">
                <a:latin typeface="Times New Roman"/>
                <a:cs typeface="Times New Roman"/>
              </a:rPr>
              <a:t> </a:t>
            </a:r>
            <a:r>
              <a:rPr dirty="0" sz="2900" spc="-25">
                <a:latin typeface="Times New Roman"/>
                <a:cs typeface="Times New Roman"/>
              </a:rPr>
              <a:t>DES</a:t>
            </a:r>
            <a:endParaRPr sz="2900">
              <a:latin typeface="Times New Roman"/>
              <a:cs typeface="Times New Roman"/>
            </a:endParaRPr>
          </a:p>
          <a:p>
            <a:pPr marL="367030" indent="-354330">
              <a:lnSpc>
                <a:spcPct val="100000"/>
              </a:lnSpc>
              <a:spcBef>
                <a:spcPts val="630"/>
              </a:spcBef>
              <a:buChar char="•"/>
              <a:tabLst>
                <a:tab pos="367030" algn="l"/>
              </a:tabLst>
            </a:pPr>
            <a:r>
              <a:rPr dirty="0" sz="2900">
                <a:latin typeface="Times New Roman"/>
                <a:cs typeface="Times New Roman"/>
              </a:rPr>
              <a:t>22</a:t>
            </a:r>
            <a:r>
              <a:rPr dirty="0" sz="2900" spc="-70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contenders</a:t>
            </a:r>
            <a:r>
              <a:rPr dirty="0" sz="2900" spc="-65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including</a:t>
            </a:r>
            <a:r>
              <a:rPr dirty="0" sz="2900" spc="-70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IBM,</a:t>
            </a:r>
            <a:r>
              <a:rPr dirty="0" sz="2900" spc="-65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RSA,</a:t>
            </a:r>
            <a:r>
              <a:rPr dirty="0" sz="2900" spc="-70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Deutsche</a:t>
            </a:r>
            <a:r>
              <a:rPr dirty="0" sz="2900" spc="-65">
                <a:latin typeface="Times New Roman"/>
                <a:cs typeface="Times New Roman"/>
              </a:rPr>
              <a:t> </a:t>
            </a:r>
            <a:r>
              <a:rPr dirty="0" sz="2900" spc="-10">
                <a:latin typeface="Times New Roman"/>
                <a:cs typeface="Times New Roman"/>
              </a:rPr>
              <a:t>Telekom</a:t>
            </a:r>
            <a:endParaRPr sz="2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70"/>
              </a:spcBef>
              <a:buFont typeface="Times New Roman"/>
              <a:buChar char="•"/>
            </a:pPr>
            <a:endParaRPr sz="2900">
              <a:latin typeface="Times New Roman"/>
              <a:cs typeface="Times New Roman"/>
            </a:endParaRPr>
          </a:p>
          <a:p>
            <a:pPr marL="367030" indent="-354330">
              <a:lnSpc>
                <a:spcPct val="100000"/>
              </a:lnSpc>
              <a:buChar char="•"/>
              <a:tabLst>
                <a:tab pos="367030" algn="l"/>
                <a:tab pos="4906010" algn="l"/>
              </a:tabLst>
            </a:pPr>
            <a:r>
              <a:rPr dirty="0" sz="2900">
                <a:latin typeface="Times New Roman"/>
                <a:cs typeface="Times New Roman"/>
              </a:rPr>
              <a:t>128-bit</a:t>
            </a:r>
            <a:r>
              <a:rPr dirty="0" sz="2900" spc="-50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block</a:t>
            </a:r>
            <a:r>
              <a:rPr dirty="0" sz="2900" spc="-50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cipher</a:t>
            </a:r>
            <a:r>
              <a:rPr dirty="0" sz="2900" spc="-45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with</a:t>
            </a:r>
            <a:r>
              <a:rPr dirty="0" sz="2900" spc="-50">
                <a:latin typeface="Times New Roman"/>
                <a:cs typeface="Times New Roman"/>
              </a:rPr>
              <a:t> </a:t>
            </a:r>
            <a:r>
              <a:rPr dirty="0" sz="2900" spc="-25">
                <a:latin typeface="Times New Roman"/>
                <a:cs typeface="Times New Roman"/>
              </a:rPr>
              <a:t>key</a:t>
            </a:r>
            <a:r>
              <a:rPr dirty="0" sz="2900">
                <a:latin typeface="Times New Roman"/>
                <a:cs typeface="Times New Roman"/>
              </a:rPr>
              <a:t>	of</a:t>
            </a:r>
            <a:r>
              <a:rPr dirty="0" sz="2900" spc="-35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128/192/256</a:t>
            </a:r>
            <a:r>
              <a:rPr dirty="0" sz="2900" spc="-30">
                <a:latin typeface="Times New Roman"/>
                <a:cs typeface="Times New Roman"/>
              </a:rPr>
              <a:t> </a:t>
            </a:r>
            <a:r>
              <a:rPr dirty="0" sz="2900" spc="-20">
                <a:latin typeface="Times New Roman"/>
                <a:cs typeface="Times New Roman"/>
              </a:rPr>
              <a:t>bits</a:t>
            </a:r>
            <a:endParaRPr sz="2900">
              <a:latin typeface="Times New Roman"/>
              <a:cs typeface="Times New Roman"/>
            </a:endParaRPr>
          </a:p>
          <a:p>
            <a:pPr marL="367030" indent="-354330">
              <a:lnSpc>
                <a:spcPct val="100000"/>
              </a:lnSpc>
              <a:spcBef>
                <a:spcPts val="660"/>
              </a:spcBef>
              <a:buChar char="•"/>
              <a:tabLst>
                <a:tab pos="367030" algn="l"/>
              </a:tabLst>
            </a:pPr>
            <a:r>
              <a:rPr dirty="0" sz="2900">
                <a:latin typeface="Times New Roman"/>
                <a:cs typeface="Times New Roman"/>
              </a:rPr>
              <a:t>as</a:t>
            </a:r>
            <a:r>
              <a:rPr dirty="0" sz="2900" spc="-30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strong</a:t>
            </a:r>
            <a:r>
              <a:rPr dirty="0" sz="2900" spc="-40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as</a:t>
            </a:r>
            <a:r>
              <a:rPr dirty="0" sz="2900" spc="-30">
                <a:latin typeface="Times New Roman"/>
                <a:cs typeface="Times New Roman"/>
              </a:rPr>
              <a:t> </a:t>
            </a:r>
            <a:r>
              <a:rPr dirty="0" sz="2900" spc="-10">
                <a:latin typeface="Times New Roman"/>
                <a:cs typeface="Times New Roman"/>
              </a:rPr>
              <a:t>triple-</a:t>
            </a:r>
            <a:r>
              <a:rPr dirty="0" sz="2900">
                <a:latin typeface="Times New Roman"/>
                <a:cs typeface="Times New Roman"/>
              </a:rPr>
              <a:t>DES,</a:t>
            </a:r>
            <a:r>
              <a:rPr dirty="0" sz="2900" spc="-25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but</a:t>
            </a:r>
            <a:r>
              <a:rPr dirty="0" sz="2900" spc="-30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more</a:t>
            </a:r>
            <a:r>
              <a:rPr dirty="0" sz="2900" spc="-30">
                <a:latin typeface="Times New Roman"/>
                <a:cs typeface="Times New Roman"/>
              </a:rPr>
              <a:t> </a:t>
            </a:r>
            <a:r>
              <a:rPr dirty="0" sz="2900" spc="-10">
                <a:latin typeface="Times New Roman"/>
                <a:cs typeface="Times New Roman"/>
              </a:rPr>
              <a:t>efficient</a:t>
            </a:r>
            <a:endParaRPr sz="2900">
              <a:latin typeface="Times New Roman"/>
              <a:cs typeface="Times New Roman"/>
            </a:endParaRPr>
          </a:p>
          <a:p>
            <a:pPr marL="367030" indent="-354330">
              <a:lnSpc>
                <a:spcPct val="100000"/>
              </a:lnSpc>
              <a:spcBef>
                <a:spcPts val="660"/>
              </a:spcBef>
              <a:buChar char="•"/>
              <a:tabLst>
                <a:tab pos="367030" algn="l"/>
              </a:tabLst>
            </a:pPr>
            <a:r>
              <a:rPr dirty="0" sz="2900" spc="-10">
                <a:latin typeface="Times New Roman"/>
                <a:cs typeface="Times New Roman"/>
              </a:rPr>
              <a:t>royalty-</a:t>
            </a:r>
            <a:r>
              <a:rPr dirty="0" sz="2900" spc="-20">
                <a:latin typeface="Times New Roman"/>
                <a:cs typeface="Times New Roman"/>
              </a:rPr>
              <a:t>free</a:t>
            </a:r>
            <a:endParaRPr sz="29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640413" y="5907854"/>
            <a:ext cx="7729220" cy="979805"/>
          </a:xfrm>
          <a:prstGeom prst="rect">
            <a:avLst/>
          </a:prstGeom>
          <a:solidFill>
            <a:srgbClr val="DBDCF6"/>
          </a:solidFill>
        </p:spPr>
        <p:txBody>
          <a:bodyPr wrap="square" lIns="0" tIns="41910" rIns="0" bIns="0" rtlCol="0" vert="horz">
            <a:spAutoFit/>
          </a:bodyPr>
          <a:lstStyle/>
          <a:p>
            <a:pPr marL="94615" marR="93345">
              <a:lnSpc>
                <a:spcPct val="101099"/>
              </a:lnSpc>
              <a:spcBef>
                <a:spcPts val="330"/>
              </a:spcBef>
            </a:pPr>
            <a:r>
              <a:rPr dirty="0" sz="2900" spc="-30">
                <a:solidFill>
                  <a:srgbClr val="FF5050"/>
                </a:solidFill>
                <a:latin typeface="Times New Roman"/>
                <a:cs typeface="Times New Roman"/>
              </a:rPr>
              <a:t>A</a:t>
            </a:r>
            <a:r>
              <a:rPr dirty="0" sz="2900" spc="-165">
                <a:solidFill>
                  <a:srgbClr val="FF5050"/>
                </a:solidFill>
                <a:latin typeface="Times New Roman"/>
                <a:cs typeface="Times New Roman"/>
              </a:rPr>
              <a:t> </a:t>
            </a:r>
            <a:r>
              <a:rPr dirty="0" sz="2900">
                <a:solidFill>
                  <a:srgbClr val="FF5050"/>
                </a:solidFill>
                <a:latin typeface="Times New Roman"/>
                <a:cs typeface="Times New Roman"/>
              </a:rPr>
              <a:t>machine</a:t>
            </a:r>
            <a:r>
              <a:rPr dirty="0" sz="2900" spc="-70">
                <a:solidFill>
                  <a:srgbClr val="FF5050"/>
                </a:solidFill>
                <a:latin typeface="Times New Roman"/>
                <a:cs typeface="Times New Roman"/>
              </a:rPr>
              <a:t> </a:t>
            </a:r>
            <a:r>
              <a:rPr dirty="0" sz="2900">
                <a:solidFill>
                  <a:srgbClr val="FF5050"/>
                </a:solidFill>
                <a:latin typeface="Times New Roman"/>
                <a:cs typeface="Times New Roman"/>
              </a:rPr>
              <a:t>that</a:t>
            </a:r>
            <a:r>
              <a:rPr dirty="0" sz="2900" spc="-40">
                <a:solidFill>
                  <a:srgbClr val="FF5050"/>
                </a:solidFill>
                <a:latin typeface="Times New Roman"/>
                <a:cs typeface="Times New Roman"/>
              </a:rPr>
              <a:t> </a:t>
            </a:r>
            <a:r>
              <a:rPr dirty="0" sz="2900">
                <a:solidFill>
                  <a:srgbClr val="FF5050"/>
                </a:solidFill>
                <a:latin typeface="Times New Roman"/>
                <a:cs typeface="Times New Roman"/>
              </a:rPr>
              <a:t>cracks</a:t>
            </a:r>
            <a:r>
              <a:rPr dirty="0" sz="2900" spc="-35">
                <a:solidFill>
                  <a:srgbClr val="FF5050"/>
                </a:solidFill>
                <a:latin typeface="Times New Roman"/>
                <a:cs typeface="Times New Roman"/>
              </a:rPr>
              <a:t> </a:t>
            </a:r>
            <a:r>
              <a:rPr dirty="0" sz="2900">
                <a:solidFill>
                  <a:srgbClr val="FF5050"/>
                </a:solidFill>
                <a:latin typeface="Times New Roman"/>
                <a:cs typeface="Times New Roman"/>
              </a:rPr>
              <a:t>a</a:t>
            </a:r>
            <a:r>
              <a:rPr dirty="0" sz="2900" spc="-40">
                <a:solidFill>
                  <a:srgbClr val="FF5050"/>
                </a:solidFill>
                <a:latin typeface="Times New Roman"/>
                <a:cs typeface="Times New Roman"/>
              </a:rPr>
              <a:t> </a:t>
            </a:r>
            <a:r>
              <a:rPr dirty="0" sz="2900">
                <a:solidFill>
                  <a:srgbClr val="FF5050"/>
                </a:solidFill>
                <a:latin typeface="Times New Roman"/>
                <a:cs typeface="Times New Roman"/>
              </a:rPr>
              <a:t>DES</a:t>
            </a:r>
            <a:r>
              <a:rPr dirty="0" sz="2900" spc="-40">
                <a:solidFill>
                  <a:srgbClr val="FF5050"/>
                </a:solidFill>
                <a:latin typeface="Times New Roman"/>
                <a:cs typeface="Times New Roman"/>
              </a:rPr>
              <a:t> </a:t>
            </a:r>
            <a:r>
              <a:rPr dirty="0" sz="2900">
                <a:solidFill>
                  <a:srgbClr val="FF5050"/>
                </a:solidFill>
                <a:latin typeface="Times New Roman"/>
                <a:cs typeface="Times New Roman"/>
              </a:rPr>
              <a:t>key</a:t>
            </a:r>
            <a:r>
              <a:rPr dirty="0" sz="2900" spc="-40">
                <a:solidFill>
                  <a:srgbClr val="FF5050"/>
                </a:solidFill>
                <a:latin typeface="Times New Roman"/>
                <a:cs typeface="Times New Roman"/>
              </a:rPr>
              <a:t> </a:t>
            </a:r>
            <a:r>
              <a:rPr dirty="0" sz="2900">
                <a:solidFill>
                  <a:srgbClr val="FF5050"/>
                </a:solidFill>
                <a:latin typeface="Times New Roman"/>
                <a:cs typeface="Times New Roman"/>
              </a:rPr>
              <a:t>in</a:t>
            </a:r>
            <a:r>
              <a:rPr dirty="0" sz="2900" spc="-40">
                <a:solidFill>
                  <a:srgbClr val="FF5050"/>
                </a:solidFill>
                <a:latin typeface="Times New Roman"/>
                <a:cs typeface="Times New Roman"/>
              </a:rPr>
              <a:t> </a:t>
            </a:r>
            <a:r>
              <a:rPr dirty="0" sz="2900">
                <a:solidFill>
                  <a:srgbClr val="FF5050"/>
                </a:solidFill>
                <a:latin typeface="Times New Roman"/>
                <a:cs typeface="Times New Roman"/>
              </a:rPr>
              <a:t>1</a:t>
            </a:r>
            <a:r>
              <a:rPr dirty="0" sz="2900" spc="-40">
                <a:solidFill>
                  <a:srgbClr val="FF5050"/>
                </a:solidFill>
                <a:latin typeface="Times New Roman"/>
                <a:cs typeface="Times New Roman"/>
              </a:rPr>
              <a:t> </a:t>
            </a:r>
            <a:r>
              <a:rPr dirty="0" sz="2900" spc="-10">
                <a:solidFill>
                  <a:srgbClr val="FF5050"/>
                </a:solidFill>
                <a:latin typeface="Times New Roman"/>
                <a:cs typeface="Times New Roman"/>
              </a:rPr>
              <a:t>second </a:t>
            </a:r>
            <a:r>
              <a:rPr dirty="0" sz="2900">
                <a:solidFill>
                  <a:srgbClr val="FF5050"/>
                </a:solidFill>
                <a:latin typeface="Times New Roman"/>
                <a:cs typeface="Times New Roman"/>
              </a:rPr>
              <a:t>would</a:t>
            </a:r>
            <a:r>
              <a:rPr dirty="0" sz="2900" spc="-45">
                <a:solidFill>
                  <a:srgbClr val="FF5050"/>
                </a:solidFill>
                <a:latin typeface="Times New Roman"/>
                <a:cs typeface="Times New Roman"/>
              </a:rPr>
              <a:t> </a:t>
            </a:r>
            <a:r>
              <a:rPr dirty="0" sz="2900">
                <a:solidFill>
                  <a:srgbClr val="FF5050"/>
                </a:solidFill>
                <a:latin typeface="Times New Roman"/>
                <a:cs typeface="Times New Roman"/>
              </a:rPr>
              <a:t>take</a:t>
            </a:r>
            <a:r>
              <a:rPr dirty="0" sz="2900" spc="-40">
                <a:solidFill>
                  <a:srgbClr val="FF5050"/>
                </a:solidFill>
                <a:latin typeface="Times New Roman"/>
                <a:cs typeface="Times New Roman"/>
              </a:rPr>
              <a:t> </a:t>
            </a:r>
            <a:r>
              <a:rPr dirty="0" sz="2900">
                <a:solidFill>
                  <a:srgbClr val="FF5050"/>
                </a:solidFill>
                <a:latin typeface="Times New Roman"/>
                <a:cs typeface="Times New Roman"/>
              </a:rPr>
              <a:t>149</a:t>
            </a:r>
            <a:r>
              <a:rPr dirty="0" sz="2900" spc="-45">
                <a:solidFill>
                  <a:srgbClr val="FF5050"/>
                </a:solidFill>
                <a:latin typeface="Times New Roman"/>
                <a:cs typeface="Times New Roman"/>
              </a:rPr>
              <a:t> </a:t>
            </a:r>
            <a:r>
              <a:rPr dirty="0" sz="2900">
                <a:solidFill>
                  <a:srgbClr val="FF5050"/>
                </a:solidFill>
                <a:latin typeface="Times New Roman"/>
                <a:cs typeface="Times New Roman"/>
              </a:rPr>
              <a:t>trillion</a:t>
            </a:r>
            <a:r>
              <a:rPr dirty="0" sz="2900" spc="-40">
                <a:solidFill>
                  <a:srgbClr val="FF5050"/>
                </a:solidFill>
                <a:latin typeface="Times New Roman"/>
                <a:cs typeface="Times New Roman"/>
              </a:rPr>
              <a:t> </a:t>
            </a:r>
            <a:r>
              <a:rPr dirty="0" sz="2900">
                <a:solidFill>
                  <a:srgbClr val="FF5050"/>
                </a:solidFill>
                <a:latin typeface="Times New Roman"/>
                <a:cs typeface="Times New Roman"/>
              </a:rPr>
              <a:t>years</a:t>
            </a:r>
            <a:r>
              <a:rPr dirty="0" sz="2900" spc="-45">
                <a:solidFill>
                  <a:srgbClr val="FF5050"/>
                </a:solidFill>
                <a:latin typeface="Times New Roman"/>
                <a:cs typeface="Times New Roman"/>
              </a:rPr>
              <a:t> </a:t>
            </a:r>
            <a:r>
              <a:rPr dirty="0" sz="2900">
                <a:solidFill>
                  <a:srgbClr val="FF5050"/>
                </a:solidFill>
                <a:latin typeface="Times New Roman"/>
                <a:cs typeface="Times New Roman"/>
              </a:rPr>
              <a:t>to</a:t>
            </a:r>
            <a:r>
              <a:rPr dirty="0" sz="2900" spc="-40">
                <a:solidFill>
                  <a:srgbClr val="FF5050"/>
                </a:solidFill>
                <a:latin typeface="Times New Roman"/>
                <a:cs typeface="Times New Roman"/>
              </a:rPr>
              <a:t> </a:t>
            </a:r>
            <a:r>
              <a:rPr dirty="0" sz="2900">
                <a:solidFill>
                  <a:srgbClr val="FF5050"/>
                </a:solidFill>
                <a:latin typeface="Times New Roman"/>
                <a:cs typeface="Times New Roman"/>
              </a:rPr>
              <a:t>crack</a:t>
            </a:r>
            <a:r>
              <a:rPr dirty="0" sz="2900" spc="-45">
                <a:solidFill>
                  <a:srgbClr val="FF5050"/>
                </a:solidFill>
                <a:latin typeface="Times New Roman"/>
                <a:cs typeface="Times New Roman"/>
              </a:rPr>
              <a:t> </a:t>
            </a:r>
            <a:r>
              <a:rPr dirty="0" sz="2900">
                <a:solidFill>
                  <a:srgbClr val="FF5050"/>
                </a:solidFill>
                <a:latin typeface="Times New Roman"/>
                <a:cs typeface="Times New Roman"/>
              </a:rPr>
              <a:t>a</a:t>
            </a:r>
            <a:r>
              <a:rPr dirty="0" sz="2900" spc="-40">
                <a:solidFill>
                  <a:srgbClr val="FF5050"/>
                </a:solidFill>
                <a:latin typeface="Times New Roman"/>
                <a:cs typeface="Times New Roman"/>
              </a:rPr>
              <a:t> </a:t>
            </a:r>
            <a:r>
              <a:rPr dirty="0" sz="2900">
                <a:solidFill>
                  <a:srgbClr val="FF5050"/>
                </a:solidFill>
                <a:latin typeface="Times New Roman"/>
                <a:cs typeface="Times New Roman"/>
              </a:rPr>
              <a:t>128-bit</a:t>
            </a:r>
            <a:r>
              <a:rPr dirty="0" sz="2900" spc="-45">
                <a:solidFill>
                  <a:srgbClr val="FF5050"/>
                </a:solidFill>
                <a:latin typeface="Times New Roman"/>
                <a:cs typeface="Times New Roman"/>
              </a:rPr>
              <a:t> </a:t>
            </a:r>
            <a:r>
              <a:rPr dirty="0" sz="2900" spc="-25">
                <a:solidFill>
                  <a:srgbClr val="FF5050"/>
                </a:solidFill>
                <a:latin typeface="Times New Roman"/>
                <a:cs typeface="Times New Roman"/>
              </a:rPr>
              <a:t>key</a:t>
            </a:r>
            <a:endParaRPr sz="29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47168" rIns="0" bIns="0" rtlCol="0" vert="horz">
            <a:spAutoFit/>
          </a:bodyPr>
          <a:lstStyle/>
          <a:p>
            <a:pPr marL="2698115">
              <a:lnSpc>
                <a:spcPct val="100000"/>
              </a:lnSpc>
              <a:spcBef>
                <a:spcPts val="105"/>
              </a:spcBef>
            </a:pPr>
            <a:r>
              <a:rPr dirty="0"/>
              <a:t>AES:</a:t>
            </a:r>
            <a:r>
              <a:rPr dirty="0" spc="-15"/>
              <a:t> </a:t>
            </a:r>
            <a:r>
              <a:rPr dirty="0" spc="-10"/>
              <a:t>Rijndael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91041" y="2049247"/>
            <a:ext cx="2797175" cy="4447540"/>
            <a:chOff x="891041" y="2049247"/>
            <a:chExt cx="2797175" cy="4447540"/>
          </a:xfrm>
        </p:grpSpPr>
        <p:sp>
          <p:nvSpPr>
            <p:cNvPr id="4" name="object 4"/>
            <p:cNvSpPr/>
            <p:nvPr/>
          </p:nvSpPr>
          <p:spPr>
            <a:xfrm>
              <a:off x="905964" y="2064169"/>
              <a:ext cx="2767330" cy="4417695"/>
            </a:xfrm>
            <a:custGeom>
              <a:avLst/>
              <a:gdLst/>
              <a:ahLst/>
              <a:cxnLst/>
              <a:rect l="l" t="t" r="r" b="b"/>
              <a:pathLst>
                <a:path w="2767329" h="4417695">
                  <a:moveTo>
                    <a:pt x="2766917" y="0"/>
                  </a:moveTo>
                  <a:lnTo>
                    <a:pt x="0" y="0"/>
                  </a:lnTo>
                  <a:lnTo>
                    <a:pt x="0" y="4417198"/>
                  </a:lnTo>
                  <a:lnTo>
                    <a:pt x="2766917" y="4417198"/>
                  </a:lnTo>
                  <a:lnTo>
                    <a:pt x="2766917" y="0"/>
                  </a:lnTo>
                  <a:close/>
                </a:path>
              </a:pathLst>
            </a:custGeom>
            <a:solidFill>
              <a:srgbClr val="D6D7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905964" y="2064169"/>
              <a:ext cx="2767330" cy="4417695"/>
            </a:xfrm>
            <a:custGeom>
              <a:avLst/>
              <a:gdLst/>
              <a:ahLst/>
              <a:cxnLst/>
              <a:rect l="l" t="t" r="r" b="b"/>
              <a:pathLst>
                <a:path w="2767329" h="4417695">
                  <a:moveTo>
                    <a:pt x="0" y="0"/>
                  </a:moveTo>
                  <a:lnTo>
                    <a:pt x="2766917" y="0"/>
                  </a:lnTo>
                  <a:lnTo>
                    <a:pt x="2766917" y="4417197"/>
                  </a:lnTo>
                  <a:lnTo>
                    <a:pt x="0" y="4417197"/>
                  </a:lnTo>
                  <a:lnTo>
                    <a:pt x="0" y="0"/>
                  </a:lnTo>
                  <a:close/>
                </a:path>
              </a:pathLst>
            </a:custGeom>
            <a:ln w="295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1053017" y="2142227"/>
            <a:ext cx="800735" cy="4180840"/>
          </a:xfrm>
          <a:prstGeom prst="rect">
            <a:avLst/>
          </a:prstGeom>
          <a:solidFill>
            <a:srgbClr val="FFFFFF"/>
          </a:solidFill>
          <a:ln w="29575">
            <a:solidFill>
              <a:srgbClr val="000000"/>
            </a:solidFill>
          </a:ln>
        </p:spPr>
        <p:txBody>
          <a:bodyPr wrap="square" lIns="0" tIns="214629" rIns="0" bIns="0" rtlCol="0" vert="vert270">
            <a:spAutoFit/>
          </a:bodyPr>
          <a:lstStyle/>
          <a:p>
            <a:pPr marL="1054735">
              <a:lnSpc>
                <a:spcPct val="100000"/>
              </a:lnSpc>
              <a:spcBef>
                <a:spcPts val="1689"/>
              </a:spcBef>
            </a:pPr>
            <a:r>
              <a:rPr dirty="0" sz="2450" b="1">
                <a:solidFill>
                  <a:srgbClr val="CC0000"/>
                </a:solidFill>
                <a:latin typeface="Arial"/>
                <a:cs typeface="Arial"/>
              </a:rPr>
              <a:t>Key</a:t>
            </a:r>
            <a:r>
              <a:rPr dirty="0" sz="2450" spc="50" b="1">
                <a:solidFill>
                  <a:srgbClr val="CC0000"/>
                </a:solidFill>
                <a:latin typeface="Arial"/>
                <a:cs typeface="Arial"/>
              </a:rPr>
              <a:t> </a:t>
            </a:r>
            <a:r>
              <a:rPr dirty="0" sz="2450" spc="-10" b="1">
                <a:solidFill>
                  <a:srgbClr val="CC0000"/>
                </a:solidFill>
                <a:latin typeface="Arial"/>
                <a:cs typeface="Arial"/>
              </a:rPr>
              <a:t>Schedule</a:t>
            </a:r>
            <a:endParaRPr sz="245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601806" y="2522518"/>
            <a:ext cx="2905760" cy="1952625"/>
            <a:chOff x="601806" y="2522518"/>
            <a:chExt cx="2905760" cy="1952625"/>
          </a:xfrm>
        </p:grpSpPr>
        <p:sp>
          <p:nvSpPr>
            <p:cNvPr id="8" name="object 8"/>
            <p:cNvSpPr/>
            <p:nvPr/>
          </p:nvSpPr>
          <p:spPr>
            <a:xfrm>
              <a:off x="615141" y="4036133"/>
              <a:ext cx="363220" cy="426084"/>
            </a:xfrm>
            <a:custGeom>
              <a:avLst/>
              <a:gdLst/>
              <a:ahLst/>
              <a:cxnLst/>
              <a:rect l="l" t="t" r="r" b="b"/>
              <a:pathLst>
                <a:path w="363219" h="426085">
                  <a:moveTo>
                    <a:pt x="291198" y="0"/>
                  </a:moveTo>
                  <a:lnTo>
                    <a:pt x="291198" y="106404"/>
                  </a:lnTo>
                  <a:lnTo>
                    <a:pt x="0" y="106404"/>
                  </a:lnTo>
                  <a:lnTo>
                    <a:pt x="0" y="319210"/>
                  </a:lnTo>
                  <a:lnTo>
                    <a:pt x="291198" y="319210"/>
                  </a:lnTo>
                  <a:lnTo>
                    <a:pt x="291198" y="425615"/>
                  </a:lnTo>
                  <a:lnTo>
                    <a:pt x="363117" y="212807"/>
                  </a:lnTo>
                  <a:lnTo>
                    <a:pt x="291198" y="0"/>
                  </a:lnTo>
                  <a:close/>
                </a:path>
              </a:pathLst>
            </a:custGeom>
            <a:solidFill>
              <a:srgbClr val="D81E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615141" y="4036132"/>
              <a:ext cx="363220" cy="426084"/>
            </a:xfrm>
            <a:custGeom>
              <a:avLst/>
              <a:gdLst/>
              <a:ahLst/>
              <a:cxnLst/>
              <a:rect l="l" t="t" r="r" b="b"/>
              <a:pathLst>
                <a:path w="363219" h="426085">
                  <a:moveTo>
                    <a:pt x="0" y="106404"/>
                  </a:moveTo>
                  <a:lnTo>
                    <a:pt x="291198" y="106404"/>
                  </a:lnTo>
                  <a:lnTo>
                    <a:pt x="291198" y="0"/>
                  </a:lnTo>
                  <a:lnTo>
                    <a:pt x="363117" y="212808"/>
                  </a:lnTo>
                  <a:lnTo>
                    <a:pt x="291198" y="425615"/>
                  </a:lnTo>
                  <a:lnTo>
                    <a:pt x="291198" y="319211"/>
                  </a:lnTo>
                  <a:lnTo>
                    <a:pt x="0" y="319211"/>
                  </a:lnTo>
                  <a:lnTo>
                    <a:pt x="0" y="106404"/>
                  </a:lnTo>
                  <a:close/>
                </a:path>
              </a:pathLst>
            </a:custGeom>
            <a:ln w="2629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2289422" y="2537440"/>
              <a:ext cx="1203325" cy="337185"/>
            </a:xfrm>
            <a:custGeom>
              <a:avLst/>
              <a:gdLst/>
              <a:ahLst/>
              <a:cxnLst/>
              <a:rect l="l" t="t" r="r" b="b"/>
              <a:pathLst>
                <a:path w="1203325" h="337185">
                  <a:moveTo>
                    <a:pt x="1202721" y="0"/>
                  </a:moveTo>
                  <a:lnTo>
                    <a:pt x="0" y="0"/>
                  </a:lnTo>
                  <a:lnTo>
                    <a:pt x="0" y="336877"/>
                  </a:lnTo>
                  <a:lnTo>
                    <a:pt x="1202721" y="336877"/>
                  </a:lnTo>
                  <a:lnTo>
                    <a:pt x="120272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2289422" y="2537440"/>
              <a:ext cx="1203325" cy="337185"/>
            </a:xfrm>
            <a:custGeom>
              <a:avLst/>
              <a:gdLst/>
              <a:ahLst/>
              <a:cxnLst/>
              <a:rect l="l" t="t" r="r" b="b"/>
              <a:pathLst>
                <a:path w="1203325" h="337185">
                  <a:moveTo>
                    <a:pt x="0" y="0"/>
                  </a:moveTo>
                  <a:lnTo>
                    <a:pt x="1202721" y="0"/>
                  </a:lnTo>
                  <a:lnTo>
                    <a:pt x="1202721" y="336877"/>
                  </a:lnTo>
                  <a:lnTo>
                    <a:pt x="0" y="336877"/>
                  </a:lnTo>
                  <a:lnTo>
                    <a:pt x="0" y="0"/>
                  </a:lnTo>
                  <a:close/>
                </a:path>
              </a:pathLst>
            </a:custGeom>
            <a:ln w="295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/>
          <p:nvPr/>
        </p:nvSpPr>
        <p:spPr>
          <a:xfrm>
            <a:off x="2477176" y="2503870"/>
            <a:ext cx="832485" cy="4044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450" spc="-10">
                <a:latin typeface="Arial"/>
                <a:cs typeface="Arial"/>
              </a:rPr>
              <a:t>round</a:t>
            </a:r>
            <a:endParaRPr sz="245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828791" y="4691962"/>
            <a:ext cx="142875" cy="5302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3300" spc="-50">
                <a:latin typeface="Arial"/>
                <a:cs typeface="Arial"/>
              </a:rPr>
              <a:t>.</a:t>
            </a:r>
            <a:endParaRPr sz="33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828791" y="4902304"/>
            <a:ext cx="142875" cy="5302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3300" spc="-50">
                <a:latin typeface="Arial"/>
                <a:cs typeface="Arial"/>
              </a:rPr>
              <a:t>.</a:t>
            </a:r>
            <a:endParaRPr sz="3300">
              <a:latin typeface="Arial"/>
              <a:cs typeface="Aria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1985265" y="2132888"/>
            <a:ext cx="1522095" cy="1545590"/>
            <a:chOff x="1985265" y="2132888"/>
            <a:chExt cx="1522095" cy="1545590"/>
          </a:xfrm>
        </p:grpSpPr>
        <p:sp>
          <p:nvSpPr>
            <p:cNvPr id="16" name="object 16"/>
            <p:cNvSpPr/>
            <p:nvPr/>
          </p:nvSpPr>
          <p:spPr>
            <a:xfrm>
              <a:off x="1998600" y="2221927"/>
              <a:ext cx="655320" cy="158115"/>
            </a:xfrm>
            <a:custGeom>
              <a:avLst/>
              <a:gdLst/>
              <a:ahLst/>
              <a:cxnLst/>
              <a:rect l="l" t="t" r="r" b="b"/>
              <a:pathLst>
                <a:path w="655319" h="158114">
                  <a:moveTo>
                    <a:pt x="411473" y="0"/>
                  </a:moveTo>
                  <a:lnTo>
                    <a:pt x="411473" y="40191"/>
                  </a:lnTo>
                  <a:lnTo>
                    <a:pt x="0" y="40191"/>
                  </a:lnTo>
                  <a:lnTo>
                    <a:pt x="0" y="117565"/>
                  </a:lnTo>
                  <a:lnTo>
                    <a:pt x="411473" y="117565"/>
                  </a:lnTo>
                  <a:lnTo>
                    <a:pt x="411473" y="157756"/>
                  </a:lnTo>
                  <a:lnTo>
                    <a:pt x="654878" y="78878"/>
                  </a:lnTo>
                  <a:lnTo>
                    <a:pt x="411473" y="0"/>
                  </a:lnTo>
                  <a:close/>
                </a:path>
              </a:pathLst>
            </a:custGeom>
            <a:solidFill>
              <a:srgbClr val="D81E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1998600" y="2221926"/>
              <a:ext cx="655320" cy="158115"/>
            </a:xfrm>
            <a:custGeom>
              <a:avLst/>
              <a:gdLst/>
              <a:ahLst/>
              <a:cxnLst/>
              <a:rect l="l" t="t" r="r" b="b"/>
              <a:pathLst>
                <a:path w="655319" h="158114">
                  <a:moveTo>
                    <a:pt x="411473" y="157757"/>
                  </a:moveTo>
                  <a:lnTo>
                    <a:pt x="411473" y="117565"/>
                  </a:lnTo>
                  <a:lnTo>
                    <a:pt x="0" y="117565"/>
                  </a:lnTo>
                  <a:lnTo>
                    <a:pt x="0" y="40191"/>
                  </a:lnTo>
                  <a:lnTo>
                    <a:pt x="411473" y="40191"/>
                  </a:lnTo>
                  <a:lnTo>
                    <a:pt x="411473" y="0"/>
                  </a:lnTo>
                  <a:lnTo>
                    <a:pt x="654877" y="78878"/>
                  </a:lnTo>
                  <a:lnTo>
                    <a:pt x="411473" y="157757"/>
                  </a:lnTo>
                  <a:close/>
                </a:path>
              </a:pathLst>
            </a:custGeom>
            <a:ln w="262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2726242" y="2143048"/>
              <a:ext cx="291465" cy="315595"/>
            </a:xfrm>
            <a:custGeom>
              <a:avLst/>
              <a:gdLst/>
              <a:ahLst/>
              <a:cxnLst/>
              <a:rect l="l" t="t" r="r" b="b"/>
              <a:pathLst>
                <a:path w="291464" h="315594">
                  <a:moveTo>
                    <a:pt x="145528" y="0"/>
                  </a:moveTo>
                  <a:lnTo>
                    <a:pt x="99529" y="8042"/>
                  </a:lnTo>
                  <a:lnTo>
                    <a:pt x="59580" y="30437"/>
                  </a:lnTo>
                  <a:lnTo>
                    <a:pt x="28078" y="64587"/>
                  </a:lnTo>
                  <a:lnTo>
                    <a:pt x="7419" y="107893"/>
                  </a:lnTo>
                  <a:lnTo>
                    <a:pt x="0" y="157756"/>
                  </a:lnTo>
                  <a:lnTo>
                    <a:pt x="7419" y="207620"/>
                  </a:lnTo>
                  <a:lnTo>
                    <a:pt x="28078" y="250926"/>
                  </a:lnTo>
                  <a:lnTo>
                    <a:pt x="59580" y="285075"/>
                  </a:lnTo>
                  <a:lnTo>
                    <a:pt x="99529" y="307471"/>
                  </a:lnTo>
                  <a:lnTo>
                    <a:pt x="145528" y="315513"/>
                  </a:lnTo>
                  <a:lnTo>
                    <a:pt x="191526" y="307471"/>
                  </a:lnTo>
                  <a:lnTo>
                    <a:pt x="231475" y="285075"/>
                  </a:lnTo>
                  <a:lnTo>
                    <a:pt x="262977" y="250926"/>
                  </a:lnTo>
                  <a:lnTo>
                    <a:pt x="283636" y="207620"/>
                  </a:lnTo>
                  <a:lnTo>
                    <a:pt x="291056" y="157756"/>
                  </a:lnTo>
                  <a:lnTo>
                    <a:pt x="283636" y="107893"/>
                  </a:lnTo>
                  <a:lnTo>
                    <a:pt x="262977" y="64587"/>
                  </a:lnTo>
                  <a:lnTo>
                    <a:pt x="231475" y="30437"/>
                  </a:lnTo>
                  <a:lnTo>
                    <a:pt x="191526" y="8042"/>
                  </a:lnTo>
                  <a:lnTo>
                    <a:pt x="1455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2726242" y="2143048"/>
              <a:ext cx="291465" cy="315595"/>
            </a:xfrm>
            <a:custGeom>
              <a:avLst/>
              <a:gdLst/>
              <a:ahLst/>
              <a:cxnLst/>
              <a:rect l="l" t="t" r="r" b="b"/>
              <a:pathLst>
                <a:path w="291464" h="315594">
                  <a:moveTo>
                    <a:pt x="145528" y="0"/>
                  </a:moveTo>
                  <a:lnTo>
                    <a:pt x="145528" y="315514"/>
                  </a:lnTo>
                </a:path>
                <a:path w="291464" h="315594">
                  <a:moveTo>
                    <a:pt x="0" y="157757"/>
                  </a:moveTo>
                  <a:lnTo>
                    <a:pt x="291056" y="157757"/>
                  </a:lnTo>
                </a:path>
                <a:path w="291464" h="315594">
                  <a:moveTo>
                    <a:pt x="0" y="157757"/>
                  </a:moveTo>
                  <a:lnTo>
                    <a:pt x="7419" y="107893"/>
                  </a:lnTo>
                  <a:lnTo>
                    <a:pt x="28078" y="64587"/>
                  </a:lnTo>
                  <a:lnTo>
                    <a:pt x="59581" y="30438"/>
                  </a:lnTo>
                  <a:lnTo>
                    <a:pt x="99530" y="8042"/>
                  </a:lnTo>
                  <a:lnTo>
                    <a:pt x="145528" y="0"/>
                  </a:lnTo>
                  <a:lnTo>
                    <a:pt x="191526" y="8042"/>
                  </a:lnTo>
                  <a:lnTo>
                    <a:pt x="231475" y="30438"/>
                  </a:lnTo>
                  <a:lnTo>
                    <a:pt x="262977" y="64587"/>
                  </a:lnTo>
                  <a:lnTo>
                    <a:pt x="283637" y="107893"/>
                  </a:lnTo>
                  <a:lnTo>
                    <a:pt x="291056" y="157757"/>
                  </a:lnTo>
                  <a:lnTo>
                    <a:pt x="283637" y="207620"/>
                  </a:lnTo>
                  <a:lnTo>
                    <a:pt x="262977" y="250926"/>
                  </a:lnTo>
                  <a:lnTo>
                    <a:pt x="231475" y="285076"/>
                  </a:lnTo>
                  <a:lnTo>
                    <a:pt x="191526" y="307471"/>
                  </a:lnTo>
                  <a:lnTo>
                    <a:pt x="145528" y="315514"/>
                  </a:lnTo>
                  <a:lnTo>
                    <a:pt x="99530" y="307471"/>
                  </a:lnTo>
                  <a:lnTo>
                    <a:pt x="59581" y="285076"/>
                  </a:lnTo>
                  <a:lnTo>
                    <a:pt x="28078" y="250926"/>
                  </a:lnTo>
                  <a:lnTo>
                    <a:pt x="7419" y="207620"/>
                  </a:lnTo>
                  <a:lnTo>
                    <a:pt x="0" y="157757"/>
                  </a:lnTo>
                  <a:close/>
                </a:path>
              </a:pathLst>
            </a:custGeom>
            <a:ln w="1971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1998600" y="3010712"/>
              <a:ext cx="655320" cy="158115"/>
            </a:xfrm>
            <a:custGeom>
              <a:avLst/>
              <a:gdLst/>
              <a:ahLst/>
              <a:cxnLst/>
              <a:rect l="l" t="t" r="r" b="b"/>
              <a:pathLst>
                <a:path w="655319" h="158114">
                  <a:moveTo>
                    <a:pt x="411473" y="0"/>
                  </a:moveTo>
                  <a:lnTo>
                    <a:pt x="411473" y="40191"/>
                  </a:lnTo>
                  <a:lnTo>
                    <a:pt x="0" y="40191"/>
                  </a:lnTo>
                  <a:lnTo>
                    <a:pt x="0" y="117565"/>
                  </a:lnTo>
                  <a:lnTo>
                    <a:pt x="411473" y="117565"/>
                  </a:lnTo>
                  <a:lnTo>
                    <a:pt x="411473" y="157756"/>
                  </a:lnTo>
                  <a:lnTo>
                    <a:pt x="654878" y="78878"/>
                  </a:lnTo>
                  <a:lnTo>
                    <a:pt x="411473" y="0"/>
                  </a:lnTo>
                  <a:close/>
                </a:path>
              </a:pathLst>
            </a:custGeom>
            <a:solidFill>
              <a:srgbClr val="D81E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1998600" y="3010712"/>
              <a:ext cx="655320" cy="158115"/>
            </a:xfrm>
            <a:custGeom>
              <a:avLst/>
              <a:gdLst/>
              <a:ahLst/>
              <a:cxnLst/>
              <a:rect l="l" t="t" r="r" b="b"/>
              <a:pathLst>
                <a:path w="655319" h="158114">
                  <a:moveTo>
                    <a:pt x="411473" y="157757"/>
                  </a:moveTo>
                  <a:lnTo>
                    <a:pt x="411473" y="117565"/>
                  </a:lnTo>
                  <a:lnTo>
                    <a:pt x="0" y="117565"/>
                  </a:lnTo>
                  <a:lnTo>
                    <a:pt x="0" y="40191"/>
                  </a:lnTo>
                  <a:lnTo>
                    <a:pt x="411473" y="40191"/>
                  </a:lnTo>
                  <a:lnTo>
                    <a:pt x="411473" y="0"/>
                  </a:lnTo>
                  <a:lnTo>
                    <a:pt x="654877" y="78878"/>
                  </a:lnTo>
                  <a:lnTo>
                    <a:pt x="411473" y="157757"/>
                  </a:lnTo>
                  <a:close/>
                </a:path>
              </a:pathLst>
            </a:custGeom>
            <a:ln w="262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2726242" y="2931834"/>
              <a:ext cx="291465" cy="315595"/>
            </a:xfrm>
            <a:custGeom>
              <a:avLst/>
              <a:gdLst/>
              <a:ahLst/>
              <a:cxnLst/>
              <a:rect l="l" t="t" r="r" b="b"/>
              <a:pathLst>
                <a:path w="291464" h="315594">
                  <a:moveTo>
                    <a:pt x="145528" y="0"/>
                  </a:moveTo>
                  <a:lnTo>
                    <a:pt x="99529" y="8042"/>
                  </a:lnTo>
                  <a:lnTo>
                    <a:pt x="59580" y="30437"/>
                  </a:lnTo>
                  <a:lnTo>
                    <a:pt x="28078" y="64587"/>
                  </a:lnTo>
                  <a:lnTo>
                    <a:pt x="7419" y="107893"/>
                  </a:lnTo>
                  <a:lnTo>
                    <a:pt x="0" y="157756"/>
                  </a:lnTo>
                  <a:lnTo>
                    <a:pt x="7419" y="207620"/>
                  </a:lnTo>
                  <a:lnTo>
                    <a:pt x="28078" y="250926"/>
                  </a:lnTo>
                  <a:lnTo>
                    <a:pt x="59580" y="285075"/>
                  </a:lnTo>
                  <a:lnTo>
                    <a:pt x="99529" y="307471"/>
                  </a:lnTo>
                  <a:lnTo>
                    <a:pt x="145528" y="315513"/>
                  </a:lnTo>
                  <a:lnTo>
                    <a:pt x="191526" y="307471"/>
                  </a:lnTo>
                  <a:lnTo>
                    <a:pt x="231475" y="285075"/>
                  </a:lnTo>
                  <a:lnTo>
                    <a:pt x="262977" y="250926"/>
                  </a:lnTo>
                  <a:lnTo>
                    <a:pt x="283636" y="207620"/>
                  </a:lnTo>
                  <a:lnTo>
                    <a:pt x="291056" y="157756"/>
                  </a:lnTo>
                  <a:lnTo>
                    <a:pt x="283636" y="107893"/>
                  </a:lnTo>
                  <a:lnTo>
                    <a:pt x="262977" y="64587"/>
                  </a:lnTo>
                  <a:lnTo>
                    <a:pt x="231475" y="30437"/>
                  </a:lnTo>
                  <a:lnTo>
                    <a:pt x="191526" y="8042"/>
                  </a:lnTo>
                  <a:lnTo>
                    <a:pt x="1455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2726242" y="2931833"/>
              <a:ext cx="291465" cy="315595"/>
            </a:xfrm>
            <a:custGeom>
              <a:avLst/>
              <a:gdLst/>
              <a:ahLst/>
              <a:cxnLst/>
              <a:rect l="l" t="t" r="r" b="b"/>
              <a:pathLst>
                <a:path w="291464" h="315594">
                  <a:moveTo>
                    <a:pt x="145528" y="0"/>
                  </a:moveTo>
                  <a:lnTo>
                    <a:pt x="145528" y="315514"/>
                  </a:lnTo>
                </a:path>
                <a:path w="291464" h="315594">
                  <a:moveTo>
                    <a:pt x="0" y="157757"/>
                  </a:moveTo>
                  <a:lnTo>
                    <a:pt x="291056" y="157757"/>
                  </a:lnTo>
                </a:path>
                <a:path w="291464" h="315594">
                  <a:moveTo>
                    <a:pt x="0" y="157757"/>
                  </a:moveTo>
                  <a:lnTo>
                    <a:pt x="7419" y="107893"/>
                  </a:lnTo>
                  <a:lnTo>
                    <a:pt x="28078" y="64587"/>
                  </a:lnTo>
                  <a:lnTo>
                    <a:pt x="59581" y="30438"/>
                  </a:lnTo>
                  <a:lnTo>
                    <a:pt x="99530" y="8042"/>
                  </a:lnTo>
                  <a:lnTo>
                    <a:pt x="145528" y="0"/>
                  </a:lnTo>
                  <a:lnTo>
                    <a:pt x="191526" y="8042"/>
                  </a:lnTo>
                  <a:lnTo>
                    <a:pt x="231475" y="30438"/>
                  </a:lnTo>
                  <a:lnTo>
                    <a:pt x="262977" y="64587"/>
                  </a:lnTo>
                  <a:lnTo>
                    <a:pt x="283637" y="107893"/>
                  </a:lnTo>
                  <a:lnTo>
                    <a:pt x="291056" y="157757"/>
                  </a:lnTo>
                  <a:lnTo>
                    <a:pt x="283637" y="207620"/>
                  </a:lnTo>
                  <a:lnTo>
                    <a:pt x="262977" y="250926"/>
                  </a:lnTo>
                  <a:lnTo>
                    <a:pt x="231475" y="285076"/>
                  </a:lnTo>
                  <a:lnTo>
                    <a:pt x="191526" y="307471"/>
                  </a:lnTo>
                  <a:lnTo>
                    <a:pt x="145528" y="315514"/>
                  </a:lnTo>
                  <a:lnTo>
                    <a:pt x="99530" y="307471"/>
                  </a:lnTo>
                  <a:lnTo>
                    <a:pt x="59581" y="285076"/>
                  </a:lnTo>
                  <a:lnTo>
                    <a:pt x="28078" y="250926"/>
                  </a:lnTo>
                  <a:lnTo>
                    <a:pt x="7419" y="207620"/>
                  </a:lnTo>
                  <a:lnTo>
                    <a:pt x="0" y="157757"/>
                  </a:lnTo>
                  <a:close/>
                </a:path>
              </a:pathLst>
            </a:custGeom>
            <a:ln w="1971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2289422" y="3326226"/>
              <a:ext cx="1203325" cy="337185"/>
            </a:xfrm>
            <a:custGeom>
              <a:avLst/>
              <a:gdLst/>
              <a:ahLst/>
              <a:cxnLst/>
              <a:rect l="l" t="t" r="r" b="b"/>
              <a:pathLst>
                <a:path w="1203325" h="337185">
                  <a:moveTo>
                    <a:pt x="1202721" y="0"/>
                  </a:moveTo>
                  <a:lnTo>
                    <a:pt x="0" y="0"/>
                  </a:lnTo>
                  <a:lnTo>
                    <a:pt x="0" y="336877"/>
                  </a:lnTo>
                  <a:lnTo>
                    <a:pt x="1202721" y="336877"/>
                  </a:lnTo>
                  <a:lnTo>
                    <a:pt x="120272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2289422" y="3326226"/>
              <a:ext cx="1203325" cy="337185"/>
            </a:xfrm>
            <a:custGeom>
              <a:avLst/>
              <a:gdLst/>
              <a:ahLst/>
              <a:cxnLst/>
              <a:rect l="l" t="t" r="r" b="b"/>
              <a:pathLst>
                <a:path w="1203325" h="337185">
                  <a:moveTo>
                    <a:pt x="0" y="0"/>
                  </a:moveTo>
                  <a:lnTo>
                    <a:pt x="1202721" y="0"/>
                  </a:lnTo>
                  <a:lnTo>
                    <a:pt x="1202721" y="336877"/>
                  </a:lnTo>
                  <a:lnTo>
                    <a:pt x="0" y="336877"/>
                  </a:lnTo>
                  <a:lnTo>
                    <a:pt x="0" y="0"/>
                  </a:lnTo>
                  <a:close/>
                </a:path>
              </a:pathLst>
            </a:custGeom>
            <a:ln w="295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/>
          <p:cNvSpPr txBox="1"/>
          <p:nvPr/>
        </p:nvSpPr>
        <p:spPr>
          <a:xfrm>
            <a:off x="2477176" y="3292656"/>
            <a:ext cx="832485" cy="4044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450" spc="-10">
                <a:latin typeface="Arial"/>
                <a:cs typeface="Arial"/>
              </a:rPr>
              <a:t>round</a:t>
            </a:r>
            <a:endParaRPr sz="2450">
              <a:latin typeface="Arial"/>
              <a:cs typeface="Arial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1985265" y="2131450"/>
            <a:ext cx="7780655" cy="4202430"/>
            <a:chOff x="1985265" y="2131450"/>
            <a:chExt cx="7780655" cy="4202430"/>
          </a:xfrm>
        </p:grpSpPr>
        <p:sp>
          <p:nvSpPr>
            <p:cNvPr id="28" name="object 28"/>
            <p:cNvSpPr/>
            <p:nvPr/>
          </p:nvSpPr>
          <p:spPr>
            <a:xfrm>
              <a:off x="1998600" y="3799497"/>
              <a:ext cx="655320" cy="158115"/>
            </a:xfrm>
            <a:custGeom>
              <a:avLst/>
              <a:gdLst/>
              <a:ahLst/>
              <a:cxnLst/>
              <a:rect l="l" t="t" r="r" b="b"/>
              <a:pathLst>
                <a:path w="655319" h="158114">
                  <a:moveTo>
                    <a:pt x="411473" y="0"/>
                  </a:moveTo>
                  <a:lnTo>
                    <a:pt x="411473" y="40191"/>
                  </a:lnTo>
                  <a:lnTo>
                    <a:pt x="0" y="40191"/>
                  </a:lnTo>
                  <a:lnTo>
                    <a:pt x="0" y="117565"/>
                  </a:lnTo>
                  <a:lnTo>
                    <a:pt x="411473" y="117565"/>
                  </a:lnTo>
                  <a:lnTo>
                    <a:pt x="411473" y="157756"/>
                  </a:lnTo>
                  <a:lnTo>
                    <a:pt x="654878" y="78878"/>
                  </a:lnTo>
                  <a:lnTo>
                    <a:pt x="411473" y="0"/>
                  </a:lnTo>
                  <a:close/>
                </a:path>
              </a:pathLst>
            </a:custGeom>
            <a:solidFill>
              <a:srgbClr val="D81E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1998600" y="3799497"/>
              <a:ext cx="655320" cy="158115"/>
            </a:xfrm>
            <a:custGeom>
              <a:avLst/>
              <a:gdLst/>
              <a:ahLst/>
              <a:cxnLst/>
              <a:rect l="l" t="t" r="r" b="b"/>
              <a:pathLst>
                <a:path w="655319" h="158114">
                  <a:moveTo>
                    <a:pt x="411473" y="157757"/>
                  </a:moveTo>
                  <a:lnTo>
                    <a:pt x="411473" y="117565"/>
                  </a:lnTo>
                  <a:lnTo>
                    <a:pt x="0" y="117565"/>
                  </a:lnTo>
                  <a:lnTo>
                    <a:pt x="0" y="40191"/>
                  </a:lnTo>
                  <a:lnTo>
                    <a:pt x="411473" y="40191"/>
                  </a:lnTo>
                  <a:lnTo>
                    <a:pt x="411473" y="0"/>
                  </a:lnTo>
                  <a:lnTo>
                    <a:pt x="654877" y="78878"/>
                  </a:lnTo>
                  <a:lnTo>
                    <a:pt x="411473" y="157757"/>
                  </a:lnTo>
                  <a:close/>
                </a:path>
              </a:pathLst>
            </a:custGeom>
            <a:ln w="262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2726242" y="3720618"/>
              <a:ext cx="291465" cy="315595"/>
            </a:xfrm>
            <a:custGeom>
              <a:avLst/>
              <a:gdLst/>
              <a:ahLst/>
              <a:cxnLst/>
              <a:rect l="l" t="t" r="r" b="b"/>
              <a:pathLst>
                <a:path w="291464" h="315595">
                  <a:moveTo>
                    <a:pt x="145528" y="0"/>
                  </a:moveTo>
                  <a:lnTo>
                    <a:pt x="99529" y="8042"/>
                  </a:lnTo>
                  <a:lnTo>
                    <a:pt x="59580" y="30438"/>
                  </a:lnTo>
                  <a:lnTo>
                    <a:pt x="28078" y="64588"/>
                  </a:lnTo>
                  <a:lnTo>
                    <a:pt x="7419" y="107893"/>
                  </a:lnTo>
                  <a:lnTo>
                    <a:pt x="0" y="157756"/>
                  </a:lnTo>
                  <a:lnTo>
                    <a:pt x="7419" y="207620"/>
                  </a:lnTo>
                  <a:lnTo>
                    <a:pt x="28078" y="250926"/>
                  </a:lnTo>
                  <a:lnTo>
                    <a:pt x="59580" y="285076"/>
                  </a:lnTo>
                  <a:lnTo>
                    <a:pt x="99529" y="307472"/>
                  </a:lnTo>
                  <a:lnTo>
                    <a:pt x="145528" y="315514"/>
                  </a:lnTo>
                  <a:lnTo>
                    <a:pt x="191526" y="307472"/>
                  </a:lnTo>
                  <a:lnTo>
                    <a:pt x="231475" y="285076"/>
                  </a:lnTo>
                  <a:lnTo>
                    <a:pt x="262977" y="250926"/>
                  </a:lnTo>
                  <a:lnTo>
                    <a:pt x="283636" y="207620"/>
                  </a:lnTo>
                  <a:lnTo>
                    <a:pt x="291056" y="157756"/>
                  </a:lnTo>
                  <a:lnTo>
                    <a:pt x="283636" y="107893"/>
                  </a:lnTo>
                  <a:lnTo>
                    <a:pt x="262977" y="64588"/>
                  </a:lnTo>
                  <a:lnTo>
                    <a:pt x="231475" y="30438"/>
                  </a:lnTo>
                  <a:lnTo>
                    <a:pt x="191526" y="8042"/>
                  </a:lnTo>
                  <a:lnTo>
                    <a:pt x="1455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2726242" y="3720618"/>
              <a:ext cx="291465" cy="315595"/>
            </a:xfrm>
            <a:custGeom>
              <a:avLst/>
              <a:gdLst/>
              <a:ahLst/>
              <a:cxnLst/>
              <a:rect l="l" t="t" r="r" b="b"/>
              <a:pathLst>
                <a:path w="291464" h="315595">
                  <a:moveTo>
                    <a:pt x="145528" y="0"/>
                  </a:moveTo>
                  <a:lnTo>
                    <a:pt x="145528" y="315514"/>
                  </a:lnTo>
                </a:path>
                <a:path w="291464" h="315595">
                  <a:moveTo>
                    <a:pt x="0" y="157757"/>
                  </a:moveTo>
                  <a:lnTo>
                    <a:pt x="291056" y="157757"/>
                  </a:lnTo>
                </a:path>
                <a:path w="291464" h="315595">
                  <a:moveTo>
                    <a:pt x="0" y="157757"/>
                  </a:moveTo>
                  <a:lnTo>
                    <a:pt x="7419" y="107893"/>
                  </a:lnTo>
                  <a:lnTo>
                    <a:pt x="28078" y="64587"/>
                  </a:lnTo>
                  <a:lnTo>
                    <a:pt x="59581" y="30438"/>
                  </a:lnTo>
                  <a:lnTo>
                    <a:pt x="99530" y="8042"/>
                  </a:lnTo>
                  <a:lnTo>
                    <a:pt x="145528" y="0"/>
                  </a:lnTo>
                  <a:lnTo>
                    <a:pt x="191526" y="8042"/>
                  </a:lnTo>
                  <a:lnTo>
                    <a:pt x="231475" y="30438"/>
                  </a:lnTo>
                  <a:lnTo>
                    <a:pt x="262977" y="64587"/>
                  </a:lnTo>
                  <a:lnTo>
                    <a:pt x="283637" y="107893"/>
                  </a:lnTo>
                  <a:lnTo>
                    <a:pt x="291056" y="157757"/>
                  </a:lnTo>
                  <a:lnTo>
                    <a:pt x="283637" y="207620"/>
                  </a:lnTo>
                  <a:lnTo>
                    <a:pt x="262977" y="250926"/>
                  </a:lnTo>
                  <a:lnTo>
                    <a:pt x="231475" y="285076"/>
                  </a:lnTo>
                  <a:lnTo>
                    <a:pt x="191526" y="307471"/>
                  </a:lnTo>
                  <a:lnTo>
                    <a:pt x="145528" y="315514"/>
                  </a:lnTo>
                  <a:lnTo>
                    <a:pt x="99530" y="307471"/>
                  </a:lnTo>
                  <a:lnTo>
                    <a:pt x="59581" y="285076"/>
                  </a:lnTo>
                  <a:lnTo>
                    <a:pt x="28078" y="250926"/>
                  </a:lnTo>
                  <a:lnTo>
                    <a:pt x="7419" y="207620"/>
                  </a:lnTo>
                  <a:lnTo>
                    <a:pt x="0" y="157757"/>
                  </a:lnTo>
                  <a:close/>
                </a:path>
              </a:pathLst>
            </a:custGeom>
            <a:ln w="1971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1998600" y="4588282"/>
              <a:ext cx="655320" cy="158115"/>
            </a:xfrm>
            <a:custGeom>
              <a:avLst/>
              <a:gdLst/>
              <a:ahLst/>
              <a:cxnLst/>
              <a:rect l="l" t="t" r="r" b="b"/>
              <a:pathLst>
                <a:path w="655319" h="158114">
                  <a:moveTo>
                    <a:pt x="411473" y="0"/>
                  </a:moveTo>
                  <a:lnTo>
                    <a:pt x="411473" y="40191"/>
                  </a:lnTo>
                  <a:lnTo>
                    <a:pt x="0" y="40191"/>
                  </a:lnTo>
                  <a:lnTo>
                    <a:pt x="0" y="117565"/>
                  </a:lnTo>
                  <a:lnTo>
                    <a:pt x="411473" y="117565"/>
                  </a:lnTo>
                  <a:lnTo>
                    <a:pt x="411473" y="157756"/>
                  </a:lnTo>
                  <a:lnTo>
                    <a:pt x="654878" y="78878"/>
                  </a:lnTo>
                  <a:lnTo>
                    <a:pt x="411473" y="0"/>
                  </a:lnTo>
                  <a:close/>
                </a:path>
              </a:pathLst>
            </a:custGeom>
            <a:solidFill>
              <a:srgbClr val="D81E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1998600" y="4588282"/>
              <a:ext cx="655320" cy="158115"/>
            </a:xfrm>
            <a:custGeom>
              <a:avLst/>
              <a:gdLst/>
              <a:ahLst/>
              <a:cxnLst/>
              <a:rect l="l" t="t" r="r" b="b"/>
              <a:pathLst>
                <a:path w="655319" h="158114">
                  <a:moveTo>
                    <a:pt x="411473" y="157757"/>
                  </a:moveTo>
                  <a:lnTo>
                    <a:pt x="411473" y="117565"/>
                  </a:lnTo>
                  <a:lnTo>
                    <a:pt x="0" y="117565"/>
                  </a:lnTo>
                  <a:lnTo>
                    <a:pt x="0" y="40191"/>
                  </a:lnTo>
                  <a:lnTo>
                    <a:pt x="411473" y="40191"/>
                  </a:lnTo>
                  <a:lnTo>
                    <a:pt x="411473" y="0"/>
                  </a:lnTo>
                  <a:lnTo>
                    <a:pt x="654877" y="78878"/>
                  </a:lnTo>
                  <a:lnTo>
                    <a:pt x="411473" y="157757"/>
                  </a:lnTo>
                  <a:close/>
                </a:path>
              </a:pathLst>
            </a:custGeom>
            <a:ln w="262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2726242" y="4509404"/>
              <a:ext cx="291465" cy="315595"/>
            </a:xfrm>
            <a:custGeom>
              <a:avLst/>
              <a:gdLst/>
              <a:ahLst/>
              <a:cxnLst/>
              <a:rect l="l" t="t" r="r" b="b"/>
              <a:pathLst>
                <a:path w="291464" h="315595">
                  <a:moveTo>
                    <a:pt x="145528" y="0"/>
                  </a:moveTo>
                  <a:lnTo>
                    <a:pt x="99529" y="8042"/>
                  </a:lnTo>
                  <a:lnTo>
                    <a:pt x="59580" y="30438"/>
                  </a:lnTo>
                  <a:lnTo>
                    <a:pt x="28078" y="64588"/>
                  </a:lnTo>
                  <a:lnTo>
                    <a:pt x="7419" y="107893"/>
                  </a:lnTo>
                  <a:lnTo>
                    <a:pt x="0" y="157756"/>
                  </a:lnTo>
                  <a:lnTo>
                    <a:pt x="7419" y="207620"/>
                  </a:lnTo>
                  <a:lnTo>
                    <a:pt x="28078" y="250926"/>
                  </a:lnTo>
                  <a:lnTo>
                    <a:pt x="59580" y="285075"/>
                  </a:lnTo>
                  <a:lnTo>
                    <a:pt x="99529" y="307471"/>
                  </a:lnTo>
                  <a:lnTo>
                    <a:pt x="145528" y="315513"/>
                  </a:lnTo>
                  <a:lnTo>
                    <a:pt x="191526" y="307471"/>
                  </a:lnTo>
                  <a:lnTo>
                    <a:pt x="231475" y="285075"/>
                  </a:lnTo>
                  <a:lnTo>
                    <a:pt x="262977" y="250926"/>
                  </a:lnTo>
                  <a:lnTo>
                    <a:pt x="283636" y="207620"/>
                  </a:lnTo>
                  <a:lnTo>
                    <a:pt x="291056" y="157756"/>
                  </a:lnTo>
                  <a:lnTo>
                    <a:pt x="283636" y="107893"/>
                  </a:lnTo>
                  <a:lnTo>
                    <a:pt x="262977" y="64588"/>
                  </a:lnTo>
                  <a:lnTo>
                    <a:pt x="231475" y="30438"/>
                  </a:lnTo>
                  <a:lnTo>
                    <a:pt x="191526" y="8042"/>
                  </a:lnTo>
                  <a:lnTo>
                    <a:pt x="1455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2726242" y="4509404"/>
              <a:ext cx="291465" cy="315595"/>
            </a:xfrm>
            <a:custGeom>
              <a:avLst/>
              <a:gdLst/>
              <a:ahLst/>
              <a:cxnLst/>
              <a:rect l="l" t="t" r="r" b="b"/>
              <a:pathLst>
                <a:path w="291464" h="315595">
                  <a:moveTo>
                    <a:pt x="145528" y="0"/>
                  </a:moveTo>
                  <a:lnTo>
                    <a:pt x="145528" y="315514"/>
                  </a:lnTo>
                </a:path>
                <a:path w="291464" h="315595">
                  <a:moveTo>
                    <a:pt x="0" y="157757"/>
                  </a:moveTo>
                  <a:lnTo>
                    <a:pt x="291056" y="157757"/>
                  </a:lnTo>
                </a:path>
                <a:path w="291464" h="315595">
                  <a:moveTo>
                    <a:pt x="0" y="157757"/>
                  </a:moveTo>
                  <a:lnTo>
                    <a:pt x="7419" y="107893"/>
                  </a:lnTo>
                  <a:lnTo>
                    <a:pt x="28078" y="64587"/>
                  </a:lnTo>
                  <a:lnTo>
                    <a:pt x="59581" y="30438"/>
                  </a:lnTo>
                  <a:lnTo>
                    <a:pt x="99530" y="8042"/>
                  </a:lnTo>
                  <a:lnTo>
                    <a:pt x="145528" y="0"/>
                  </a:lnTo>
                  <a:lnTo>
                    <a:pt x="191526" y="8042"/>
                  </a:lnTo>
                  <a:lnTo>
                    <a:pt x="231475" y="30438"/>
                  </a:lnTo>
                  <a:lnTo>
                    <a:pt x="262977" y="64587"/>
                  </a:lnTo>
                  <a:lnTo>
                    <a:pt x="283637" y="107893"/>
                  </a:lnTo>
                  <a:lnTo>
                    <a:pt x="291056" y="157757"/>
                  </a:lnTo>
                  <a:lnTo>
                    <a:pt x="283637" y="207620"/>
                  </a:lnTo>
                  <a:lnTo>
                    <a:pt x="262977" y="250926"/>
                  </a:lnTo>
                  <a:lnTo>
                    <a:pt x="231475" y="285076"/>
                  </a:lnTo>
                  <a:lnTo>
                    <a:pt x="191526" y="307471"/>
                  </a:lnTo>
                  <a:lnTo>
                    <a:pt x="145528" y="315514"/>
                  </a:lnTo>
                  <a:lnTo>
                    <a:pt x="99530" y="307471"/>
                  </a:lnTo>
                  <a:lnTo>
                    <a:pt x="59581" y="285076"/>
                  </a:lnTo>
                  <a:lnTo>
                    <a:pt x="28078" y="250926"/>
                  </a:lnTo>
                  <a:lnTo>
                    <a:pt x="7419" y="207620"/>
                  </a:lnTo>
                  <a:lnTo>
                    <a:pt x="0" y="157757"/>
                  </a:lnTo>
                  <a:close/>
                </a:path>
              </a:pathLst>
            </a:custGeom>
            <a:ln w="1971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1998600" y="6086975"/>
              <a:ext cx="655320" cy="158115"/>
            </a:xfrm>
            <a:custGeom>
              <a:avLst/>
              <a:gdLst/>
              <a:ahLst/>
              <a:cxnLst/>
              <a:rect l="l" t="t" r="r" b="b"/>
              <a:pathLst>
                <a:path w="655319" h="158114">
                  <a:moveTo>
                    <a:pt x="411473" y="0"/>
                  </a:moveTo>
                  <a:lnTo>
                    <a:pt x="411473" y="40191"/>
                  </a:lnTo>
                  <a:lnTo>
                    <a:pt x="0" y="40191"/>
                  </a:lnTo>
                  <a:lnTo>
                    <a:pt x="0" y="117565"/>
                  </a:lnTo>
                  <a:lnTo>
                    <a:pt x="411473" y="117565"/>
                  </a:lnTo>
                  <a:lnTo>
                    <a:pt x="411473" y="157756"/>
                  </a:lnTo>
                  <a:lnTo>
                    <a:pt x="654878" y="78878"/>
                  </a:lnTo>
                  <a:lnTo>
                    <a:pt x="411473" y="0"/>
                  </a:lnTo>
                  <a:close/>
                </a:path>
              </a:pathLst>
            </a:custGeom>
            <a:solidFill>
              <a:srgbClr val="D81E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1998600" y="6086974"/>
              <a:ext cx="655320" cy="158115"/>
            </a:xfrm>
            <a:custGeom>
              <a:avLst/>
              <a:gdLst/>
              <a:ahLst/>
              <a:cxnLst/>
              <a:rect l="l" t="t" r="r" b="b"/>
              <a:pathLst>
                <a:path w="655319" h="158114">
                  <a:moveTo>
                    <a:pt x="411473" y="157757"/>
                  </a:moveTo>
                  <a:lnTo>
                    <a:pt x="411473" y="117565"/>
                  </a:lnTo>
                  <a:lnTo>
                    <a:pt x="0" y="117565"/>
                  </a:lnTo>
                  <a:lnTo>
                    <a:pt x="0" y="40191"/>
                  </a:lnTo>
                  <a:lnTo>
                    <a:pt x="411473" y="40191"/>
                  </a:lnTo>
                  <a:lnTo>
                    <a:pt x="411473" y="0"/>
                  </a:lnTo>
                  <a:lnTo>
                    <a:pt x="654877" y="78878"/>
                  </a:lnTo>
                  <a:lnTo>
                    <a:pt x="411473" y="157757"/>
                  </a:lnTo>
                  <a:close/>
                </a:path>
              </a:pathLst>
            </a:custGeom>
            <a:ln w="262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2726242" y="6008097"/>
              <a:ext cx="291465" cy="315595"/>
            </a:xfrm>
            <a:custGeom>
              <a:avLst/>
              <a:gdLst/>
              <a:ahLst/>
              <a:cxnLst/>
              <a:rect l="l" t="t" r="r" b="b"/>
              <a:pathLst>
                <a:path w="291464" h="315595">
                  <a:moveTo>
                    <a:pt x="145528" y="0"/>
                  </a:moveTo>
                  <a:lnTo>
                    <a:pt x="99529" y="8042"/>
                  </a:lnTo>
                  <a:lnTo>
                    <a:pt x="59580" y="30437"/>
                  </a:lnTo>
                  <a:lnTo>
                    <a:pt x="28078" y="64587"/>
                  </a:lnTo>
                  <a:lnTo>
                    <a:pt x="7419" y="107893"/>
                  </a:lnTo>
                  <a:lnTo>
                    <a:pt x="0" y="157756"/>
                  </a:lnTo>
                  <a:lnTo>
                    <a:pt x="7419" y="207620"/>
                  </a:lnTo>
                  <a:lnTo>
                    <a:pt x="28078" y="250926"/>
                  </a:lnTo>
                  <a:lnTo>
                    <a:pt x="59580" y="285075"/>
                  </a:lnTo>
                  <a:lnTo>
                    <a:pt x="99529" y="307471"/>
                  </a:lnTo>
                  <a:lnTo>
                    <a:pt x="145528" y="315513"/>
                  </a:lnTo>
                  <a:lnTo>
                    <a:pt x="191526" y="307471"/>
                  </a:lnTo>
                  <a:lnTo>
                    <a:pt x="231475" y="285075"/>
                  </a:lnTo>
                  <a:lnTo>
                    <a:pt x="262977" y="250926"/>
                  </a:lnTo>
                  <a:lnTo>
                    <a:pt x="283636" y="207620"/>
                  </a:lnTo>
                  <a:lnTo>
                    <a:pt x="291056" y="157756"/>
                  </a:lnTo>
                  <a:lnTo>
                    <a:pt x="283636" y="107893"/>
                  </a:lnTo>
                  <a:lnTo>
                    <a:pt x="262977" y="64587"/>
                  </a:lnTo>
                  <a:lnTo>
                    <a:pt x="231475" y="30437"/>
                  </a:lnTo>
                  <a:lnTo>
                    <a:pt x="191526" y="8042"/>
                  </a:lnTo>
                  <a:lnTo>
                    <a:pt x="1455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2726242" y="6008096"/>
              <a:ext cx="291465" cy="315595"/>
            </a:xfrm>
            <a:custGeom>
              <a:avLst/>
              <a:gdLst/>
              <a:ahLst/>
              <a:cxnLst/>
              <a:rect l="l" t="t" r="r" b="b"/>
              <a:pathLst>
                <a:path w="291464" h="315595">
                  <a:moveTo>
                    <a:pt x="145528" y="0"/>
                  </a:moveTo>
                  <a:lnTo>
                    <a:pt x="145528" y="315514"/>
                  </a:lnTo>
                </a:path>
                <a:path w="291464" h="315595">
                  <a:moveTo>
                    <a:pt x="0" y="157757"/>
                  </a:moveTo>
                  <a:lnTo>
                    <a:pt x="291056" y="157757"/>
                  </a:lnTo>
                </a:path>
                <a:path w="291464" h="315595">
                  <a:moveTo>
                    <a:pt x="0" y="157757"/>
                  </a:moveTo>
                  <a:lnTo>
                    <a:pt x="7419" y="107893"/>
                  </a:lnTo>
                  <a:lnTo>
                    <a:pt x="28078" y="64587"/>
                  </a:lnTo>
                  <a:lnTo>
                    <a:pt x="59581" y="30438"/>
                  </a:lnTo>
                  <a:lnTo>
                    <a:pt x="99530" y="8042"/>
                  </a:lnTo>
                  <a:lnTo>
                    <a:pt x="145528" y="0"/>
                  </a:lnTo>
                  <a:lnTo>
                    <a:pt x="191526" y="8042"/>
                  </a:lnTo>
                  <a:lnTo>
                    <a:pt x="231475" y="30438"/>
                  </a:lnTo>
                  <a:lnTo>
                    <a:pt x="262977" y="64587"/>
                  </a:lnTo>
                  <a:lnTo>
                    <a:pt x="283637" y="107893"/>
                  </a:lnTo>
                  <a:lnTo>
                    <a:pt x="291056" y="157757"/>
                  </a:lnTo>
                  <a:lnTo>
                    <a:pt x="283637" y="207620"/>
                  </a:lnTo>
                  <a:lnTo>
                    <a:pt x="262977" y="250926"/>
                  </a:lnTo>
                  <a:lnTo>
                    <a:pt x="231475" y="285076"/>
                  </a:lnTo>
                  <a:lnTo>
                    <a:pt x="191526" y="307471"/>
                  </a:lnTo>
                  <a:lnTo>
                    <a:pt x="145528" y="315514"/>
                  </a:lnTo>
                  <a:lnTo>
                    <a:pt x="99530" y="307471"/>
                  </a:lnTo>
                  <a:lnTo>
                    <a:pt x="59581" y="285076"/>
                  </a:lnTo>
                  <a:lnTo>
                    <a:pt x="28078" y="250926"/>
                  </a:lnTo>
                  <a:lnTo>
                    <a:pt x="7419" y="207620"/>
                  </a:lnTo>
                  <a:lnTo>
                    <a:pt x="0" y="157757"/>
                  </a:lnTo>
                  <a:close/>
                </a:path>
              </a:pathLst>
            </a:custGeom>
            <a:ln w="1971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2291065" y="2138117"/>
              <a:ext cx="7395845" cy="1656714"/>
            </a:xfrm>
            <a:custGeom>
              <a:avLst/>
              <a:gdLst/>
              <a:ahLst/>
              <a:cxnLst/>
              <a:rect l="l" t="t" r="r" b="b"/>
              <a:pathLst>
                <a:path w="7395845" h="1656714">
                  <a:moveTo>
                    <a:pt x="0" y="709906"/>
                  </a:moveTo>
                  <a:lnTo>
                    <a:pt x="1795867" y="1656449"/>
                  </a:lnTo>
                </a:path>
                <a:path w="7395845" h="1656714">
                  <a:moveTo>
                    <a:pt x="0" y="394392"/>
                  </a:moveTo>
                  <a:lnTo>
                    <a:pt x="1795867" y="0"/>
                  </a:lnTo>
                </a:path>
                <a:path w="7395845" h="1656714">
                  <a:moveTo>
                    <a:pt x="1164931" y="394392"/>
                  </a:moveTo>
                  <a:lnTo>
                    <a:pt x="7395424" y="0"/>
                  </a:lnTo>
                </a:path>
                <a:path w="7395845" h="1656714">
                  <a:moveTo>
                    <a:pt x="1164931" y="709906"/>
                  </a:moveTo>
                  <a:lnTo>
                    <a:pt x="7395424" y="1656449"/>
                  </a:lnTo>
                </a:path>
              </a:pathLst>
            </a:custGeom>
            <a:ln w="1314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4086933" y="2138117"/>
              <a:ext cx="5678805" cy="1656714"/>
            </a:xfrm>
            <a:custGeom>
              <a:avLst/>
              <a:gdLst/>
              <a:ahLst/>
              <a:cxnLst/>
              <a:rect l="l" t="t" r="r" b="b"/>
              <a:pathLst>
                <a:path w="5678805" h="1656714">
                  <a:moveTo>
                    <a:pt x="5678424" y="0"/>
                  </a:moveTo>
                  <a:lnTo>
                    <a:pt x="0" y="0"/>
                  </a:lnTo>
                  <a:lnTo>
                    <a:pt x="0" y="1656449"/>
                  </a:lnTo>
                  <a:lnTo>
                    <a:pt x="5678424" y="1656449"/>
                  </a:lnTo>
                  <a:lnTo>
                    <a:pt x="567842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4165800" y="2216996"/>
              <a:ext cx="298450" cy="339090"/>
            </a:xfrm>
            <a:custGeom>
              <a:avLst/>
              <a:gdLst/>
              <a:ahLst/>
              <a:cxnLst/>
              <a:rect l="l" t="t" r="r" b="b"/>
              <a:pathLst>
                <a:path w="298450" h="339089">
                  <a:moveTo>
                    <a:pt x="298143" y="0"/>
                  </a:moveTo>
                  <a:lnTo>
                    <a:pt x="0" y="0"/>
                  </a:lnTo>
                  <a:lnTo>
                    <a:pt x="0" y="338520"/>
                  </a:lnTo>
                  <a:lnTo>
                    <a:pt x="298143" y="338520"/>
                  </a:lnTo>
                  <a:lnTo>
                    <a:pt x="298143" y="0"/>
                  </a:lnTo>
                  <a:close/>
                </a:path>
              </a:pathLst>
            </a:custGeom>
            <a:solidFill>
              <a:srgbClr val="7A81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3" name="object 43"/>
          <p:cNvSpPr txBox="1"/>
          <p:nvPr/>
        </p:nvSpPr>
        <p:spPr>
          <a:xfrm>
            <a:off x="2289422" y="4115011"/>
            <a:ext cx="1203325" cy="337185"/>
          </a:xfrm>
          <a:prstGeom prst="rect">
            <a:avLst/>
          </a:prstGeom>
          <a:solidFill>
            <a:srgbClr val="FFFFFF"/>
          </a:solidFill>
          <a:ln w="29579">
            <a:solidFill>
              <a:srgbClr val="0000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200025">
              <a:lnSpc>
                <a:spcPts val="2655"/>
              </a:lnSpc>
            </a:pPr>
            <a:r>
              <a:rPr dirty="0" sz="2450" spc="-10">
                <a:latin typeface="Arial"/>
                <a:cs typeface="Arial"/>
              </a:rPr>
              <a:t>round</a:t>
            </a:r>
            <a:endParaRPr sz="2450">
              <a:latin typeface="Arial"/>
              <a:cs typeface="Aria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2289422" y="5613703"/>
            <a:ext cx="1203325" cy="337185"/>
          </a:xfrm>
          <a:prstGeom prst="rect">
            <a:avLst/>
          </a:prstGeom>
          <a:solidFill>
            <a:srgbClr val="FFFFFF"/>
          </a:solidFill>
          <a:ln w="29579">
            <a:solidFill>
              <a:srgbClr val="0000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200025">
              <a:lnSpc>
                <a:spcPts val="2655"/>
              </a:lnSpc>
            </a:pPr>
            <a:r>
              <a:rPr dirty="0" sz="2450" spc="-10">
                <a:latin typeface="Arial"/>
                <a:cs typeface="Arial"/>
              </a:rPr>
              <a:t>round</a:t>
            </a:r>
            <a:endParaRPr sz="2450">
              <a:latin typeface="Arial"/>
              <a:cs typeface="Arial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4165799" y="2216996"/>
            <a:ext cx="298450" cy="339090"/>
          </a:xfrm>
          <a:prstGeom prst="rect">
            <a:avLst/>
          </a:prstGeom>
          <a:ln w="13145">
            <a:solidFill>
              <a:srgbClr val="0000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42545">
              <a:lnSpc>
                <a:spcPts val="2665"/>
              </a:lnSpc>
            </a:pPr>
            <a:r>
              <a:rPr dirty="0" sz="2450" spc="-50">
                <a:latin typeface="Arial"/>
                <a:cs typeface="Arial"/>
              </a:rPr>
              <a:t>S</a:t>
            </a:r>
            <a:endParaRPr sz="2450">
              <a:latin typeface="Arial"/>
              <a:cs typeface="Arial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4514193" y="2216996"/>
            <a:ext cx="298450" cy="339090"/>
          </a:xfrm>
          <a:custGeom>
            <a:avLst/>
            <a:gdLst/>
            <a:ahLst/>
            <a:cxnLst/>
            <a:rect l="l" t="t" r="r" b="b"/>
            <a:pathLst>
              <a:path w="298450" h="339089">
                <a:moveTo>
                  <a:pt x="298144" y="0"/>
                </a:moveTo>
                <a:lnTo>
                  <a:pt x="0" y="0"/>
                </a:lnTo>
                <a:lnTo>
                  <a:pt x="0" y="338520"/>
                </a:lnTo>
                <a:lnTo>
                  <a:pt x="298144" y="338520"/>
                </a:lnTo>
                <a:lnTo>
                  <a:pt x="298144" y="0"/>
                </a:lnTo>
                <a:close/>
              </a:path>
            </a:pathLst>
          </a:custGeom>
          <a:solidFill>
            <a:srgbClr val="7A81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 txBox="1"/>
          <p:nvPr/>
        </p:nvSpPr>
        <p:spPr>
          <a:xfrm>
            <a:off x="4514193" y="2216996"/>
            <a:ext cx="298450" cy="339090"/>
          </a:xfrm>
          <a:prstGeom prst="rect">
            <a:avLst/>
          </a:prstGeom>
          <a:ln w="13145">
            <a:solidFill>
              <a:srgbClr val="0000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42545">
              <a:lnSpc>
                <a:spcPts val="2665"/>
              </a:lnSpc>
            </a:pPr>
            <a:r>
              <a:rPr dirty="0" sz="2450" spc="-50">
                <a:latin typeface="Arial"/>
                <a:cs typeface="Arial"/>
              </a:rPr>
              <a:t>S</a:t>
            </a:r>
            <a:endParaRPr sz="2450">
              <a:latin typeface="Arial"/>
              <a:cs typeface="Arial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4862586" y="2216996"/>
            <a:ext cx="298450" cy="339090"/>
          </a:xfrm>
          <a:custGeom>
            <a:avLst/>
            <a:gdLst/>
            <a:ahLst/>
            <a:cxnLst/>
            <a:rect l="l" t="t" r="r" b="b"/>
            <a:pathLst>
              <a:path w="298450" h="339089">
                <a:moveTo>
                  <a:pt x="298143" y="0"/>
                </a:moveTo>
                <a:lnTo>
                  <a:pt x="0" y="0"/>
                </a:lnTo>
                <a:lnTo>
                  <a:pt x="0" y="338520"/>
                </a:lnTo>
                <a:lnTo>
                  <a:pt x="298143" y="338520"/>
                </a:lnTo>
                <a:lnTo>
                  <a:pt x="298143" y="0"/>
                </a:lnTo>
                <a:close/>
              </a:path>
            </a:pathLst>
          </a:custGeom>
          <a:solidFill>
            <a:srgbClr val="7A81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 txBox="1"/>
          <p:nvPr/>
        </p:nvSpPr>
        <p:spPr>
          <a:xfrm>
            <a:off x="4862585" y="2216996"/>
            <a:ext cx="298450" cy="339090"/>
          </a:xfrm>
          <a:prstGeom prst="rect">
            <a:avLst/>
          </a:prstGeom>
          <a:ln w="13145">
            <a:solidFill>
              <a:srgbClr val="0000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42545">
              <a:lnSpc>
                <a:spcPts val="2665"/>
              </a:lnSpc>
            </a:pPr>
            <a:r>
              <a:rPr dirty="0" sz="2450" spc="-50">
                <a:latin typeface="Arial"/>
                <a:cs typeface="Arial"/>
              </a:rPr>
              <a:t>S</a:t>
            </a:r>
            <a:endParaRPr sz="2450">
              <a:latin typeface="Arial"/>
              <a:cs typeface="Arial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5209862" y="2216996"/>
            <a:ext cx="299720" cy="339090"/>
          </a:xfrm>
          <a:custGeom>
            <a:avLst/>
            <a:gdLst/>
            <a:ahLst/>
            <a:cxnLst/>
            <a:rect l="l" t="t" r="r" b="b"/>
            <a:pathLst>
              <a:path w="299720" h="339089">
                <a:moveTo>
                  <a:pt x="299260" y="0"/>
                </a:moveTo>
                <a:lnTo>
                  <a:pt x="0" y="0"/>
                </a:lnTo>
                <a:lnTo>
                  <a:pt x="0" y="338520"/>
                </a:lnTo>
                <a:lnTo>
                  <a:pt x="299260" y="338520"/>
                </a:lnTo>
                <a:lnTo>
                  <a:pt x="299260" y="0"/>
                </a:lnTo>
                <a:close/>
              </a:path>
            </a:pathLst>
          </a:custGeom>
          <a:solidFill>
            <a:srgbClr val="7A81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 txBox="1"/>
          <p:nvPr/>
        </p:nvSpPr>
        <p:spPr>
          <a:xfrm>
            <a:off x="5209862" y="2216996"/>
            <a:ext cx="299720" cy="339090"/>
          </a:xfrm>
          <a:prstGeom prst="rect">
            <a:avLst/>
          </a:prstGeom>
          <a:ln w="13145">
            <a:solidFill>
              <a:srgbClr val="0000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42545">
              <a:lnSpc>
                <a:spcPts val="2665"/>
              </a:lnSpc>
            </a:pPr>
            <a:r>
              <a:rPr dirty="0" sz="2450" spc="-50">
                <a:latin typeface="Arial"/>
                <a:cs typeface="Arial"/>
              </a:rPr>
              <a:t>S</a:t>
            </a:r>
            <a:endParaRPr sz="2450">
              <a:latin typeface="Arial"/>
              <a:cs typeface="Arial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5558256" y="2216996"/>
            <a:ext cx="298450" cy="339090"/>
          </a:xfrm>
          <a:custGeom>
            <a:avLst/>
            <a:gdLst/>
            <a:ahLst/>
            <a:cxnLst/>
            <a:rect l="l" t="t" r="r" b="b"/>
            <a:pathLst>
              <a:path w="298450" h="339089">
                <a:moveTo>
                  <a:pt x="298144" y="0"/>
                </a:moveTo>
                <a:lnTo>
                  <a:pt x="0" y="0"/>
                </a:lnTo>
                <a:lnTo>
                  <a:pt x="0" y="338520"/>
                </a:lnTo>
                <a:lnTo>
                  <a:pt x="298144" y="338520"/>
                </a:lnTo>
                <a:lnTo>
                  <a:pt x="298144" y="0"/>
                </a:lnTo>
                <a:close/>
              </a:path>
            </a:pathLst>
          </a:custGeom>
          <a:solidFill>
            <a:srgbClr val="7A81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 txBox="1"/>
          <p:nvPr/>
        </p:nvSpPr>
        <p:spPr>
          <a:xfrm>
            <a:off x="5558256" y="2216996"/>
            <a:ext cx="298450" cy="339090"/>
          </a:xfrm>
          <a:prstGeom prst="rect">
            <a:avLst/>
          </a:prstGeom>
          <a:ln w="13145">
            <a:solidFill>
              <a:srgbClr val="0000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42545">
              <a:lnSpc>
                <a:spcPts val="2665"/>
              </a:lnSpc>
            </a:pPr>
            <a:r>
              <a:rPr dirty="0" sz="2450" spc="-50">
                <a:latin typeface="Arial"/>
                <a:cs typeface="Arial"/>
              </a:rPr>
              <a:t>S</a:t>
            </a:r>
            <a:endParaRPr sz="2450">
              <a:latin typeface="Arial"/>
              <a:cs typeface="Arial"/>
            </a:endParaRPr>
          </a:p>
        </p:txBody>
      </p:sp>
      <p:sp>
        <p:nvSpPr>
          <p:cNvPr id="54" name="object 54"/>
          <p:cNvSpPr/>
          <p:nvPr/>
        </p:nvSpPr>
        <p:spPr>
          <a:xfrm>
            <a:off x="5906647" y="2216996"/>
            <a:ext cx="298450" cy="339090"/>
          </a:xfrm>
          <a:custGeom>
            <a:avLst/>
            <a:gdLst/>
            <a:ahLst/>
            <a:cxnLst/>
            <a:rect l="l" t="t" r="r" b="b"/>
            <a:pathLst>
              <a:path w="298450" h="339089">
                <a:moveTo>
                  <a:pt x="298144" y="0"/>
                </a:moveTo>
                <a:lnTo>
                  <a:pt x="0" y="0"/>
                </a:lnTo>
                <a:lnTo>
                  <a:pt x="0" y="338520"/>
                </a:lnTo>
                <a:lnTo>
                  <a:pt x="298144" y="338520"/>
                </a:lnTo>
                <a:lnTo>
                  <a:pt x="298144" y="0"/>
                </a:lnTo>
                <a:close/>
              </a:path>
            </a:pathLst>
          </a:custGeom>
          <a:solidFill>
            <a:srgbClr val="7A81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 txBox="1"/>
          <p:nvPr/>
        </p:nvSpPr>
        <p:spPr>
          <a:xfrm>
            <a:off x="5906648" y="2216996"/>
            <a:ext cx="298450" cy="339090"/>
          </a:xfrm>
          <a:prstGeom prst="rect">
            <a:avLst/>
          </a:prstGeom>
          <a:ln w="13145">
            <a:solidFill>
              <a:srgbClr val="0000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42545">
              <a:lnSpc>
                <a:spcPts val="2665"/>
              </a:lnSpc>
            </a:pPr>
            <a:r>
              <a:rPr dirty="0" sz="2450" spc="-50">
                <a:latin typeface="Arial"/>
                <a:cs typeface="Arial"/>
              </a:rPr>
              <a:t>S</a:t>
            </a:r>
            <a:endParaRPr sz="2450">
              <a:latin typeface="Arial"/>
              <a:cs typeface="Arial"/>
            </a:endParaRPr>
          </a:p>
        </p:txBody>
      </p:sp>
      <p:sp>
        <p:nvSpPr>
          <p:cNvPr id="56" name="object 56"/>
          <p:cNvSpPr/>
          <p:nvPr/>
        </p:nvSpPr>
        <p:spPr>
          <a:xfrm>
            <a:off x="6255042" y="2216996"/>
            <a:ext cx="298450" cy="339090"/>
          </a:xfrm>
          <a:custGeom>
            <a:avLst/>
            <a:gdLst/>
            <a:ahLst/>
            <a:cxnLst/>
            <a:rect l="l" t="t" r="r" b="b"/>
            <a:pathLst>
              <a:path w="298450" h="339089">
                <a:moveTo>
                  <a:pt x="298144" y="0"/>
                </a:moveTo>
                <a:lnTo>
                  <a:pt x="0" y="0"/>
                </a:lnTo>
                <a:lnTo>
                  <a:pt x="0" y="338520"/>
                </a:lnTo>
                <a:lnTo>
                  <a:pt x="298144" y="338520"/>
                </a:lnTo>
                <a:lnTo>
                  <a:pt x="298144" y="0"/>
                </a:lnTo>
                <a:close/>
              </a:path>
            </a:pathLst>
          </a:custGeom>
          <a:solidFill>
            <a:srgbClr val="7A81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 txBox="1"/>
          <p:nvPr/>
        </p:nvSpPr>
        <p:spPr>
          <a:xfrm>
            <a:off x="6255041" y="2216996"/>
            <a:ext cx="298450" cy="339090"/>
          </a:xfrm>
          <a:prstGeom prst="rect">
            <a:avLst/>
          </a:prstGeom>
          <a:ln w="13145">
            <a:solidFill>
              <a:srgbClr val="0000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42545">
              <a:lnSpc>
                <a:spcPts val="2665"/>
              </a:lnSpc>
            </a:pPr>
            <a:r>
              <a:rPr dirty="0" sz="2450" spc="-50">
                <a:latin typeface="Arial"/>
                <a:cs typeface="Arial"/>
              </a:rPr>
              <a:t>S</a:t>
            </a:r>
            <a:endParaRPr sz="2450">
              <a:latin typeface="Arial"/>
              <a:cs typeface="Arial"/>
            </a:endParaRPr>
          </a:p>
        </p:txBody>
      </p:sp>
      <p:sp>
        <p:nvSpPr>
          <p:cNvPr id="58" name="object 58"/>
          <p:cNvSpPr/>
          <p:nvPr/>
        </p:nvSpPr>
        <p:spPr>
          <a:xfrm>
            <a:off x="6602318" y="2216996"/>
            <a:ext cx="299720" cy="339090"/>
          </a:xfrm>
          <a:custGeom>
            <a:avLst/>
            <a:gdLst/>
            <a:ahLst/>
            <a:cxnLst/>
            <a:rect l="l" t="t" r="r" b="b"/>
            <a:pathLst>
              <a:path w="299720" h="339089">
                <a:moveTo>
                  <a:pt x="299260" y="0"/>
                </a:moveTo>
                <a:lnTo>
                  <a:pt x="0" y="0"/>
                </a:lnTo>
                <a:lnTo>
                  <a:pt x="0" y="338520"/>
                </a:lnTo>
                <a:lnTo>
                  <a:pt x="299260" y="338520"/>
                </a:lnTo>
                <a:lnTo>
                  <a:pt x="299260" y="0"/>
                </a:lnTo>
                <a:close/>
              </a:path>
            </a:pathLst>
          </a:custGeom>
          <a:solidFill>
            <a:srgbClr val="7A81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 txBox="1"/>
          <p:nvPr/>
        </p:nvSpPr>
        <p:spPr>
          <a:xfrm>
            <a:off x="6602318" y="2216996"/>
            <a:ext cx="299720" cy="339090"/>
          </a:xfrm>
          <a:prstGeom prst="rect">
            <a:avLst/>
          </a:prstGeom>
          <a:ln w="13145">
            <a:solidFill>
              <a:srgbClr val="0000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42545">
              <a:lnSpc>
                <a:spcPts val="2665"/>
              </a:lnSpc>
            </a:pPr>
            <a:r>
              <a:rPr dirty="0" sz="2450" spc="-50">
                <a:latin typeface="Arial"/>
                <a:cs typeface="Arial"/>
              </a:rPr>
              <a:t>S</a:t>
            </a:r>
            <a:endParaRPr sz="2450">
              <a:latin typeface="Arial"/>
              <a:cs typeface="Arial"/>
            </a:endParaRPr>
          </a:p>
        </p:txBody>
      </p:sp>
      <p:sp>
        <p:nvSpPr>
          <p:cNvPr id="60" name="object 60"/>
          <p:cNvSpPr/>
          <p:nvPr/>
        </p:nvSpPr>
        <p:spPr>
          <a:xfrm>
            <a:off x="6950709" y="2216996"/>
            <a:ext cx="299720" cy="339090"/>
          </a:xfrm>
          <a:custGeom>
            <a:avLst/>
            <a:gdLst/>
            <a:ahLst/>
            <a:cxnLst/>
            <a:rect l="l" t="t" r="r" b="b"/>
            <a:pathLst>
              <a:path w="299720" h="339089">
                <a:moveTo>
                  <a:pt x="299260" y="0"/>
                </a:moveTo>
                <a:lnTo>
                  <a:pt x="0" y="0"/>
                </a:lnTo>
                <a:lnTo>
                  <a:pt x="0" y="338520"/>
                </a:lnTo>
                <a:lnTo>
                  <a:pt x="299260" y="338520"/>
                </a:lnTo>
                <a:lnTo>
                  <a:pt x="299260" y="0"/>
                </a:lnTo>
                <a:close/>
              </a:path>
            </a:pathLst>
          </a:custGeom>
          <a:solidFill>
            <a:srgbClr val="7A81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 txBox="1"/>
          <p:nvPr/>
        </p:nvSpPr>
        <p:spPr>
          <a:xfrm>
            <a:off x="6950710" y="2216996"/>
            <a:ext cx="299720" cy="339090"/>
          </a:xfrm>
          <a:prstGeom prst="rect">
            <a:avLst/>
          </a:prstGeom>
          <a:ln w="13145">
            <a:solidFill>
              <a:srgbClr val="0000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42545">
              <a:lnSpc>
                <a:spcPts val="2665"/>
              </a:lnSpc>
            </a:pPr>
            <a:r>
              <a:rPr dirty="0" sz="2450" spc="-50">
                <a:latin typeface="Arial"/>
                <a:cs typeface="Arial"/>
              </a:rPr>
              <a:t>S</a:t>
            </a:r>
            <a:endParaRPr sz="2450">
              <a:latin typeface="Arial"/>
              <a:cs typeface="Arial"/>
            </a:endParaRPr>
          </a:p>
        </p:txBody>
      </p:sp>
      <p:sp>
        <p:nvSpPr>
          <p:cNvPr id="62" name="object 62"/>
          <p:cNvSpPr/>
          <p:nvPr/>
        </p:nvSpPr>
        <p:spPr>
          <a:xfrm>
            <a:off x="7299104" y="2216996"/>
            <a:ext cx="298450" cy="339090"/>
          </a:xfrm>
          <a:custGeom>
            <a:avLst/>
            <a:gdLst/>
            <a:ahLst/>
            <a:cxnLst/>
            <a:rect l="l" t="t" r="r" b="b"/>
            <a:pathLst>
              <a:path w="298450" h="339089">
                <a:moveTo>
                  <a:pt x="298144" y="0"/>
                </a:moveTo>
                <a:lnTo>
                  <a:pt x="0" y="0"/>
                </a:lnTo>
                <a:lnTo>
                  <a:pt x="0" y="338520"/>
                </a:lnTo>
                <a:lnTo>
                  <a:pt x="298144" y="338520"/>
                </a:lnTo>
                <a:lnTo>
                  <a:pt x="298144" y="0"/>
                </a:lnTo>
                <a:close/>
              </a:path>
            </a:pathLst>
          </a:custGeom>
          <a:solidFill>
            <a:srgbClr val="7A81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 txBox="1"/>
          <p:nvPr/>
        </p:nvSpPr>
        <p:spPr>
          <a:xfrm>
            <a:off x="7299104" y="2216996"/>
            <a:ext cx="298450" cy="339090"/>
          </a:xfrm>
          <a:prstGeom prst="rect">
            <a:avLst/>
          </a:prstGeom>
          <a:ln w="13145">
            <a:solidFill>
              <a:srgbClr val="0000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42545">
              <a:lnSpc>
                <a:spcPts val="2665"/>
              </a:lnSpc>
            </a:pPr>
            <a:r>
              <a:rPr dirty="0" sz="2450" spc="-50">
                <a:latin typeface="Arial"/>
                <a:cs typeface="Arial"/>
              </a:rPr>
              <a:t>S</a:t>
            </a:r>
            <a:endParaRPr sz="2450">
              <a:latin typeface="Arial"/>
              <a:cs typeface="Arial"/>
            </a:endParaRPr>
          </a:p>
        </p:txBody>
      </p:sp>
      <p:sp>
        <p:nvSpPr>
          <p:cNvPr id="64" name="object 64"/>
          <p:cNvSpPr/>
          <p:nvPr/>
        </p:nvSpPr>
        <p:spPr>
          <a:xfrm>
            <a:off x="7647498" y="2216996"/>
            <a:ext cx="298450" cy="339090"/>
          </a:xfrm>
          <a:custGeom>
            <a:avLst/>
            <a:gdLst/>
            <a:ahLst/>
            <a:cxnLst/>
            <a:rect l="l" t="t" r="r" b="b"/>
            <a:pathLst>
              <a:path w="298450" h="339089">
                <a:moveTo>
                  <a:pt x="298143" y="0"/>
                </a:moveTo>
                <a:lnTo>
                  <a:pt x="0" y="0"/>
                </a:lnTo>
                <a:lnTo>
                  <a:pt x="0" y="338520"/>
                </a:lnTo>
                <a:lnTo>
                  <a:pt x="298143" y="338520"/>
                </a:lnTo>
                <a:lnTo>
                  <a:pt x="298143" y="0"/>
                </a:lnTo>
                <a:close/>
              </a:path>
            </a:pathLst>
          </a:custGeom>
          <a:solidFill>
            <a:srgbClr val="7A81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 txBox="1"/>
          <p:nvPr/>
        </p:nvSpPr>
        <p:spPr>
          <a:xfrm>
            <a:off x="7647497" y="2216996"/>
            <a:ext cx="298450" cy="339090"/>
          </a:xfrm>
          <a:prstGeom prst="rect">
            <a:avLst/>
          </a:prstGeom>
          <a:ln w="13145">
            <a:solidFill>
              <a:srgbClr val="0000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42545">
              <a:lnSpc>
                <a:spcPts val="2665"/>
              </a:lnSpc>
            </a:pPr>
            <a:r>
              <a:rPr dirty="0" sz="2450" spc="-50">
                <a:latin typeface="Arial"/>
                <a:cs typeface="Arial"/>
              </a:rPr>
              <a:t>S</a:t>
            </a:r>
            <a:endParaRPr sz="2450">
              <a:latin typeface="Arial"/>
              <a:cs typeface="Arial"/>
            </a:endParaRPr>
          </a:p>
        </p:txBody>
      </p:sp>
      <p:sp>
        <p:nvSpPr>
          <p:cNvPr id="66" name="object 66"/>
          <p:cNvSpPr/>
          <p:nvPr/>
        </p:nvSpPr>
        <p:spPr>
          <a:xfrm>
            <a:off x="7995891" y="2216996"/>
            <a:ext cx="298450" cy="339090"/>
          </a:xfrm>
          <a:custGeom>
            <a:avLst/>
            <a:gdLst/>
            <a:ahLst/>
            <a:cxnLst/>
            <a:rect l="l" t="t" r="r" b="b"/>
            <a:pathLst>
              <a:path w="298450" h="339089">
                <a:moveTo>
                  <a:pt x="298143" y="0"/>
                </a:moveTo>
                <a:lnTo>
                  <a:pt x="0" y="0"/>
                </a:lnTo>
                <a:lnTo>
                  <a:pt x="0" y="338520"/>
                </a:lnTo>
                <a:lnTo>
                  <a:pt x="298143" y="338520"/>
                </a:lnTo>
                <a:lnTo>
                  <a:pt x="298143" y="0"/>
                </a:lnTo>
                <a:close/>
              </a:path>
            </a:pathLst>
          </a:custGeom>
          <a:solidFill>
            <a:srgbClr val="7A81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 txBox="1"/>
          <p:nvPr/>
        </p:nvSpPr>
        <p:spPr>
          <a:xfrm>
            <a:off x="7995890" y="2216996"/>
            <a:ext cx="298450" cy="339090"/>
          </a:xfrm>
          <a:prstGeom prst="rect">
            <a:avLst/>
          </a:prstGeom>
          <a:ln w="13145">
            <a:solidFill>
              <a:srgbClr val="0000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42545">
              <a:lnSpc>
                <a:spcPts val="2665"/>
              </a:lnSpc>
            </a:pPr>
            <a:r>
              <a:rPr dirty="0" sz="2450" spc="-50">
                <a:latin typeface="Arial"/>
                <a:cs typeface="Arial"/>
              </a:rPr>
              <a:t>S</a:t>
            </a:r>
            <a:endParaRPr sz="2450">
              <a:latin typeface="Arial"/>
              <a:cs typeface="Arial"/>
            </a:endParaRPr>
          </a:p>
        </p:txBody>
      </p:sp>
      <p:sp>
        <p:nvSpPr>
          <p:cNvPr id="68" name="object 68"/>
          <p:cNvSpPr/>
          <p:nvPr/>
        </p:nvSpPr>
        <p:spPr>
          <a:xfrm>
            <a:off x="8343167" y="2216996"/>
            <a:ext cx="299720" cy="339090"/>
          </a:xfrm>
          <a:custGeom>
            <a:avLst/>
            <a:gdLst/>
            <a:ahLst/>
            <a:cxnLst/>
            <a:rect l="l" t="t" r="r" b="b"/>
            <a:pathLst>
              <a:path w="299720" h="339089">
                <a:moveTo>
                  <a:pt x="299260" y="0"/>
                </a:moveTo>
                <a:lnTo>
                  <a:pt x="0" y="0"/>
                </a:lnTo>
                <a:lnTo>
                  <a:pt x="0" y="338520"/>
                </a:lnTo>
                <a:lnTo>
                  <a:pt x="299260" y="338520"/>
                </a:lnTo>
                <a:lnTo>
                  <a:pt x="299260" y="0"/>
                </a:lnTo>
                <a:close/>
              </a:path>
            </a:pathLst>
          </a:custGeom>
          <a:solidFill>
            <a:srgbClr val="7A81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 txBox="1"/>
          <p:nvPr/>
        </p:nvSpPr>
        <p:spPr>
          <a:xfrm>
            <a:off x="8343166" y="2216996"/>
            <a:ext cx="299720" cy="339090"/>
          </a:xfrm>
          <a:prstGeom prst="rect">
            <a:avLst/>
          </a:prstGeom>
          <a:ln w="13145">
            <a:solidFill>
              <a:srgbClr val="0000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42545">
              <a:lnSpc>
                <a:spcPts val="2665"/>
              </a:lnSpc>
            </a:pPr>
            <a:r>
              <a:rPr dirty="0" sz="2450" spc="-50">
                <a:latin typeface="Arial"/>
                <a:cs typeface="Arial"/>
              </a:rPr>
              <a:t>S</a:t>
            </a:r>
            <a:endParaRPr sz="2450">
              <a:latin typeface="Arial"/>
              <a:cs typeface="Arial"/>
            </a:endParaRPr>
          </a:p>
        </p:txBody>
      </p:sp>
      <p:sp>
        <p:nvSpPr>
          <p:cNvPr id="70" name="object 70"/>
          <p:cNvSpPr/>
          <p:nvPr/>
        </p:nvSpPr>
        <p:spPr>
          <a:xfrm>
            <a:off x="8691560" y="2216996"/>
            <a:ext cx="298450" cy="339090"/>
          </a:xfrm>
          <a:custGeom>
            <a:avLst/>
            <a:gdLst/>
            <a:ahLst/>
            <a:cxnLst/>
            <a:rect l="l" t="t" r="r" b="b"/>
            <a:pathLst>
              <a:path w="298450" h="339089">
                <a:moveTo>
                  <a:pt x="298143" y="0"/>
                </a:moveTo>
                <a:lnTo>
                  <a:pt x="0" y="0"/>
                </a:lnTo>
                <a:lnTo>
                  <a:pt x="0" y="338520"/>
                </a:lnTo>
                <a:lnTo>
                  <a:pt x="298143" y="338520"/>
                </a:lnTo>
                <a:lnTo>
                  <a:pt x="298143" y="0"/>
                </a:lnTo>
                <a:close/>
              </a:path>
            </a:pathLst>
          </a:custGeom>
          <a:solidFill>
            <a:srgbClr val="7A81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 txBox="1"/>
          <p:nvPr/>
        </p:nvSpPr>
        <p:spPr>
          <a:xfrm>
            <a:off x="8691560" y="2216996"/>
            <a:ext cx="298450" cy="339090"/>
          </a:xfrm>
          <a:prstGeom prst="rect">
            <a:avLst/>
          </a:prstGeom>
          <a:ln w="13145">
            <a:solidFill>
              <a:srgbClr val="0000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42545">
              <a:lnSpc>
                <a:spcPts val="2665"/>
              </a:lnSpc>
            </a:pPr>
            <a:r>
              <a:rPr dirty="0" sz="2450" spc="-50">
                <a:latin typeface="Arial"/>
                <a:cs typeface="Arial"/>
              </a:rPr>
              <a:t>S</a:t>
            </a:r>
            <a:endParaRPr sz="2450">
              <a:latin typeface="Arial"/>
              <a:cs typeface="Arial"/>
            </a:endParaRPr>
          </a:p>
        </p:txBody>
      </p:sp>
      <p:sp>
        <p:nvSpPr>
          <p:cNvPr id="72" name="object 72"/>
          <p:cNvSpPr/>
          <p:nvPr/>
        </p:nvSpPr>
        <p:spPr>
          <a:xfrm>
            <a:off x="9039952" y="2216996"/>
            <a:ext cx="298450" cy="339090"/>
          </a:xfrm>
          <a:custGeom>
            <a:avLst/>
            <a:gdLst/>
            <a:ahLst/>
            <a:cxnLst/>
            <a:rect l="l" t="t" r="r" b="b"/>
            <a:pathLst>
              <a:path w="298450" h="339089">
                <a:moveTo>
                  <a:pt x="298144" y="0"/>
                </a:moveTo>
                <a:lnTo>
                  <a:pt x="0" y="0"/>
                </a:lnTo>
                <a:lnTo>
                  <a:pt x="0" y="338520"/>
                </a:lnTo>
                <a:lnTo>
                  <a:pt x="298144" y="338520"/>
                </a:lnTo>
                <a:lnTo>
                  <a:pt x="298144" y="0"/>
                </a:lnTo>
                <a:close/>
              </a:path>
            </a:pathLst>
          </a:custGeom>
          <a:solidFill>
            <a:srgbClr val="7A81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 txBox="1"/>
          <p:nvPr/>
        </p:nvSpPr>
        <p:spPr>
          <a:xfrm>
            <a:off x="9039952" y="2216996"/>
            <a:ext cx="298450" cy="339090"/>
          </a:xfrm>
          <a:prstGeom prst="rect">
            <a:avLst/>
          </a:prstGeom>
          <a:ln w="13145">
            <a:solidFill>
              <a:srgbClr val="0000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42545">
              <a:lnSpc>
                <a:spcPts val="2665"/>
              </a:lnSpc>
            </a:pPr>
            <a:r>
              <a:rPr dirty="0" sz="2450" spc="-50">
                <a:latin typeface="Arial"/>
                <a:cs typeface="Arial"/>
              </a:rPr>
              <a:t>S</a:t>
            </a:r>
            <a:endParaRPr sz="2450">
              <a:latin typeface="Arial"/>
              <a:cs typeface="Arial"/>
            </a:endParaRPr>
          </a:p>
        </p:txBody>
      </p:sp>
      <p:sp>
        <p:nvSpPr>
          <p:cNvPr id="74" name="object 74"/>
          <p:cNvSpPr/>
          <p:nvPr/>
        </p:nvSpPr>
        <p:spPr>
          <a:xfrm>
            <a:off x="9388345" y="2216996"/>
            <a:ext cx="298450" cy="339090"/>
          </a:xfrm>
          <a:custGeom>
            <a:avLst/>
            <a:gdLst/>
            <a:ahLst/>
            <a:cxnLst/>
            <a:rect l="l" t="t" r="r" b="b"/>
            <a:pathLst>
              <a:path w="298450" h="339089">
                <a:moveTo>
                  <a:pt x="298144" y="0"/>
                </a:moveTo>
                <a:lnTo>
                  <a:pt x="0" y="0"/>
                </a:lnTo>
                <a:lnTo>
                  <a:pt x="0" y="338520"/>
                </a:lnTo>
                <a:lnTo>
                  <a:pt x="298144" y="338520"/>
                </a:lnTo>
                <a:lnTo>
                  <a:pt x="298144" y="0"/>
                </a:lnTo>
                <a:close/>
              </a:path>
            </a:pathLst>
          </a:custGeom>
          <a:solidFill>
            <a:srgbClr val="7A81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 txBox="1"/>
          <p:nvPr/>
        </p:nvSpPr>
        <p:spPr>
          <a:xfrm>
            <a:off x="9388345" y="2216996"/>
            <a:ext cx="298450" cy="339090"/>
          </a:xfrm>
          <a:prstGeom prst="rect">
            <a:avLst/>
          </a:prstGeom>
          <a:ln w="13145">
            <a:solidFill>
              <a:srgbClr val="0000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42545">
              <a:lnSpc>
                <a:spcPts val="2665"/>
              </a:lnSpc>
            </a:pPr>
            <a:r>
              <a:rPr dirty="0" sz="2450" spc="-50">
                <a:latin typeface="Arial"/>
                <a:cs typeface="Arial"/>
              </a:rPr>
              <a:t>S</a:t>
            </a:r>
            <a:endParaRPr sz="2450">
              <a:latin typeface="Arial"/>
              <a:cs typeface="Arial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4208519" y="3383721"/>
            <a:ext cx="1255395" cy="3530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740"/>
              </a:lnSpc>
              <a:tabLst>
                <a:tab pos="347980" algn="l"/>
                <a:tab pos="695960" algn="l"/>
                <a:tab pos="1043940" algn="l"/>
              </a:tabLst>
            </a:pPr>
            <a:r>
              <a:rPr dirty="0" sz="2450" spc="-5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dirty="0" sz="245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dirty="0" sz="2450" spc="-5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dirty="0" sz="245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dirty="0" sz="2450" spc="-5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dirty="0" sz="245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dirty="0" sz="2450" spc="-50">
                <a:solidFill>
                  <a:srgbClr val="FFFFFF"/>
                </a:solidFill>
                <a:latin typeface="Arial"/>
                <a:cs typeface="Arial"/>
              </a:rPr>
              <a:t>S</a:t>
            </a:r>
            <a:endParaRPr sz="2450">
              <a:latin typeface="Arial"/>
              <a:cs typeface="Arial"/>
            </a:endParaRPr>
          </a:p>
        </p:txBody>
      </p:sp>
      <p:grpSp>
        <p:nvGrpSpPr>
          <p:cNvPr id="77" name="object 77"/>
          <p:cNvGrpSpPr/>
          <p:nvPr/>
        </p:nvGrpSpPr>
        <p:grpSpPr>
          <a:xfrm>
            <a:off x="4159132" y="2540498"/>
            <a:ext cx="1593215" cy="1182370"/>
            <a:chOff x="4159132" y="2540498"/>
            <a:chExt cx="1593215" cy="1182370"/>
          </a:xfrm>
        </p:grpSpPr>
        <p:sp>
          <p:nvSpPr>
            <p:cNvPr id="78" name="object 78"/>
            <p:cNvSpPr/>
            <p:nvPr/>
          </p:nvSpPr>
          <p:spPr>
            <a:xfrm>
              <a:off x="5707842" y="2555421"/>
              <a:ext cx="0" cy="786130"/>
            </a:xfrm>
            <a:custGeom>
              <a:avLst/>
              <a:gdLst/>
              <a:ahLst/>
              <a:cxnLst/>
              <a:rect l="l" t="t" r="r" b="b"/>
              <a:pathLst>
                <a:path w="0" h="786129">
                  <a:moveTo>
                    <a:pt x="0" y="0"/>
                  </a:moveTo>
                  <a:lnTo>
                    <a:pt x="0" y="785721"/>
                  </a:lnTo>
                </a:path>
              </a:pathLst>
            </a:custGeom>
            <a:ln w="29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9" name="object 79"/>
            <p:cNvSpPr/>
            <p:nvPr/>
          </p:nvSpPr>
          <p:spPr>
            <a:xfrm>
              <a:off x="5663478" y="3281984"/>
              <a:ext cx="88900" cy="88900"/>
            </a:xfrm>
            <a:custGeom>
              <a:avLst/>
              <a:gdLst/>
              <a:ahLst/>
              <a:cxnLst/>
              <a:rect l="l" t="t" r="r" b="b"/>
              <a:pathLst>
                <a:path w="88900" h="88900">
                  <a:moveTo>
                    <a:pt x="88726" y="0"/>
                  </a:moveTo>
                  <a:lnTo>
                    <a:pt x="0" y="0"/>
                  </a:lnTo>
                  <a:lnTo>
                    <a:pt x="44363" y="88737"/>
                  </a:lnTo>
                  <a:lnTo>
                    <a:pt x="8872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0" name="object 80"/>
            <p:cNvSpPr/>
            <p:nvPr/>
          </p:nvSpPr>
          <p:spPr>
            <a:xfrm>
              <a:off x="4165800" y="3370594"/>
              <a:ext cx="298450" cy="345440"/>
            </a:xfrm>
            <a:custGeom>
              <a:avLst/>
              <a:gdLst/>
              <a:ahLst/>
              <a:cxnLst/>
              <a:rect l="l" t="t" r="r" b="b"/>
              <a:pathLst>
                <a:path w="298450" h="345439">
                  <a:moveTo>
                    <a:pt x="298415" y="0"/>
                  </a:moveTo>
                  <a:lnTo>
                    <a:pt x="0" y="0"/>
                  </a:lnTo>
                  <a:lnTo>
                    <a:pt x="0" y="345093"/>
                  </a:lnTo>
                  <a:lnTo>
                    <a:pt x="298415" y="345093"/>
                  </a:lnTo>
                  <a:lnTo>
                    <a:pt x="298415" y="0"/>
                  </a:lnTo>
                  <a:close/>
                </a:path>
              </a:pathLst>
            </a:custGeom>
            <a:solidFill>
              <a:srgbClr val="92929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1" name="object 81"/>
            <p:cNvSpPr/>
            <p:nvPr/>
          </p:nvSpPr>
          <p:spPr>
            <a:xfrm>
              <a:off x="4165800" y="3370594"/>
              <a:ext cx="298450" cy="345440"/>
            </a:xfrm>
            <a:custGeom>
              <a:avLst/>
              <a:gdLst/>
              <a:ahLst/>
              <a:cxnLst/>
              <a:rect l="l" t="t" r="r" b="b"/>
              <a:pathLst>
                <a:path w="298450" h="345439">
                  <a:moveTo>
                    <a:pt x="0" y="0"/>
                  </a:moveTo>
                  <a:lnTo>
                    <a:pt x="298415" y="0"/>
                  </a:lnTo>
                  <a:lnTo>
                    <a:pt x="298415" y="345093"/>
                  </a:lnTo>
                  <a:lnTo>
                    <a:pt x="0" y="345093"/>
                  </a:lnTo>
                  <a:lnTo>
                    <a:pt x="0" y="0"/>
                  </a:lnTo>
                  <a:close/>
                </a:path>
              </a:pathLst>
            </a:custGeom>
            <a:ln w="1314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2" name="object 82"/>
            <p:cNvSpPr/>
            <p:nvPr/>
          </p:nvSpPr>
          <p:spPr>
            <a:xfrm>
              <a:off x="4513950" y="3370594"/>
              <a:ext cx="298450" cy="345440"/>
            </a:xfrm>
            <a:custGeom>
              <a:avLst/>
              <a:gdLst/>
              <a:ahLst/>
              <a:cxnLst/>
              <a:rect l="l" t="t" r="r" b="b"/>
              <a:pathLst>
                <a:path w="298450" h="345439">
                  <a:moveTo>
                    <a:pt x="298415" y="0"/>
                  </a:moveTo>
                  <a:lnTo>
                    <a:pt x="0" y="0"/>
                  </a:lnTo>
                  <a:lnTo>
                    <a:pt x="0" y="345093"/>
                  </a:lnTo>
                  <a:lnTo>
                    <a:pt x="298415" y="345093"/>
                  </a:lnTo>
                  <a:lnTo>
                    <a:pt x="298415" y="0"/>
                  </a:lnTo>
                  <a:close/>
                </a:path>
              </a:pathLst>
            </a:custGeom>
            <a:solidFill>
              <a:srgbClr val="92929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3" name="object 83"/>
            <p:cNvSpPr/>
            <p:nvPr/>
          </p:nvSpPr>
          <p:spPr>
            <a:xfrm>
              <a:off x="4513951" y="3370594"/>
              <a:ext cx="298450" cy="345440"/>
            </a:xfrm>
            <a:custGeom>
              <a:avLst/>
              <a:gdLst/>
              <a:ahLst/>
              <a:cxnLst/>
              <a:rect l="l" t="t" r="r" b="b"/>
              <a:pathLst>
                <a:path w="298450" h="345439">
                  <a:moveTo>
                    <a:pt x="0" y="0"/>
                  </a:moveTo>
                  <a:lnTo>
                    <a:pt x="298415" y="0"/>
                  </a:lnTo>
                  <a:lnTo>
                    <a:pt x="298415" y="345093"/>
                  </a:lnTo>
                  <a:lnTo>
                    <a:pt x="0" y="345093"/>
                  </a:lnTo>
                  <a:lnTo>
                    <a:pt x="0" y="0"/>
                  </a:lnTo>
                  <a:close/>
                </a:path>
              </a:pathLst>
            </a:custGeom>
            <a:ln w="1314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/>
            <p:cNvSpPr/>
            <p:nvPr/>
          </p:nvSpPr>
          <p:spPr>
            <a:xfrm>
              <a:off x="4862103" y="3370594"/>
              <a:ext cx="298450" cy="345440"/>
            </a:xfrm>
            <a:custGeom>
              <a:avLst/>
              <a:gdLst/>
              <a:ahLst/>
              <a:cxnLst/>
              <a:rect l="l" t="t" r="r" b="b"/>
              <a:pathLst>
                <a:path w="298450" h="345439">
                  <a:moveTo>
                    <a:pt x="298415" y="0"/>
                  </a:moveTo>
                  <a:lnTo>
                    <a:pt x="0" y="0"/>
                  </a:lnTo>
                  <a:lnTo>
                    <a:pt x="0" y="345093"/>
                  </a:lnTo>
                  <a:lnTo>
                    <a:pt x="298415" y="345093"/>
                  </a:lnTo>
                  <a:lnTo>
                    <a:pt x="298415" y="0"/>
                  </a:lnTo>
                  <a:close/>
                </a:path>
              </a:pathLst>
            </a:custGeom>
            <a:solidFill>
              <a:srgbClr val="92929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/>
            <p:cNvSpPr/>
            <p:nvPr/>
          </p:nvSpPr>
          <p:spPr>
            <a:xfrm>
              <a:off x="4862103" y="3370594"/>
              <a:ext cx="298450" cy="345440"/>
            </a:xfrm>
            <a:custGeom>
              <a:avLst/>
              <a:gdLst/>
              <a:ahLst/>
              <a:cxnLst/>
              <a:rect l="l" t="t" r="r" b="b"/>
              <a:pathLst>
                <a:path w="298450" h="345439">
                  <a:moveTo>
                    <a:pt x="0" y="0"/>
                  </a:moveTo>
                  <a:lnTo>
                    <a:pt x="298415" y="0"/>
                  </a:lnTo>
                  <a:lnTo>
                    <a:pt x="298415" y="345093"/>
                  </a:lnTo>
                  <a:lnTo>
                    <a:pt x="0" y="345093"/>
                  </a:lnTo>
                  <a:lnTo>
                    <a:pt x="0" y="0"/>
                  </a:lnTo>
                  <a:close/>
                </a:path>
              </a:pathLst>
            </a:custGeom>
            <a:ln w="1314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6" name="object 86"/>
            <p:cNvSpPr/>
            <p:nvPr/>
          </p:nvSpPr>
          <p:spPr>
            <a:xfrm>
              <a:off x="5210254" y="3370594"/>
              <a:ext cx="298450" cy="345440"/>
            </a:xfrm>
            <a:custGeom>
              <a:avLst/>
              <a:gdLst/>
              <a:ahLst/>
              <a:cxnLst/>
              <a:rect l="l" t="t" r="r" b="b"/>
              <a:pathLst>
                <a:path w="298450" h="345439">
                  <a:moveTo>
                    <a:pt x="298415" y="0"/>
                  </a:moveTo>
                  <a:lnTo>
                    <a:pt x="0" y="0"/>
                  </a:lnTo>
                  <a:lnTo>
                    <a:pt x="0" y="345093"/>
                  </a:lnTo>
                  <a:lnTo>
                    <a:pt x="298415" y="345093"/>
                  </a:lnTo>
                  <a:lnTo>
                    <a:pt x="298415" y="0"/>
                  </a:lnTo>
                  <a:close/>
                </a:path>
              </a:pathLst>
            </a:custGeom>
            <a:solidFill>
              <a:srgbClr val="92929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7" name="object 87"/>
            <p:cNvSpPr/>
            <p:nvPr/>
          </p:nvSpPr>
          <p:spPr>
            <a:xfrm>
              <a:off x="5210254" y="3370594"/>
              <a:ext cx="298450" cy="345440"/>
            </a:xfrm>
            <a:custGeom>
              <a:avLst/>
              <a:gdLst/>
              <a:ahLst/>
              <a:cxnLst/>
              <a:rect l="l" t="t" r="r" b="b"/>
              <a:pathLst>
                <a:path w="298450" h="345439">
                  <a:moveTo>
                    <a:pt x="0" y="0"/>
                  </a:moveTo>
                  <a:lnTo>
                    <a:pt x="298415" y="0"/>
                  </a:lnTo>
                  <a:lnTo>
                    <a:pt x="298415" y="345093"/>
                  </a:lnTo>
                  <a:lnTo>
                    <a:pt x="0" y="345093"/>
                  </a:lnTo>
                  <a:lnTo>
                    <a:pt x="0" y="0"/>
                  </a:lnTo>
                  <a:close/>
                </a:path>
              </a:pathLst>
            </a:custGeom>
            <a:ln w="1314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8" name="object 88"/>
          <p:cNvSpPr txBox="1"/>
          <p:nvPr/>
        </p:nvSpPr>
        <p:spPr>
          <a:xfrm>
            <a:off x="5601126" y="3383721"/>
            <a:ext cx="1255395" cy="3530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740"/>
              </a:lnSpc>
              <a:tabLst>
                <a:tab pos="347980" algn="l"/>
                <a:tab pos="695960" algn="l"/>
                <a:tab pos="1043940" algn="l"/>
              </a:tabLst>
            </a:pPr>
            <a:r>
              <a:rPr dirty="0" sz="2450" spc="-5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dirty="0" sz="245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dirty="0" sz="2450" spc="-5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dirty="0" sz="245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dirty="0" sz="2450" spc="-5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dirty="0" sz="245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dirty="0" sz="2450" spc="-50">
                <a:solidFill>
                  <a:srgbClr val="FFFFFF"/>
                </a:solidFill>
                <a:latin typeface="Arial"/>
                <a:cs typeface="Arial"/>
              </a:rPr>
              <a:t>S</a:t>
            </a:r>
            <a:endParaRPr sz="2450">
              <a:latin typeface="Arial"/>
              <a:cs typeface="Arial"/>
            </a:endParaRPr>
          </a:p>
        </p:txBody>
      </p:sp>
      <p:sp>
        <p:nvSpPr>
          <p:cNvPr id="89" name="object 89"/>
          <p:cNvSpPr/>
          <p:nvPr/>
        </p:nvSpPr>
        <p:spPr>
          <a:xfrm>
            <a:off x="5558407" y="3370594"/>
            <a:ext cx="1343025" cy="345440"/>
          </a:xfrm>
          <a:custGeom>
            <a:avLst/>
            <a:gdLst/>
            <a:ahLst/>
            <a:cxnLst/>
            <a:rect l="l" t="t" r="r" b="b"/>
            <a:pathLst>
              <a:path w="1343025" h="345439">
                <a:moveTo>
                  <a:pt x="0" y="0"/>
                </a:moveTo>
                <a:lnTo>
                  <a:pt x="298415" y="0"/>
                </a:lnTo>
                <a:lnTo>
                  <a:pt x="298415" y="345093"/>
                </a:lnTo>
                <a:lnTo>
                  <a:pt x="0" y="345093"/>
                </a:lnTo>
                <a:lnTo>
                  <a:pt x="0" y="0"/>
                </a:lnTo>
                <a:close/>
              </a:path>
              <a:path w="1343025" h="345439">
                <a:moveTo>
                  <a:pt x="348151" y="0"/>
                </a:moveTo>
                <a:lnTo>
                  <a:pt x="646566" y="0"/>
                </a:lnTo>
                <a:lnTo>
                  <a:pt x="646566" y="345093"/>
                </a:lnTo>
                <a:lnTo>
                  <a:pt x="348151" y="345093"/>
                </a:lnTo>
                <a:lnTo>
                  <a:pt x="348151" y="0"/>
                </a:lnTo>
                <a:close/>
              </a:path>
              <a:path w="1343025" h="345439">
                <a:moveTo>
                  <a:pt x="696302" y="0"/>
                </a:moveTo>
                <a:lnTo>
                  <a:pt x="994717" y="0"/>
                </a:lnTo>
                <a:lnTo>
                  <a:pt x="994717" y="345093"/>
                </a:lnTo>
                <a:lnTo>
                  <a:pt x="696302" y="345093"/>
                </a:lnTo>
                <a:lnTo>
                  <a:pt x="696302" y="0"/>
                </a:lnTo>
                <a:close/>
              </a:path>
              <a:path w="1343025" h="345439">
                <a:moveTo>
                  <a:pt x="1044455" y="0"/>
                </a:moveTo>
                <a:lnTo>
                  <a:pt x="1342870" y="0"/>
                </a:lnTo>
                <a:lnTo>
                  <a:pt x="1342870" y="345093"/>
                </a:lnTo>
                <a:lnTo>
                  <a:pt x="1044455" y="345093"/>
                </a:lnTo>
                <a:lnTo>
                  <a:pt x="1044455" y="0"/>
                </a:lnTo>
                <a:close/>
              </a:path>
            </a:pathLst>
          </a:custGeom>
          <a:ln w="131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0" name="object 90"/>
          <p:cNvSpPr txBox="1"/>
          <p:nvPr/>
        </p:nvSpPr>
        <p:spPr>
          <a:xfrm>
            <a:off x="6993732" y="3383721"/>
            <a:ext cx="1255395" cy="3530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740"/>
              </a:lnSpc>
              <a:tabLst>
                <a:tab pos="347980" algn="l"/>
                <a:tab pos="695960" algn="l"/>
                <a:tab pos="1043940" algn="l"/>
              </a:tabLst>
            </a:pPr>
            <a:r>
              <a:rPr dirty="0" sz="2450" spc="-5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dirty="0" sz="245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dirty="0" sz="2450" spc="-5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dirty="0" sz="245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dirty="0" sz="2450" spc="-5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dirty="0" sz="245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dirty="0" sz="2450" spc="-50">
                <a:solidFill>
                  <a:srgbClr val="FFFFFF"/>
                </a:solidFill>
                <a:latin typeface="Arial"/>
                <a:cs typeface="Arial"/>
              </a:rPr>
              <a:t>S</a:t>
            </a:r>
            <a:endParaRPr sz="2450">
              <a:latin typeface="Arial"/>
              <a:cs typeface="Arial"/>
            </a:endParaRPr>
          </a:p>
        </p:txBody>
      </p:sp>
      <p:sp>
        <p:nvSpPr>
          <p:cNvPr id="91" name="object 91"/>
          <p:cNvSpPr/>
          <p:nvPr/>
        </p:nvSpPr>
        <p:spPr>
          <a:xfrm>
            <a:off x="6951012" y="3370594"/>
            <a:ext cx="1343025" cy="345440"/>
          </a:xfrm>
          <a:custGeom>
            <a:avLst/>
            <a:gdLst/>
            <a:ahLst/>
            <a:cxnLst/>
            <a:rect l="l" t="t" r="r" b="b"/>
            <a:pathLst>
              <a:path w="1343025" h="345439">
                <a:moveTo>
                  <a:pt x="0" y="0"/>
                </a:moveTo>
                <a:lnTo>
                  <a:pt x="298415" y="0"/>
                </a:lnTo>
                <a:lnTo>
                  <a:pt x="298415" y="345093"/>
                </a:lnTo>
                <a:lnTo>
                  <a:pt x="0" y="345093"/>
                </a:lnTo>
                <a:lnTo>
                  <a:pt x="0" y="0"/>
                </a:lnTo>
                <a:close/>
              </a:path>
              <a:path w="1343025" h="345439">
                <a:moveTo>
                  <a:pt x="348152" y="0"/>
                </a:moveTo>
                <a:lnTo>
                  <a:pt x="646567" y="0"/>
                </a:lnTo>
                <a:lnTo>
                  <a:pt x="646567" y="345093"/>
                </a:lnTo>
                <a:lnTo>
                  <a:pt x="348152" y="345093"/>
                </a:lnTo>
                <a:lnTo>
                  <a:pt x="348152" y="0"/>
                </a:lnTo>
                <a:close/>
              </a:path>
              <a:path w="1343025" h="345439">
                <a:moveTo>
                  <a:pt x="696303" y="0"/>
                </a:moveTo>
                <a:lnTo>
                  <a:pt x="994719" y="0"/>
                </a:lnTo>
                <a:lnTo>
                  <a:pt x="994719" y="345093"/>
                </a:lnTo>
                <a:lnTo>
                  <a:pt x="696303" y="345093"/>
                </a:lnTo>
                <a:lnTo>
                  <a:pt x="696303" y="0"/>
                </a:lnTo>
                <a:close/>
              </a:path>
              <a:path w="1343025" h="345439">
                <a:moveTo>
                  <a:pt x="1044454" y="0"/>
                </a:moveTo>
                <a:lnTo>
                  <a:pt x="1342869" y="0"/>
                </a:lnTo>
                <a:lnTo>
                  <a:pt x="1342869" y="345093"/>
                </a:lnTo>
                <a:lnTo>
                  <a:pt x="1044454" y="345093"/>
                </a:lnTo>
                <a:lnTo>
                  <a:pt x="1044454" y="0"/>
                </a:lnTo>
                <a:close/>
              </a:path>
            </a:pathLst>
          </a:custGeom>
          <a:ln w="1314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2" name="object 92"/>
          <p:cNvSpPr txBox="1"/>
          <p:nvPr/>
        </p:nvSpPr>
        <p:spPr>
          <a:xfrm>
            <a:off x="8386339" y="3383721"/>
            <a:ext cx="1255395" cy="3530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740"/>
              </a:lnSpc>
              <a:tabLst>
                <a:tab pos="347980" algn="l"/>
                <a:tab pos="695960" algn="l"/>
                <a:tab pos="1043940" algn="l"/>
              </a:tabLst>
            </a:pPr>
            <a:r>
              <a:rPr dirty="0" sz="2450" spc="-5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dirty="0" sz="245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dirty="0" sz="2450" spc="-5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dirty="0" sz="245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dirty="0" sz="2450" spc="-5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dirty="0" sz="245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dirty="0" sz="2450" spc="-50">
                <a:solidFill>
                  <a:srgbClr val="FFFFFF"/>
                </a:solidFill>
                <a:latin typeface="Arial"/>
                <a:cs typeface="Arial"/>
              </a:rPr>
              <a:t>S</a:t>
            </a:r>
            <a:endParaRPr sz="2450">
              <a:latin typeface="Arial"/>
              <a:cs typeface="Arial"/>
            </a:endParaRPr>
          </a:p>
        </p:txBody>
      </p:sp>
      <p:grpSp>
        <p:nvGrpSpPr>
          <p:cNvPr id="93" name="object 93"/>
          <p:cNvGrpSpPr/>
          <p:nvPr/>
        </p:nvGrpSpPr>
        <p:grpSpPr>
          <a:xfrm>
            <a:off x="8336953" y="3363927"/>
            <a:ext cx="1356360" cy="358775"/>
            <a:chOff x="8336953" y="3363927"/>
            <a:chExt cx="1356360" cy="358775"/>
          </a:xfrm>
        </p:grpSpPr>
        <p:sp>
          <p:nvSpPr>
            <p:cNvPr id="94" name="object 94"/>
            <p:cNvSpPr/>
            <p:nvPr/>
          </p:nvSpPr>
          <p:spPr>
            <a:xfrm>
              <a:off x="8343620" y="3370594"/>
              <a:ext cx="298450" cy="345440"/>
            </a:xfrm>
            <a:custGeom>
              <a:avLst/>
              <a:gdLst/>
              <a:ahLst/>
              <a:cxnLst/>
              <a:rect l="l" t="t" r="r" b="b"/>
              <a:pathLst>
                <a:path w="298450" h="345439">
                  <a:moveTo>
                    <a:pt x="298415" y="0"/>
                  </a:moveTo>
                  <a:lnTo>
                    <a:pt x="0" y="0"/>
                  </a:lnTo>
                  <a:lnTo>
                    <a:pt x="0" y="345093"/>
                  </a:lnTo>
                  <a:lnTo>
                    <a:pt x="298415" y="345093"/>
                  </a:lnTo>
                  <a:lnTo>
                    <a:pt x="298415" y="0"/>
                  </a:lnTo>
                  <a:close/>
                </a:path>
              </a:pathLst>
            </a:custGeom>
            <a:solidFill>
              <a:srgbClr val="92929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5" name="object 95"/>
            <p:cNvSpPr/>
            <p:nvPr/>
          </p:nvSpPr>
          <p:spPr>
            <a:xfrm>
              <a:off x="8343620" y="3370594"/>
              <a:ext cx="298450" cy="345440"/>
            </a:xfrm>
            <a:custGeom>
              <a:avLst/>
              <a:gdLst/>
              <a:ahLst/>
              <a:cxnLst/>
              <a:rect l="l" t="t" r="r" b="b"/>
              <a:pathLst>
                <a:path w="298450" h="345439">
                  <a:moveTo>
                    <a:pt x="0" y="0"/>
                  </a:moveTo>
                  <a:lnTo>
                    <a:pt x="298415" y="0"/>
                  </a:lnTo>
                  <a:lnTo>
                    <a:pt x="298415" y="345093"/>
                  </a:lnTo>
                  <a:lnTo>
                    <a:pt x="0" y="345093"/>
                  </a:lnTo>
                  <a:lnTo>
                    <a:pt x="0" y="0"/>
                  </a:lnTo>
                  <a:close/>
                </a:path>
              </a:pathLst>
            </a:custGeom>
            <a:ln w="1314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6" name="object 96"/>
            <p:cNvSpPr/>
            <p:nvPr/>
          </p:nvSpPr>
          <p:spPr>
            <a:xfrm>
              <a:off x="8691770" y="3370594"/>
              <a:ext cx="298450" cy="345440"/>
            </a:xfrm>
            <a:custGeom>
              <a:avLst/>
              <a:gdLst/>
              <a:ahLst/>
              <a:cxnLst/>
              <a:rect l="l" t="t" r="r" b="b"/>
              <a:pathLst>
                <a:path w="298450" h="345439">
                  <a:moveTo>
                    <a:pt x="298415" y="0"/>
                  </a:moveTo>
                  <a:lnTo>
                    <a:pt x="0" y="0"/>
                  </a:lnTo>
                  <a:lnTo>
                    <a:pt x="0" y="345093"/>
                  </a:lnTo>
                  <a:lnTo>
                    <a:pt x="298415" y="345093"/>
                  </a:lnTo>
                  <a:lnTo>
                    <a:pt x="298415" y="0"/>
                  </a:lnTo>
                  <a:close/>
                </a:path>
              </a:pathLst>
            </a:custGeom>
            <a:solidFill>
              <a:srgbClr val="92929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7" name="object 97"/>
            <p:cNvSpPr/>
            <p:nvPr/>
          </p:nvSpPr>
          <p:spPr>
            <a:xfrm>
              <a:off x="8691770" y="3370594"/>
              <a:ext cx="298450" cy="345440"/>
            </a:xfrm>
            <a:custGeom>
              <a:avLst/>
              <a:gdLst/>
              <a:ahLst/>
              <a:cxnLst/>
              <a:rect l="l" t="t" r="r" b="b"/>
              <a:pathLst>
                <a:path w="298450" h="345439">
                  <a:moveTo>
                    <a:pt x="0" y="0"/>
                  </a:moveTo>
                  <a:lnTo>
                    <a:pt x="298415" y="0"/>
                  </a:lnTo>
                  <a:lnTo>
                    <a:pt x="298415" y="345093"/>
                  </a:lnTo>
                  <a:lnTo>
                    <a:pt x="0" y="345093"/>
                  </a:lnTo>
                  <a:lnTo>
                    <a:pt x="0" y="0"/>
                  </a:lnTo>
                  <a:close/>
                </a:path>
              </a:pathLst>
            </a:custGeom>
            <a:ln w="1314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8" name="object 98"/>
            <p:cNvSpPr/>
            <p:nvPr/>
          </p:nvSpPr>
          <p:spPr>
            <a:xfrm>
              <a:off x="9039921" y="3370594"/>
              <a:ext cx="298450" cy="345440"/>
            </a:xfrm>
            <a:custGeom>
              <a:avLst/>
              <a:gdLst/>
              <a:ahLst/>
              <a:cxnLst/>
              <a:rect l="l" t="t" r="r" b="b"/>
              <a:pathLst>
                <a:path w="298450" h="345439">
                  <a:moveTo>
                    <a:pt x="298415" y="0"/>
                  </a:moveTo>
                  <a:lnTo>
                    <a:pt x="0" y="0"/>
                  </a:lnTo>
                  <a:lnTo>
                    <a:pt x="0" y="345093"/>
                  </a:lnTo>
                  <a:lnTo>
                    <a:pt x="298415" y="345093"/>
                  </a:lnTo>
                  <a:lnTo>
                    <a:pt x="298415" y="0"/>
                  </a:lnTo>
                  <a:close/>
                </a:path>
              </a:pathLst>
            </a:custGeom>
            <a:solidFill>
              <a:srgbClr val="92929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9" name="object 99"/>
            <p:cNvSpPr/>
            <p:nvPr/>
          </p:nvSpPr>
          <p:spPr>
            <a:xfrm>
              <a:off x="9039923" y="3370594"/>
              <a:ext cx="298450" cy="345440"/>
            </a:xfrm>
            <a:custGeom>
              <a:avLst/>
              <a:gdLst/>
              <a:ahLst/>
              <a:cxnLst/>
              <a:rect l="l" t="t" r="r" b="b"/>
              <a:pathLst>
                <a:path w="298450" h="345439">
                  <a:moveTo>
                    <a:pt x="0" y="0"/>
                  </a:moveTo>
                  <a:lnTo>
                    <a:pt x="298415" y="0"/>
                  </a:lnTo>
                  <a:lnTo>
                    <a:pt x="298415" y="345093"/>
                  </a:lnTo>
                  <a:lnTo>
                    <a:pt x="0" y="345093"/>
                  </a:lnTo>
                  <a:lnTo>
                    <a:pt x="0" y="0"/>
                  </a:lnTo>
                  <a:close/>
                </a:path>
              </a:pathLst>
            </a:custGeom>
            <a:ln w="1314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0" name="object 100"/>
            <p:cNvSpPr/>
            <p:nvPr/>
          </p:nvSpPr>
          <p:spPr>
            <a:xfrm>
              <a:off x="9388073" y="3370594"/>
              <a:ext cx="298450" cy="345440"/>
            </a:xfrm>
            <a:custGeom>
              <a:avLst/>
              <a:gdLst/>
              <a:ahLst/>
              <a:cxnLst/>
              <a:rect l="l" t="t" r="r" b="b"/>
              <a:pathLst>
                <a:path w="298450" h="345439">
                  <a:moveTo>
                    <a:pt x="298415" y="0"/>
                  </a:moveTo>
                  <a:lnTo>
                    <a:pt x="0" y="0"/>
                  </a:lnTo>
                  <a:lnTo>
                    <a:pt x="0" y="345093"/>
                  </a:lnTo>
                  <a:lnTo>
                    <a:pt x="298415" y="345093"/>
                  </a:lnTo>
                  <a:lnTo>
                    <a:pt x="298415" y="0"/>
                  </a:lnTo>
                  <a:close/>
                </a:path>
              </a:pathLst>
            </a:custGeom>
            <a:solidFill>
              <a:srgbClr val="92929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1" name="object 101"/>
            <p:cNvSpPr/>
            <p:nvPr/>
          </p:nvSpPr>
          <p:spPr>
            <a:xfrm>
              <a:off x="9388074" y="3370594"/>
              <a:ext cx="298450" cy="345440"/>
            </a:xfrm>
            <a:custGeom>
              <a:avLst/>
              <a:gdLst/>
              <a:ahLst/>
              <a:cxnLst/>
              <a:rect l="l" t="t" r="r" b="b"/>
              <a:pathLst>
                <a:path w="298450" h="345439">
                  <a:moveTo>
                    <a:pt x="0" y="0"/>
                  </a:moveTo>
                  <a:lnTo>
                    <a:pt x="298415" y="0"/>
                  </a:lnTo>
                  <a:lnTo>
                    <a:pt x="298415" y="345093"/>
                  </a:lnTo>
                  <a:lnTo>
                    <a:pt x="0" y="345093"/>
                  </a:lnTo>
                  <a:lnTo>
                    <a:pt x="0" y="0"/>
                  </a:lnTo>
                  <a:close/>
                </a:path>
              </a:pathLst>
            </a:custGeom>
            <a:ln w="1314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02" name="object 102"/>
          <p:cNvGrpSpPr/>
          <p:nvPr/>
        </p:nvGrpSpPr>
        <p:grpSpPr>
          <a:xfrm>
            <a:off x="4159227" y="2540631"/>
            <a:ext cx="5534025" cy="1181735"/>
            <a:chOff x="4159227" y="2540631"/>
            <a:chExt cx="5534025" cy="1181735"/>
          </a:xfrm>
        </p:grpSpPr>
        <p:sp>
          <p:nvSpPr>
            <p:cNvPr id="103" name="object 103"/>
            <p:cNvSpPr/>
            <p:nvPr/>
          </p:nvSpPr>
          <p:spPr>
            <a:xfrm>
              <a:off x="4315604" y="2555421"/>
              <a:ext cx="0" cy="786130"/>
            </a:xfrm>
            <a:custGeom>
              <a:avLst/>
              <a:gdLst/>
              <a:ahLst/>
              <a:cxnLst/>
              <a:rect l="l" t="t" r="r" b="b"/>
              <a:pathLst>
                <a:path w="0" h="786129">
                  <a:moveTo>
                    <a:pt x="0" y="0"/>
                  </a:moveTo>
                  <a:lnTo>
                    <a:pt x="0" y="785721"/>
                  </a:lnTo>
                </a:path>
              </a:pathLst>
            </a:custGeom>
            <a:ln w="29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4" name="object 104"/>
            <p:cNvSpPr/>
            <p:nvPr/>
          </p:nvSpPr>
          <p:spPr>
            <a:xfrm>
              <a:off x="4271241" y="3281984"/>
              <a:ext cx="88900" cy="88900"/>
            </a:xfrm>
            <a:custGeom>
              <a:avLst/>
              <a:gdLst/>
              <a:ahLst/>
              <a:cxnLst/>
              <a:rect l="l" t="t" r="r" b="b"/>
              <a:pathLst>
                <a:path w="88900" h="88900">
                  <a:moveTo>
                    <a:pt x="88726" y="0"/>
                  </a:moveTo>
                  <a:lnTo>
                    <a:pt x="0" y="0"/>
                  </a:lnTo>
                  <a:lnTo>
                    <a:pt x="44363" y="88737"/>
                  </a:lnTo>
                  <a:lnTo>
                    <a:pt x="8872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5" name="object 105"/>
            <p:cNvSpPr/>
            <p:nvPr/>
          </p:nvSpPr>
          <p:spPr>
            <a:xfrm>
              <a:off x="7100079" y="2555421"/>
              <a:ext cx="0" cy="786130"/>
            </a:xfrm>
            <a:custGeom>
              <a:avLst/>
              <a:gdLst/>
              <a:ahLst/>
              <a:cxnLst/>
              <a:rect l="l" t="t" r="r" b="b"/>
              <a:pathLst>
                <a:path w="0" h="786129">
                  <a:moveTo>
                    <a:pt x="0" y="0"/>
                  </a:moveTo>
                  <a:lnTo>
                    <a:pt x="0" y="785721"/>
                  </a:lnTo>
                </a:path>
              </a:pathLst>
            </a:custGeom>
            <a:ln w="29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6" name="object 106"/>
            <p:cNvSpPr/>
            <p:nvPr/>
          </p:nvSpPr>
          <p:spPr>
            <a:xfrm>
              <a:off x="7055716" y="3281984"/>
              <a:ext cx="88900" cy="88900"/>
            </a:xfrm>
            <a:custGeom>
              <a:avLst/>
              <a:gdLst/>
              <a:ahLst/>
              <a:cxnLst/>
              <a:rect l="l" t="t" r="r" b="b"/>
              <a:pathLst>
                <a:path w="88900" h="88900">
                  <a:moveTo>
                    <a:pt x="88724" y="0"/>
                  </a:moveTo>
                  <a:lnTo>
                    <a:pt x="0" y="0"/>
                  </a:lnTo>
                  <a:lnTo>
                    <a:pt x="44362" y="88737"/>
                  </a:lnTo>
                  <a:lnTo>
                    <a:pt x="8872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7" name="object 107"/>
            <p:cNvSpPr/>
            <p:nvPr/>
          </p:nvSpPr>
          <p:spPr>
            <a:xfrm>
              <a:off x="8493110" y="2555421"/>
              <a:ext cx="0" cy="786130"/>
            </a:xfrm>
            <a:custGeom>
              <a:avLst/>
              <a:gdLst/>
              <a:ahLst/>
              <a:cxnLst/>
              <a:rect l="l" t="t" r="r" b="b"/>
              <a:pathLst>
                <a:path w="0" h="786129">
                  <a:moveTo>
                    <a:pt x="0" y="0"/>
                  </a:moveTo>
                  <a:lnTo>
                    <a:pt x="0" y="785721"/>
                  </a:lnTo>
                </a:path>
              </a:pathLst>
            </a:custGeom>
            <a:ln w="29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8" name="object 108"/>
            <p:cNvSpPr/>
            <p:nvPr/>
          </p:nvSpPr>
          <p:spPr>
            <a:xfrm>
              <a:off x="8448747" y="3281984"/>
              <a:ext cx="88900" cy="88900"/>
            </a:xfrm>
            <a:custGeom>
              <a:avLst/>
              <a:gdLst/>
              <a:ahLst/>
              <a:cxnLst/>
              <a:rect l="l" t="t" r="r" b="b"/>
              <a:pathLst>
                <a:path w="88900" h="88900">
                  <a:moveTo>
                    <a:pt x="88724" y="0"/>
                  </a:moveTo>
                  <a:lnTo>
                    <a:pt x="0" y="0"/>
                  </a:lnTo>
                  <a:lnTo>
                    <a:pt x="44362" y="88737"/>
                  </a:lnTo>
                  <a:lnTo>
                    <a:pt x="8872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9" name="object 109"/>
            <p:cNvSpPr/>
            <p:nvPr/>
          </p:nvSpPr>
          <p:spPr>
            <a:xfrm>
              <a:off x="4664060" y="2555421"/>
              <a:ext cx="1367155" cy="800735"/>
            </a:xfrm>
            <a:custGeom>
              <a:avLst/>
              <a:gdLst/>
              <a:ahLst/>
              <a:cxnLst/>
              <a:rect l="l" t="t" r="r" b="b"/>
              <a:pathLst>
                <a:path w="1367154" h="800735">
                  <a:moveTo>
                    <a:pt x="0" y="0"/>
                  </a:moveTo>
                  <a:lnTo>
                    <a:pt x="1366715" y="800355"/>
                  </a:lnTo>
                </a:path>
              </a:pathLst>
            </a:custGeom>
            <a:ln w="295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0" name="object 110"/>
            <p:cNvSpPr/>
            <p:nvPr/>
          </p:nvSpPr>
          <p:spPr>
            <a:xfrm>
              <a:off x="5957316" y="3287595"/>
              <a:ext cx="99060" cy="83185"/>
            </a:xfrm>
            <a:custGeom>
              <a:avLst/>
              <a:gdLst/>
              <a:ahLst/>
              <a:cxnLst/>
              <a:rect l="l" t="t" r="r" b="b"/>
              <a:pathLst>
                <a:path w="99060" h="83185">
                  <a:moveTo>
                    <a:pt x="44831" y="0"/>
                  </a:moveTo>
                  <a:lnTo>
                    <a:pt x="0" y="76578"/>
                  </a:lnTo>
                  <a:lnTo>
                    <a:pt x="98982" y="83126"/>
                  </a:lnTo>
                  <a:lnTo>
                    <a:pt x="4483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1" name="object 111"/>
            <p:cNvSpPr/>
            <p:nvPr/>
          </p:nvSpPr>
          <p:spPr>
            <a:xfrm>
              <a:off x="7448535" y="2555421"/>
              <a:ext cx="1367790" cy="800735"/>
            </a:xfrm>
            <a:custGeom>
              <a:avLst/>
              <a:gdLst/>
              <a:ahLst/>
              <a:cxnLst/>
              <a:rect l="l" t="t" r="r" b="b"/>
              <a:pathLst>
                <a:path w="1367790" h="800735">
                  <a:moveTo>
                    <a:pt x="0" y="0"/>
                  </a:moveTo>
                  <a:lnTo>
                    <a:pt x="1367505" y="800361"/>
                  </a:lnTo>
                </a:path>
              </a:pathLst>
            </a:custGeom>
            <a:ln w="295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2" name="object 112"/>
            <p:cNvSpPr/>
            <p:nvPr/>
          </p:nvSpPr>
          <p:spPr>
            <a:xfrm>
              <a:off x="8742583" y="3287609"/>
              <a:ext cx="99060" cy="83185"/>
            </a:xfrm>
            <a:custGeom>
              <a:avLst/>
              <a:gdLst/>
              <a:ahLst/>
              <a:cxnLst/>
              <a:rect l="l" t="t" r="r" b="b"/>
              <a:pathLst>
                <a:path w="99059" h="83185">
                  <a:moveTo>
                    <a:pt x="44811" y="0"/>
                  </a:moveTo>
                  <a:lnTo>
                    <a:pt x="0" y="76588"/>
                  </a:lnTo>
                  <a:lnTo>
                    <a:pt x="98982" y="83112"/>
                  </a:lnTo>
                  <a:lnTo>
                    <a:pt x="4481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3" name="object 113"/>
            <p:cNvSpPr/>
            <p:nvPr/>
          </p:nvSpPr>
          <p:spPr>
            <a:xfrm>
              <a:off x="6056297" y="2555421"/>
              <a:ext cx="1367155" cy="800735"/>
            </a:xfrm>
            <a:custGeom>
              <a:avLst/>
              <a:gdLst/>
              <a:ahLst/>
              <a:cxnLst/>
              <a:rect l="l" t="t" r="r" b="b"/>
              <a:pathLst>
                <a:path w="1367154" h="800735">
                  <a:moveTo>
                    <a:pt x="0" y="0"/>
                  </a:moveTo>
                  <a:lnTo>
                    <a:pt x="1366715" y="800355"/>
                  </a:lnTo>
                </a:path>
              </a:pathLst>
            </a:custGeom>
            <a:ln w="295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4" name="object 114"/>
            <p:cNvSpPr/>
            <p:nvPr/>
          </p:nvSpPr>
          <p:spPr>
            <a:xfrm>
              <a:off x="7349553" y="3287595"/>
              <a:ext cx="99060" cy="83185"/>
            </a:xfrm>
            <a:custGeom>
              <a:avLst/>
              <a:gdLst/>
              <a:ahLst/>
              <a:cxnLst/>
              <a:rect l="l" t="t" r="r" b="b"/>
              <a:pathLst>
                <a:path w="99059" h="83185">
                  <a:moveTo>
                    <a:pt x="44830" y="0"/>
                  </a:moveTo>
                  <a:lnTo>
                    <a:pt x="0" y="76578"/>
                  </a:lnTo>
                  <a:lnTo>
                    <a:pt x="98981" y="83126"/>
                  </a:lnTo>
                  <a:lnTo>
                    <a:pt x="4483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5" name="object 115"/>
            <p:cNvSpPr/>
            <p:nvPr/>
          </p:nvSpPr>
          <p:spPr>
            <a:xfrm>
              <a:off x="5012517" y="2555421"/>
              <a:ext cx="2756535" cy="807085"/>
            </a:xfrm>
            <a:custGeom>
              <a:avLst/>
              <a:gdLst/>
              <a:ahLst/>
              <a:cxnLst/>
              <a:rect l="l" t="t" r="r" b="b"/>
              <a:pathLst>
                <a:path w="2756534" h="807085">
                  <a:moveTo>
                    <a:pt x="0" y="0"/>
                  </a:moveTo>
                  <a:lnTo>
                    <a:pt x="2756090" y="806990"/>
                  </a:lnTo>
                </a:path>
              </a:pathLst>
            </a:custGeom>
            <a:ln w="295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6" name="object 116"/>
            <p:cNvSpPr/>
            <p:nvPr/>
          </p:nvSpPr>
          <p:spPr>
            <a:xfrm>
              <a:off x="7699376" y="3303209"/>
              <a:ext cx="97790" cy="85725"/>
            </a:xfrm>
            <a:custGeom>
              <a:avLst/>
              <a:gdLst/>
              <a:ahLst/>
              <a:cxnLst/>
              <a:rect l="l" t="t" r="r" b="b"/>
              <a:pathLst>
                <a:path w="97790" h="85725">
                  <a:moveTo>
                    <a:pt x="24928" y="0"/>
                  </a:moveTo>
                  <a:lnTo>
                    <a:pt x="0" y="85162"/>
                  </a:lnTo>
                  <a:lnTo>
                    <a:pt x="97614" y="67513"/>
                  </a:lnTo>
                  <a:lnTo>
                    <a:pt x="2492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7" name="object 117"/>
            <p:cNvSpPr/>
            <p:nvPr/>
          </p:nvSpPr>
          <p:spPr>
            <a:xfrm>
              <a:off x="6404754" y="2555421"/>
              <a:ext cx="2756535" cy="807085"/>
            </a:xfrm>
            <a:custGeom>
              <a:avLst/>
              <a:gdLst/>
              <a:ahLst/>
              <a:cxnLst/>
              <a:rect l="l" t="t" r="r" b="b"/>
              <a:pathLst>
                <a:path w="2756534" h="807085">
                  <a:moveTo>
                    <a:pt x="0" y="0"/>
                  </a:moveTo>
                  <a:lnTo>
                    <a:pt x="2756090" y="806990"/>
                  </a:lnTo>
                </a:path>
              </a:pathLst>
            </a:custGeom>
            <a:ln w="295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8" name="object 118"/>
            <p:cNvSpPr/>
            <p:nvPr/>
          </p:nvSpPr>
          <p:spPr>
            <a:xfrm>
              <a:off x="9091614" y="3303209"/>
              <a:ext cx="97790" cy="85725"/>
            </a:xfrm>
            <a:custGeom>
              <a:avLst/>
              <a:gdLst/>
              <a:ahLst/>
              <a:cxnLst/>
              <a:rect l="l" t="t" r="r" b="b"/>
              <a:pathLst>
                <a:path w="97790" h="85725">
                  <a:moveTo>
                    <a:pt x="24928" y="0"/>
                  </a:moveTo>
                  <a:lnTo>
                    <a:pt x="0" y="85162"/>
                  </a:lnTo>
                  <a:lnTo>
                    <a:pt x="97614" y="67513"/>
                  </a:lnTo>
                  <a:lnTo>
                    <a:pt x="2492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9" name="object 119"/>
            <p:cNvSpPr/>
            <p:nvPr/>
          </p:nvSpPr>
          <p:spPr>
            <a:xfrm>
              <a:off x="5359384" y="2555421"/>
              <a:ext cx="4149725" cy="810260"/>
            </a:xfrm>
            <a:custGeom>
              <a:avLst/>
              <a:gdLst/>
              <a:ahLst/>
              <a:cxnLst/>
              <a:rect l="l" t="t" r="r" b="b"/>
              <a:pathLst>
                <a:path w="4149725" h="810260">
                  <a:moveTo>
                    <a:pt x="0" y="0"/>
                  </a:moveTo>
                  <a:lnTo>
                    <a:pt x="4149273" y="809636"/>
                  </a:lnTo>
                </a:path>
              </a:pathLst>
            </a:custGeom>
            <a:ln w="295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0" name="object 120"/>
            <p:cNvSpPr/>
            <p:nvPr/>
          </p:nvSpPr>
          <p:spPr>
            <a:xfrm>
              <a:off x="9442107" y="3310181"/>
              <a:ext cx="95885" cy="87630"/>
            </a:xfrm>
            <a:custGeom>
              <a:avLst/>
              <a:gdLst/>
              <a:ahLst/>
              <a:cxnLst/>
              <a:rect l="l" t="t" r="r" b="b"/>
              <a:pathLst>
                <a:path w="95884" h="87629">
                  <a:moveTo>
                    <a:pt x="16991" y="0"/>
                  </a:moveTo>
                  <a:lnTo>
                    <a:pt x="0" y="87096"/>
                  </a:lnTo>
                  <a:lnTo>
                    <a:pt x="95578" y="60540"/>
                  </a:lnTo>
                  <a:lnTo>
                    <a:pt x="1699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1" name="object 121"/>
            <p:cNvSpPr/>
            <p:nvPr/>
          </p:nvSpPr>
          <p:spPr>
            <a:xfrm>
              <a:off x="4693088" y="2555421"/>
              <a:ext cx="4149090" cy="810260"/>
            </a:xfrm>
            <a:custGeom>
              <a:avLst/>
              <a:gdLst/>
              <a:ahLst/>
              <a:cxnLst/>
              <a:rect l="l" t="t" r="r" b="b"/>
              <a:pathLst>
                <a:path w="4149090" h="810260">
                  <a:moveTo>
                    <a:pt x="4148478" y="0"/>
                  </a:moveTo>
                  <a:lnTo>
                    <a:pt x="0" y="809635"/>
                  </a:lnTo>
                </a:path>
              </a:pathLst>
            </a:custGeom>
            <a:ln w="295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2" name="object 122"/>
            <p:cNvSpPr/>
            <p:nvPr/>
          </p:nvSpPr>
          <p:spPr>
            <a:xfrm>
              <a:off x="4664061" y="3310178"/>
              <a:ext cx="95885" cy="87630"/>
            </a:xfrm>
            <a:custGeom>
              <a:avLst/>
              <a:gdLst/>
              <a:ahLst/>
              <a:cxnLst/>
              <a:rect l="l" t="t" r="r" b="b"/>
              <a:pathLst>
                <a:path w="95885" h="87629">
                  <a:moveTo>
                    <a:pt x="78586" y="0"/>
                  </a:moveTo>
                  <a:lnTo>
                    <a:pt x="0" y="60543"/>
                  </a:lnTo>
                  <a:lnTo>
                    <a:pt x="95578" y="87096"/>
                  </a:lnTo>
                  <a:lnTo>
                    <a:pt x="7858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3" name="object 123"/>
            <p:cNvSpPr/>
            <p:nvPr/>
          </p:nvSpPr>
          <p:spPr>
            <a:xfrm>
              <a:off x="6433138" y="2555421"/>
              <a:ext cx="2756535" cy="807085"/>
            </a:xfrm>
            <a:custGeom>
              <a:avLst/>
              <a:gdLst/>
              <a:ahLst/>
              <a:cxnLst/>
              <a:rect l="l" t="t" r="r" b="b"/>
              <a:pathLst>
                <a:path w="2756534" h="807085">
                  <a:moveTo>
                    <a:pt x="2756090" y="0"/>
                  </a:moveTo>
                  <a:lnTo>
                    <a:pt x="0" y="806990"/>
                  </a:lnTo>
                </a:path>
              </a:pathLst>
            </a:custGeom>
            <a:ln w="295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4" name="object 124"/>
            <p:cNvSpPr/>
            <p:nvPr/>
          </p:nvSpPr>
          <p:spPr>
            <a:xfrm>
              <a:off x="6404754" y="3303209"/>
              <a:ext cx="97790" cy="85725"/>
            </a:xfrm>
            <a:custGeom>
              <a:avLst/>
              <a:gdLst/>
              <a:ahLst/>
              <a:cxnLst/>
              <a:rect l="l" t="t" r="r" b="b"/>
              <a:pathLst>
                <a:path w="97790" h="85725">
                  <a:moveTo>
                    <a:pt x="72687" y="0"/>
                  </a:moveTo>
                  <a:lnTo>
                    <a:pt x="0" y="67513"/>
                  </a:lnTo>
                  <a:lnTo>
                    <a:pt x="97616" y="85162"/>
                  </a:lnTo>
                  <a:lnTo>
                    <a:pt x="7268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5" name="object 125"/>
            <p:cNvSpPr/>
            <p:nvPr/>
          </p:nvSpPr>
          <p:spPr>
            <a:xfrm>
              <a:off x="5040901" y="2555421"/>
              <a:ext cx="2756535" cy="807085"/>
            </a:xfrm>
            <a:custGeom>
              <a:avLst/>
              <a:gdLst/>
              <a:ahLst/>
              <a:cxnLst/>
              <a:rect l="l" t="t" r="r" b="b"/>
              <a:pathLst>
                <a:path w="2756534" h="807085">
                  <a:moveTo>
                    <a:pt x="2756090" y="0"/>
                  </a:moveTo>
                  <a:lnTo>
                    <a:pt x="0" y="806990"/>
                  </a:lnTo>
                </a:path>
              </a:pathLst>
            </a:custGeom>
            <a:ln w="295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6" name="object 126"/>
            <p:cNvSpPr/>
            <p:nvPr/>
          </p:nvSpPr>
          <p:spPr>
            <a:xfrm>
              <a:off x="5012517" y="3303209"/>
              <a:ext cx="97790" cy="85725"/>
            </a:xfrm>
            <a:custGeom>
              <a:avLst/>
              <a:gdLst/>
              <a:ahLst/>
              <a:cxnLst/>
              <a:rect l="l" t="t" r="r" b="b"/>
              <a:pathLst>
                <a:path w="97789" h="85725">
                  <a:moveTo>
                    <a:pt x="72687" y="0"/>
                  </a:moveTo>
                  <a:lnTo>
                    <a:pt x="0" y="67513"/>
                  </a:lnTo>
                  <a:lnTo>
                    <a:pt x="97616" y="85162"/>
                  </a:lnTo>
                  <a:lnTo>
                    <a:pt x="7268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7" name="object 127"/>
            <p:cNvSpPr/>
            <p:nvPr/>
          </p:nvSpPr>
          <p:spPr>
            <a:xfrm>
              <a:off x="8170970" y="2555421"/>
              <a:ext cx="1367155" cy="800735"/>
            </a:xfrm>
            <a:custGeom>
              <a:avLst/>
              <a:gdLst/>
              <a:ahLst/>
              <a:cxnLst/>
              <a:rect l="l" t="t" r="r" b="b"/>
              <a:pathLst>
                <a:path w="1367154" h="800735">
                  <a:moveTo>
                    <a:pt x="1366715" y="0"/>
                  </a:moveTo>
                  <a:lnTo>
                    <a:pt x="0" y="800355"/>
                  </a:lnTo>
                </a:path>
              </a:pathLst>
            </a:custGeom>
            <a:ln w="295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8" name="object 128"/>
            <p:cNvSpPr/>
            <p:nvPr/>
          </p:nvSpPr>
          <p:spPr>
            <a:xfrm>
              <a:off x="8145448" y="3287595"/>
              <a:ext cx="99060" cy="83185"/>
            </a:xfrm>
            <a:custGeom>
              <a:avLst/>
              <a:gdLst/>
              <a:ahLst/>
              <a:cxnLst/>
              <a:rect l="l" t="t" r="r" b="b"/>
              <a:pathLst>
                <a:path w="99059" h="83185">
                  <a:moveTo>
                    <a:pt x="54150" y="0"/>
                  </a:moveTo>
                  <a:lnTo>
                    <a:pt x="0" y="83126"/>
                  </a:lnTo>
                  <a:lnTo>
                    <a:pt x="98981" y="76578"/>
                  </a:lnTo>
                  <a:lnTo>
                    <a:pt x="5415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9" name="object 129"/>
            <p:cNvSpPr/>
            <p:nvPr/>
          </p:nvSpPr>
          <p:spPr>
            <a:xfrm>
              <a:off x="6777152" y="2555421"/>
              <a:ext cx="1368425" cy="800735"/>
            </a:xfrm>
            <a:custGeom>
              <a:avLst/>
              <a:gdLst/>
              <a:ahLst/>
              <a:cxnLst/>
              <a:rect l="l" t="t" r="r" b="b"/>
              <a:pathLst>
                <a:path w="1368425" h="800735">
                  <a:moveTo>
                    <a:pt x="1368294" y="0"/>
                  </a:moveTo>
                  <a:lnTo>
                    <a:pt x="0" y="800367"/>
                  </a:lnTo>
                </a:path>
              </a:pathLst>
            </a:custGeom>
            <a:ln w="295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0" name="object 130"/>
            <p:cNvSpPr/>
            <p:nvPr/>
          </p:nvSpPr>
          <p:spPr>
            <a:xfrm>
              <a:off x="6751623" y="3287623"/>
              <a:ext cx="99060" cy="83185"/>
            </a:xfrm>
            <a:custGeom>
              <a:avLst/>
              <a:gdLst/>
              <a:ahLst/>
              <a:cxnLst/>
              <a:rect l="l" t="t" r="r" b="b"/>
              <a:pathLst>
                <a:path w="99059" h="83185">
                  <a:moveTo>
                    <a:pt x="54192" y="0"/>
                  </a:moveTo>
                  <a:lnTo>
                    <a:pt x="0" y="83098"/>
                  </a:lnTo>
                  <a:lnTo>
                    <a:pt x="98985" y="76598"/>
                  </a:lnTo>
                  <a:lnTo>
                    <a:pt x="5419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1" name="object 131"/>
            <p:cNvSpPr/>
            <p:nvPr/>
          </p:nvSpPr>
          <p:spPr>
            <a:xfrm>
              <a:off x="5384908" y="2555421"/>
              <a:ext cx="1367155" cy="800735"/>
            </a:xfrm>
            <a:custGeom>
              <a:avLst/>
              <a:gdLst/>
              <a:ahLst/>
              <a:cxnLst/>
              <a:rect l="l" t="t" r="r" b="b"/>
              <a:pathLst>
                <a:path w="1367154" h="800735">
                  <a:moveTo>
                    <a:pt x="1366715" y="0"/>
                  </a:moveTo>
                  <a:lnTo>
                    <a:pt x="0" y="800355"/>
                  </a:lnTo>
                </a:path>
              </a:pathLst>
            </a:custGeom>
            <a:ln w="295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2" name="object 132"/>
            <p:cNvSpPr/>
            <p:nvPr/>
          </p:nvSpPr>
          <p:spPr>
            <a:xfrm>
              <a:off x="5359384" y="3287595"/>
              <a:ext cx="99060" cy="83185"/>
            </a:xfrm>
            <a:custGeom>
              <a:avLst/>
              <a:gdLst/>
              <a:ahLst/>
              <a:cxnLst/>
              <a:rect l="l" t="t" r="r" b="b"/>
              <a:pathLst>
                <a:path w="99060" h="83185">
                  <a:moveTo>
                    <a:pt x="54151" y="0"/>
                  </a:moveTo>
                  <a:lnTo>
                    <a:pt x="0" y="83126"/>
                  </a:lnTo>
                  <a:lnTo>
                    <a:pt x="98982" y="76578"/>
                  </a:lnTo>
                  <a:lnTo>
                    <a:pt x="5415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3" name="object 133"/>
            <p:cNvSpPr/>
            <p:nvPr/>
          </p:nvSpPr>
          <p:spPr>
            <a:xfrm>
              <a:off x="4165800" y="3370594"/>
              <a:ext cx="1340485" cy="345440"/>
            </a:xfrm>
            <a:custGeom>
              <a:avLst/>
              <a:gdLst/>
              <a:ahLst/>
              <a:cxnLst/>
              <a:rect l="l" t="t" r="r" b="b"/>
              <a:pathLst>
                <a:path w="1340485" h="345439">
                  <a:moveTo>
                    <a:pt x="1339973" y="0"/>
                  </a:moveTo>
                  <a:lnTo>
                    <a:pt x="0" y="0"/>
                  </a:lnTo>
                  <a:lnTo>
                    <a:pt x="0" y="345093"/>
                  </a:lnTo>
                  <a:lnTo>
                    <a:pt x="1339973" y="345093"/>
                  </a:lnTo>
                  <a:lnTo>
                    <a:pt x="1339973" y="0"/>
                  </a:lnTo>
                  <a:close/>
                </a:path>
              </a:pathLst>
            </a:custGeom>
            <a:solidFill>
              <a:srgbClr val="92929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4" name="object 134"/>
            <p:cNvSpPr/>
            <p:nvPr/>
          </p:nvSpPr>
          <p:spPr>
            <a:xfrm>
              <a:off x="4165800" y="3370594"/>
              <a:ext cx="1340485" cy="345440"/>
            </a:xfrm>
            <a:custGeom>
              <a:avLst/>
              <a:gdLst/>
              <a:ahLst/>
              <a:cxnLst/>
              <a:rect l="l" t="t" r="r" b="b"/>
              <a:pathLst>
                <a:path w="1340485" h="345439">
                  <a:moveTo>
                    <a:pt x="0" y="0"/>
                  </a:moveTo>
                  <a:lnTo>
                    <a:pt x="1339973" y="0"/>
                  </a:lnTo>
                  <a:lnTo>
                    <a:pt x="1339973" y="345093"/>
                  </a:lnTo>
                  <a:lnTo>
                    <a:pt x="0" y="345093"/>
                  </a:lnTo>
                  <a:lnTo>
                    <a:pt x="0" y="0"/>
                  </a:lnTo>
                  <a:close/>
                </a:path>
              </a:pathLst>
            </a:custGeom>
            <a:ln w="131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5" name="object 135"/>
            <p:cNvSpPr/>
            <p:nvPr/>
          </p:nvSpPr>
          <p:spPr>
            <a:xfrm>
              <a:off x="5559373" y="3370594"/>
              <a:ext cx="1340485" cy="345440"/>
            </a:xfrm>
            <a:custGeom>
              <a:avLst/>
              <a:gdLst/>
              <a:ahLst/>
              <a:cxnLst/>
              <a:rect l="l" t="t" r="r" b="b"/>
              <a:pathLst>
                <a:path w="1340484" h="345439">
                  <a:moveTo>
                    <a:pt x="1339973" y="0"/>
                  </a:moveTo>
                  <a:lnTo>
                    <a:pt x="0" y="0"/>
                  </a:lnTo>
                  <a:lnTo>
                    <a:pt x="0" y="345093"/>
                  </a:lnTo>
                  <a:lnTo>
                    <a:pt x="1339973" y="345093"/>
                  </a:lnTo>
                  <a:lnTo>
                    <a:pt x="1339973" y="0"/>
                  </a:lnTo>
                  <a:close/>
                </a:path>
              </a:pathLst>
            </a:custGeom>
            <a:solidFill>
              <a:srgbClr val="92929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6" name="object 136"/>
            <p:cNvSpPr/>
            <p:nvPr/>
          </p:nvSpPr>
          <p:spPr>
            <a:xfrm>
              <a:off x="5559372" y="3370594"/>
              <a:ext cx="1340485" cy="345440"/>
            </a:xfrm>
            <a:custGeom>
              <a:avLst/>
              <a:gdLst/>
              <a:ahLst/>
              <a:cxnLst/>
              <a:rect l="l" t="t" r="r" b="b"/>
              <a:pathLst>
                <a:path w="1340484" h="345439">
                  <a:moveTo>
                    <a:pt x="0" y="0"/>
                  </a:moveTo>
                  <a:lnTo>
                    <a:pt x="1339973" y="0"/>
                  </a:lnTo>
                  <a:lnTo>
                    <a:pt x="1339973" y="345093"/>
                  </a:lnTo>
                  <a:lnTo>
                    <a:pt x="0" y="345093"/>
                  </a:lnTo>
                  <a:lnTo>
                    <a:pt x="0" y="0"/>
                  </a:lnTo>
                  <a:close/>
                </a:path>
              </a:pathLst>
            </a:custGeom>
            <a:ln w="131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7" name="object 137"/>
            <p:cNvSpPr/>
            <p:nvPr/>
          </p:nvSpPr>
          <p:spPr>
            <a:xfrm>
              <a:off x="6952945" y="3370594"/>
              <a:ext cx="1340485" cy="345440"/>
            </a:xfrm>
            <a:custGeom>
              <a:avLst/>
              <a:gdLst/>
              <a:ahLst/>
              <a:cxnLst/>
              <a:rect l="l" t="t" r="r" b="b"/>
              <a:pathLst>
                <a:path w="1340484" h="345439">
                  <a:moveTo>
                    <a:pt x="1339971" y="0"/>
                  </a:moveTo>
                  <a:lnTo>
                    <a:pt x="0" y="0"/>
                  </a:lnTo>
                  <a:lnTo>
                    <a:pt x="0" y="345093"/>
                  </a:lnTo>
                  <a:lnTo>
                    <a:pt x="1339971" y="345093"/>
                  </a:lnTo>
                  <a:lnTo>
                    <a:pt x="1339971" y="0"/>
                  </a:lnTo>
                  <a:close/>
                </a:path>
              </a:pathLst>
            </a:custGeom>
            <a:solidFill>
              <a:srgbClr val="92929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8" name="object 138"/>
            <p:cNvSpPr/>
            <p:nvPr/>
          </p:nvSpPr>
          <p:spPr>
            <a:xfrm>
              <a:off x="6952945" y="3370594"/>
              <a:ext cx="1340485" cy="345440"/>
            </a:xfrm>
            <a:custGeom>
              <a:avLst/>
              <a:gdLst/>
              <a:ahLst/>
              <a:cxnLst/>
              <a:rect l="l" t="t" r="r" b="b"/>
              <a:pathLst>
                <a:path w="1340484" h="345439">
                  <a:moveTo>
                    <a:pt x="0" y="0"/>
                  </a:moveTo>
                  <a:lnTo>
                    <a:pt x="1339973" y="0"/>
                  </a:lnTo>
                  <a:lnTo>
                    <a:pt x="1339973" y="345093"/>
                  </a:lnTo>
                  <a:lnTo>
                    <a:pt x="0" y="345093"/>
                  </a:lnTo>
                  <a:lnTo>
                    <a:pt x="0" y="0"/>
                  </a:lnTo>
                  <a:close/>
                </a:path>
              </a:pathLst>
            </a:custGeom>
            <a:ln w="131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9" name="object 139"/>
            <p:cNvSpPr/>
            <p:nvPr/>
          </p:nvSpPr>
          <p:spPr>
            <a:xfrm>
              <a:off x="8346517" y="3370594"/>
              <a:ext cx="1340485" cy="345440"/>
            </a:xfrm>
            <a:custGeom>
              <a:avLst/>
              <a:gdLst/>
              <a:ahLst/>
              <a:cxnLst/>
              <a:rect l="l" t="t" r="r" b="b"/>
              <a:pathLst>
                <a:path w="1340484" h="345439">
                  <a:moveTo>
                    <a:pt x="1339973" y="0"/>
                  </a:moveTo>
                  <a:lnTo>
                    <a:pt x="0" y="0"/>
                  </a:lnTo>
                  <a:lnTo>
                    <a:pt x="0" y="345093"/>
                  </a:lnTo>
                  <a:lnTo>
                    <a:pt x="1339973" y="345093"/>
                  </a:lnTo>
                  <a:lnTo>
                    <a:pt x="1339973" y="0"/>
                  </a:lnTo>
                  <a:close/>
                </a:path>
              </a:pathLst>
            </a:custGeom>
            <a:solidFill>
              <a:srgbClr val="92929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0" name="object 140"/>
            <p:cNvSpPr/>
            <p:nvPr/>
          </p:nvSpPr>
          <p:spPr>
            <a:xfrm>
              <a:off x="8346516" y="3370594"/>
              <a:ext cx="1340485" cy="345440"/>
            </a:xfrm>
            <a:custGeom>
              <a:avLst/>
              <a:gdLst/>
              <a:ahLst/>
              <a:cxnLst/>
              <a:rect l="l" t="t" r="r" b="b"/>
              <a:pathLst>
                <a:path w="1340484" h="345439">
                  <a:moveTo>
                    <a:pt x="0" y="0"/>
                  </a:moveTo>
                  <a:lnTo>
                    <a:pt x="1339973" y="0"/>
                  </a:lnTo>
                  <a:lnTo>
                    <a:pt x="1339973" y="345093"/>
                  </a:lnTo>
                  <a:lnTo>
                    <a:pt x="0" y="345093"/>
                  </a:lnTo>
                  <a:lnTo>
                    <a:pt x="0" y="0"/>
                  </a:lnTo>
                  <a:close/>
                </a:path>
              </a:pathLst>
            </a:custGeom>
            <a:ln w="131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1" name="object 141"/>
          <p:cNvSpPr txBox="1"/>
          <p:nvPr/>
        </p:nvSpPr>
        <p:spPr>
          <a:xfrm>
            <a:off x="4086933" y="2138117"/>
            <a:ext cx="5678805" cy="1656714"/>
          </a:xfrm>
          <a:prstGeom prst="rect">
            <a:avLst/>
          </a:prstGeom>
          <a:ln w="29579">
            <a:solidFill>
              <a:srgbClr val="0000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8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445"/>
              </a:spcBef>
            </a:pPr>
            <a:endParaRPr sz="1850">
              <a:latin typeface="Times New Roman"/>
              <a:cs typeface="Times New Roman"/>
            </a:endParaRPr>
          </a:p>
          <a:p>
            <a:pPr marL="95250">
              <a:lnSpc>
                <a:spcPct val="100000"/>
              </a:lnSpc>
              <a:spcBef>
                <a:spcPts val="5"/>
              </a:spcBef>
            </a:pPr>
            <a:r>
              <a:rPr dirty="0" sz="1850">
                <a:solidFill>
                  <a:srgbClr val="FFFFFF"/>
                </a:solidFill>
                <a:latin typeface="Arial"/>
                <a:cs typeface="Arial"/>
              </a:rPr>
              <a:t>MixColumns</a:t>
            </a:r>
            <a:r>
              <a:rPr dirty="0" sz="1850" spc="2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50">
                <a:solidFill>
                  <a:srgbClr val="FFFFFF"/>
                </a:solidFill>
                <a:latin typeface="Arial"/>
                <a:cs typeface="Arial"/>
              </a:rPr>
              <a:t>MixColumns</a:t>
            </a:r>
            <a:r>
              <a:rPr dirty="0" sz="1850" spc="2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50">
                <a:solidFill>
                  <a:srgbClr val="FFFFFF"/>
                </a:solidFill>
                <a:latin typeface="Arial"/>
                <a:cs typeface="Arial"/>
              </a:rPr>
              <a:t>MixColumns</a:t>
            </a:r>
            <a:r>
              <a:rPr dirty="0" sz="1850" spc="2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50" spc="-10">
                <a:solidFill>
                  <a:srgbClr val="FFFFFF"/>
                </a:solidFill>
                <a:latin typeface="Arial"/>
                <a:cs typeface="Arial"/>
              </a:rPr>
              <a:t>MixColumns</a:t>
            </a:r>
            <a:endParaRPr sz="1850">
              <a:latin typeface="Arial"/>
              <a:cs typeface="Arial"/>
            </a:endParaRPr>
          </a:p>
        </p:txBody>
      </p:sp>
      <p:sp>
        <p:nvSpPr>
          <p:cNvPr id="143" name="object 14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680"/>
              </a:lnSpc>
            </a:pPr>
            <a:fld id="{81D60167-4931-47E6-BA6A-407CBD079E47}" type="slidenum">
              <a:rPr dirty="0" spc="-25"/>
              <a:t>44</a:t>
            </a:fld>
          </a:p>
        </p:txBody>
      </p:sp>
      <p:sp>
        <p:nvSpPr>
          <p:cNvPr id="142" name="object 142"/>
          <p:cNvSpPr txBox="1"/>
          <p:nvPr/>
        </p:nvSpPr>
        <p:spPr>
          <a:xfrm>
            <a:off x="4369327" y="4239624"/>
            <a:ext cx="4949190" cy="2294890"/>
          </a:xfrm>
          <a:prstGeom prst="rect">
            <a:avLst/>
          </a:prstGeom>
        </p:spPr>
        <p:txBody>
          <a:bodyPr wrap="square" lIns="0" tIns="109855" rIns="0" bIns="0" rtlCol="0" vert="horz">
            <a:spAutoFit/>
          </a:bodyPr>
          <a:lstStyle/>
          <a:p>
            <a:pPr marL="367030" indent="-354330">
              <a:lnSpc>
                <a:spcPct val="100000"/>
              </a:lnSpc>
              <a:spcBef>
                <a:spcPts val="865"/>
              </a:spcBef>
              <a:buChar char="•"/>
              <a:tabLst>
                <a:tab pos="367030" algn="l"/>
              </a:tabLst>
            </a:pPr>
            <a:r>
              <a:rPr dirty="0" sz="3300">
                <a:latin typeface="Times New Roman"/>
                <a:cs typeface="Times New Roman"/>
              </a:rPr>
              <a:t>Key</a:t>
            </a:r>
            <a:r>
              <a:rPr dirty="0" sz="3300" spc="-20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length:</a:t>
            </a:r>
            <a:r>
              <a:rPr dirty="0" sz="3300" spc="-10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16/24/32</a:t>
            </a:r>
            <a:r>
              <a:rPr dirty="0" sz="3300" spc="-10">
                <a:latin typeface="Times New Roman"/>
                <a:cs typeface="Times New Roman"/>
              </a:rPr>
              <a:t> bytes</a:t>
            </a:r>
            <a:endParaRPr sz="3300">
              <a:latin typeface="Times New Roman"/>
              <a:cs typeface="Times New Roman"/>
            </a:endParaRPr>
          </a:p>
          <a:p>
            <a:pPr marL="367030" indent="-354330">
              <a:lnSpc>
                <a:spcPct val="100000"/>
              </a:lnSpc>
              <a:spcBef>
                <a:spcPts val="770"/>
              </a:spcBef>
              <a:buChar char="•"/>
              <a:tabLst>
                <a:tab pos="367030" algn="l"/>
              </a:tabLst>
            </a:pPr>
            <a:r>
              <a:rPr dirty="0" sz="3300">
                <a:latin typeface="Times New Roman"/>
                <a:cs typeface="Times New Roman"/>
              </a:rPr>
              <a:t>Block</a:t>
            </a:r>
            <a:r>
              <a:rPr dirty="0" sz="3300" spc="-10">
                <a:latin typeface="Times New Roman"/>
                <a:cs typeface="Times New Roman"/>
              </a:rPr>
              <a:t> length:</a:t>
            </a:r>
            <a:endParaRPr sz="3300">
              <a:latin typeface="Times New Roman"/>
              <a:cs typeface="Times New Roman"/>
            </a:endParaRPr>
          </a:p>
          <a:p>
            <a:pPr lvl="1" marL="780415" indent="-294640">
              <a:lnSpc>
                <a:spcPct val="100000"/>
              </a:lnSpc>
              <a:spcBef>
                <a:spcPts val="685"/>
              </a:spcBef>
              <a:buChar char="–"/>
              <a:tabLst>
                <a:tab pos="780415" algn="l"/>
              </a:tabLst>
            </a:pPr>
            <a:r>
              <a:rPr dirty="0" sz="2900">
                <a:latin typeface="Times New Roman"/>
                <a:cs typeface="Times New Roman"/>
              </a:rPr>
              <a:t>Rijndael:</a:t>
            </a:r>
            <a:r>
              <a:rPr dirty="0" sz="2900" spc="-65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16/24/32</a:t>
            </a:r>
            <a:r>
              <a:rPr dirty="0" sz="2900" spc="-65">
                <a:latin typeface="Times New Roman"/>
                <a:cs typeface="Times New Roman"/>
              </a:rPr>
              <a:t> </a:t>
            </a:r>
            <a:r>
              <a:rPr dirty="0" sz="2900" spc="-10">
                <a:latin typeface="Times New Roman"/>
                <a:cs typeface="Times New Roman"/>
              </a:rPr>
              <a:t>bytes</a:t>
            </a:r>
            <a:endParaRPr sz="2900">
              <a:latin typeface="Times New Roman"/>
              <a:cs typeface="Times New Roman"/>
            </a:endParaRPr>
          </a:p>
          <a:p>
            <a:pPr lvl="1" marL="780415" indent="-294640">
              <a:lnSpc>
                <a:spcPct val="100000"/>
              </a:lnSpc>
              <a:spcBef>
                <a:spcPts val="765"/>
              </a:spcBef>
              <a:buChar char="–"/>
              <a:tabLst>
                <a:tab pos="780415" algn="l"/>
              </a:tabLst>
            </a:pPr>
            <a:r>
              <a:rPr dirty="0" sz="2900">
                <a:latin typeface="Times New Roman"/>
                <a:cs typeface="Times New Roman"/>
              </a:rPr>
              <a:t>AES:</a:t>
            </a:r>
            <a:r>
              <a:rPr dirty="0" sz="2900" spc="-45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16</a:t>
            </a:r>
            <a:r>
              <a:rPr dirty="0" sz="2900" spc="-40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bytes</a:t>
            </a:r>
            <a:r>
              <a:rPr dirty="0" sz="2900" spc="-45">
                <a:latin typeface="Times New Roman"/>
                <a:cs typeface="Times New Roman"/>
              </a:rPr>
              <a:t> </a:t>
            </a:r>
            <a:r>
              <a:rPr dirty="0" sz="2900" spc="-20">
                <a:latin typeface="Times New Roman"/>
                <a:cs typeface="Times New Roman"/>
              </a:rPr>
              <a:t>only</a:t>
            </a:r>
            <a:endParaRPr sz="29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934274" y="460422"/>
            <a:ext cx="2676525" cy="72009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AES</a:t>
            </a:r>
            <a:r>
              <a:rPr dirty="0" spc="-5"/>
              <a:t> </a:t>
            </a:r>
            <a:r>
              <a:rPr dirty="0" spc="-10"/>
              <a:t>Status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680"/>
              </a:lnSpc>
            </a:pPr>
            <a:fld id="{81D60167-4931-47E6-BA6A-407CBD079E47}" type="slidenum">
              <a:rPr dirty="0" spc="-25"/>
              <a:t>44</a:t>
            </a:fld>
          </a:p>
        </p:txBody>
      </p:sp>
      <p:sp>
        <p:nvSpPr>
          <p:cNvPr id="3" name="object 3"/>
          <p:cNvSpPr txBox="1"/>
          <p:nvPr/>
        </p:nvSpPr>
        <p:spPr>
          <a:xfrm>
            <a:off x="1032266" y="1350503"/>
            <a:ext cx="8976995" cy="5333365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367030" indent="-354330">
              <a:lnSpc>
                <a:spcPct val="100000"/>
              </a:lnSpc>
              <a:spcBef>
                <a:spcPts val="420"/>
              </a:spcBef>
              <a:buChar char="•"/>
              <a:tabLst>
                <a:tab pos="367030" algn="l"/>
              </a:tabLst>
            </a:pPr>
            <a:r>
              <a:rPr dirty="0" sz="2900">
                <a:latin typeface="Times New Roman"/>
                <a:cs typeface="Times New Roman"/>
              </a:rPr>
              <a:t>FIPS</a:t>
            </a:r>
            <a:r>
              <a:rPr dirty="0" sz="2900" spc="-45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197</a:t>
            </a:r>
            <a:r>
              <a:rPr dirty="0" sz="2900" spc="-45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published</a:t>
            </a:r>
            <a:r>
              <a:rPr dirty="0" sz="2900" spc="-45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on</a:t>
            </a:r>
            <a:r>
              <a:rPr dirty="0" sz="2900" spc="-45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Nov.</a:t>
            </a:r>
            <a:r>
              <a:rPr dirty="0" sz="2900" spc="-45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6,</a:t>
            </a:r>
            <a:r>
              <a:rPr dirty="0" sz="2900" spc="-45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‘01,</a:t>
            </a:r>
            <a:r>
              <a:rPr dirty="0" sz="2900" spc="-40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effective</a:t>
            </a:r>
            <a:r>
              <a:rPr dirty="0" sz="2900" spc="-45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May</a:t>
            </a:r>
            <a:r>
              <a:rPr dirty="0" sz="2900" spc="-45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26,</a:t>
            </a:r>
            <a:r>
              <a:rPr dirty="0" sz="2900" spc="-45">
                <a:latin typeface="Times New Roman"/>
                <a:cs typeface="Times New Roman"/>
              </a:rPr>
              <a:t> </a:t>
            </a:r>
            <a:r>
              <a:rPr dirty="0" sz="2900" spc="-25">
                <a:latin typeface="Times New Roman"/>
                <a:cs typeface="Times New Roman"/>
              </a:rPr>
              <a:t>‘02</a:t>
            </a:r>
            <a:r>
              <a:rPr dirty="0" u="heavy" sz="2900" spc="72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endParaRPr sz="2900">
              <a:latin typeface="Times New Roman"/>
              <a:cs typeface="Times New Roman"/>
            </a:endParaRPr>
          </a:p>
          <a:p>
            <a:pPr marL="367030" indent="-354330">
              <a:lnSpc>
                <a:spcPct val="100000"/>
              </a:lnSpc>
              <a:spcBef>
                <a:spcPts val="320"/>
              </a:spcBef>
              <a:buChar char="•"/>
              <a:tabLst>
                <a:tab pos="367030" algn="l"/>
              </a:tabLst>
            </a:pPr>
            <a:r>
              <a:rPr dirty="0" sz="2900">
                <a:latin typeface="Times New Roman"/>
                <a:cs typeface="Times New Roman"/>
              </a:rPr>
              <a:t>mandatory</a:t>
            </a:r>
            <a:r>
              <a:rPr dirty="0" sz="2900" spc="-45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for</a:t>
            </a:r>
            <a:r>
              <a:rPr dirty="0" sz="2900" spc="-45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sensitive</a:t>
            </a:r>
            <a:r>
              <a:rPr dirty="0" sz="2900" spc="-40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US</a:t>
            </a:r>
            <a:r>
              <a:rPr dirty="0" sz="2900" spc="-45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govt.</a:t>
            </a:r>
            <a:r>
              <a:rPr dirty="0" sz="2900" spc="-40">
                <a:latin typeface="Times New Roman"/>
                <a:cs typeface="Times New Roman"/>
              </a:rPr>
              <a:t> </a:t>
            </a:r>
            <a:r>
              <a:rPr dirty="0" sz="2900" spc="-10">
                <a:latin typeface="Times New Roman"/>
                <a:cs typeface="Times New Roman"/>
              </a:rPr>
              <a:t>information</a:t>
            </a:r>
            <a:endParaRPr sz="2900">
              <a:latin typeface="Times New Roman"/>
              <a:cs typeface="Times New Roman"/>
            </a:endParaRPr>
          </a:p>
          <a:p>
            <a:pPr marL="367030" marR="495300" indent="-354965">
              <a:lnSpc>
                <a:spcPts val="3130"/>
              </a:lnSpc>
              <a:spcBef>
                <a:spcPts val="745"/>
              </a:spcBef>
              <a:buChar char="•"/>
              <a:tabLst>
                <a:tab pos="367030" algn="l"/>
              </a:tabLst>
            </a:pPr>
            <a:r>
              <a:rPr dirty="0" sz="2900">
                <a:latin typeface="Times New Roman"/>
                <a:cs typeface="Times New Roman"/>
              </a:rPr>
              <a:t>mid</a:t>
            </a:r>
            <a:r>
              <a:rPr dirty="0" sz="2900" spc="-40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2003:</a:t>
            </a:r>
            <a:r>
              <a:rPr dirty="0" sz="2900" spc="-35">
                <a:latin typeface="Times New Roman"/>
                <a:cs typeface="Times New Roman"/>
              </a:rPr>
              <a:t> </a:t>
            </a:r>
            <a:r>
              <a:rPr dirty="0" sz="2900" spc="-25">
                <a:latin typeface="Times New Roman"/>
                <a:cs typeface="Times New Roman"/>
              </a:rPr>
              <a:t>AES-</a:t>
            </a:r>
            <a:r>
              <a:rPr dirty="0" sz="2900">
                <a:latin typeface="Times New Roman"/>
                <a:cs typeface="Times New Roman"/>
              </a:rPr>
              <a:t>128</a:t>
            </a:r>
            <a:r>
              <a:rPr dirty="0" sz="2900" spc="-45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also</a:t>
            </a:r>
            <a:r>
              <a:rPr dirty="0" sz="2900" spc="-40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for</a:t>
            </a:r>
            <a:r>
              <a:rPr dirty="0" sz="2900" spc="-35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classified</a:t>
            </a:r>
            <a:r>
              <a:rPr dirty="0" sz="2900" spc="-40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information</a:t>
            </a:r>
            <a:r>
              <a:rPr dirty="0" sz="2900" spc="-35">
                <a:latin typeface="Times New Roman"/>
                <a:cs typeface="Times New Roman"/>
              </a:rPr>
              <a:t> </a:t>
            </a:r>
            <a:r>
              <a:rPr dirty="0" sz="2900" spc="-25">
                <a:latin typeface="Times New Roman"/>
                <a:cs typeface="Times New Roman"/>
              </a:rPr>
              <a:t>and </a:t>
            </a:r>
            <a:r>
              <a:rPr dirty="0" sz="2900" spc="-15">
                <a:latin typeface="Times New Roman"/>
                <a:cs typeface="Times New Roman"/>
              </a:rPr>
              <a:t>AES-</a:t>
            </a:r>
            <a:r>
              <a:rPr dirty="0" sz="2900" spc="-10">
                <a:latin typeface="Times New Roman"/>
                <a:cs typeface="Times New Roman"/>
              </a:rPr>
              <a:t>192/-</a:t>
            </a:r>
            <a:r>
              <a:rPr dirty="0" sz="2900">
                <a:latin typeface="Times New Roman"/>
                <a:cs typeface="Times New Roman"/>
              </a:rPr>
              <a:t>256</a:t>
            </a:r>
            <a:r>
              <a:rPr dirty="0" sz="2900" spc="-40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for</a:t>
            </a:r>
            <a:r>
              <a:rPr dirty="0" sz="2900" spc="-30">
                <a:latin typeface="Times New Roman"/>
                <a:cs typeface="Times New Roman"/>
              </a:rPr>
              <a:t> </a:t>
            </a:r>
            <a:r>
              <a:rPr dirty="0" sz="2900" i="1">
                <a:latin typeface="Times New Roman"/>
                <a:cs typeface="Times New Roman"/>
              </a:rPr>
              <a:t>secret</a:t>
            </a:r>
            <a:r>
              <a:rPr dirty="0" sz="2900" spc="-30" i="1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and</a:t>
            </a:r>
            <a:r>
              <a:rPr dirty="0" sz="2900" spc="-30">
                <a:latin typeface="Times New Roman"/>
                <a:cs typeface="Times New Roman"/>
              </a:rPr>
              <a:t> </a:t>
            </a:r>
            <a:r>
              <a:rPr dirty="0" sz="2900" i="1">
                <a:latin typeface="Times New Roman"/>
                <a:cs typeface="Times New Roman"/>
              </a:rPr>
              <a:t>top</a:t>
            </a:r>
            <a:r>
              <a:rPr dirty="0" sz="2900" spc="-30" i="1">
                <a:latin typeface="Times New Roman"/>
                <a:cs typeface="Times New Roman"/>
              </a:rPr>
              <a:t> </a:t>
            </a:r>
            <a:r>
              <a:rPr dirty="0" sz="2900" i="1">
                <a:latin typeface="Times New Roman"/>
                <a:cs typeface="Times New Roman"/>
              </a:rPr>
              <a:t>secret</a:t>
            </a:r>
            <a:r>
              <a:rPr dirty="0" sz="2900" spc="-25" i="1">
                <a:latin typeface="Times New Roman"/>
                <a:cs typeface="Times New Roman"/>
              </a:rPr>
              <a:t> </a:t>
            </a:r>
            <a:r>
              <a:rPr dirty="0" sz="2900" spc="-10">
                <a:latin typeface="Times New Roman"/>
                <a:cs typeface="Times New Roman"/>
              </a:rPr>
              <a:t>information!</a:t>
            </a:r>
            <a:endParaRPr sz="2900">
              <a:latin typeface="Times New Roman"/>
              <a:cs typeface="Times New Roman"/>
            </a:endParaRPr>
          </a:p>
          <a:p>
            <a:pPr marL="367030" indent="-354330">
              <a:lnSpc>
                <a:spcPct val="100000"/>
              </a:lnSpc>
              <a:spcBef>
                <a:spcPts val="280"/>
              </a:spcBef>
              <a:buChar char="•"/>
              <a:tabLst>
                <a:tab pos="367030" algn="l"/>
                <a:tab pos="4496435" algn="l"/>
              </a:tabLst>
            </a:pPr>
            <a:r>
              <a:rPr dirty="0" sz="2900">
                <a:latin typeface="Times New Roman"/>
                <a:cs typeface="Times New Roman"/>
              </a:rPr>
              <a:t>fast</a:t>
            </a:r>
            <a:r>
              <a:rPr dirty="0" sz="2900" spc="-35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adoption</a:t>
            </a:r>
            <a:r>
              <a:rPr dirty="0" sz="2900" spc="-35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in</a:t>
            </a:r>
            <a:r>
              <a:rPr dirty="0" sz="2900" spc="-35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the</a:t>
            </a:r>
            <a:r>
              <a:rPr dirty="0" sz="2900" spc="-30">
                <a:latin typeface="Times New Roman"/>
                <a:cs typeface="Times New Roman"/>
              </a:rPr>
              <a:t> </a:t>
            </a:r>
            <a:r>
              <a:rPr dirty="0" sz="2900" spc="-10">
                <a:latin typeface="Times New Roman"/>
                <a:cs typeface="Times New Roman"/>
              </a:rPr>
              <a:t>market</a:t>
            </a:r>
            <a:r>
              <a:rPr dirty="0" sz="2900">
                <a:latin typeface="Times New Roman"/>
                <a:cs typeface="Times New Roman"/>
              </a:rPr>
              <a:t>	</a:t>
            </a:r>
            <a:r>
              <a:rPr dirty="0" sz="2450">
                <a:latin typeface="Times New Roman"/>
                <a:cs typeface="Times New Roman"/>
              </a:rPr>
              <a:t>(thousands</a:t>
            </a:r>
            <a:r>
              <a:rPr dirty="0" sz="2450" spc="60">
                <a:latin typeface="Times New Roman"/>
                <a:cs typeface="Times New Roman"/>
              </a:rPr>
              <a:t> </a:t>
            </a:r>
            <a:r>
              <a:rPr dirty="0" sz="2450">
                <a:latin typeface="Times New Roman"/>
                <a:cs typeface="Times New Roman"/>
              </a:rPr>
              <a:t>of</a:t>
            </a:r>
            <a:r>
              <a:rPr dirty="0" sz="2450" spc="55">
                <a:latin typeface="Times New Roman"/>
                <a:cs typeface="Times New Roman"/>
              </a:rPr>
              <a:t> </a:t>
            </a:r>
            <a:r>
              <a:rPr dirty="0" sz="2450" spc="-10">
                <a:latin typeface="Times New Roman"/>
                <a:cs typeface="Times New Roman"/>
              </a:rPr>
              <a:t>products)</a:t>
            </a:r>
            <a:endParaRPr sz="2450">
              <a:latin typeface="Times New Roman"/>
              <a:cs typeface="Times New Roman"/>
            </a:endParaRPr>
          </a:p>
          <a:p>
            <a:pPr lvl="1" marL="781050" marR="725170" indent="-295910">
              <a:lnSpc>
                <a:spcPct val="92300"/>
              </a:lnSpc>
              <a:spcBef>
                <a:spcPts val="555"/>
              </a:spcBef>
              <a:buChar char="–"/>
              <a:tabLst>
                <a:tab pos="788035" algn="l"/>
                <a:tab pos="2288540" algn="l"/>
              </a:tabLst>
            </a:pPr>
            <a:r>
              <a:rPr dirty="0" sz="2450">
                <a:latin typeface="Times New Roman"/>
                <a:cs typeface="Times New Roman"/>
              </a:rPr>
              <a:t>Feb.</a:t>
            </a:r>
            <a:r>
              <a:rPr dirty="0" sz="2450" spc="35">
                <a:latin typeface="Times New Roman"/>
                <a:cs typeface="Times New Roman"/>
              </a:rPr>
              <a:t> </a:t>
            </a:r>
            <a:r>
              <a:rPr dirty="0" sz="2450" spc="-20">
                <a:latin typeface="Times New Roman"/>
                <a:cs typeface="Times New Roman"/>
              </a:rPr>
              <a:t>2010:</a:t>
            </a:r>
            <a:r>
              <a:rPr dirty="0" sz="2450">
                <a:latin typeface="Times New Roman"/>
                <a:cs typeface="Times New Roman"/>
              </a:rPr>
              <a:t>	1290</a:t>
            </a:r>
            <a:r>
              <a:rPr dirty="0" sz="2450" spc="55">
                <a:latin typeface="Times New Roman"/>
                <a:cs typeface="Times New Roman"/>
              </a:rPr>
              <a:t> </a:t>
            </a:r>
            <a:r>
              <a:rPr dirty="0" sz="2450">
                <a:latin typeface="Times New Roman"/>
                <a:cs typeface="Times New Roman"/>
              </a:rPr>
              <a:t>AES</a:t>
            </a:r>
            <a:r>
              <a:rPr dirty="0" sz="2450" spc="65">
                <a:latin typeface="Times New Roman"/>
                <a:cs typeface="Times New Roman"/>
              </a:rPr>
              <a:t> </a:t>
            </a:r>
            <a:r>
              <a:rPr dirty="0" sz="2450">
                <a:latin typeface="Times New Roman"/>
                <a:cs typeface="Times New Roman"/>
              </a:rPr>
              <a:t>product</a:t>
            </a:r>
            <a:r>
              <a:rPr dirty="0" sz="2450" spc="65">
                <a:latin typeface="Times New Roman"/>
                <a:cs typeface="Times New Roman"/>
              </a:rPr>
              <a:t> </a:t>
            </a:r>
            <a:r>
              <a:rPr dirty="0" sz="2450">
                <a:latin typeface="Times New Roman"/>
                <a:cs typeface="Times New Roman"/>
              </a:rPr>
              <a:t>certifications</a:t>
            </a:r>
            <a:r>
              <a:rPr dirty="0" sz="2450" spc="65">
                <a:latin typeface="Times New Roman"/>
                <a:cs typeface="Times New Roman"/>
              </a:rPr>
              <a:t> </a:t>
            </a:r>
            <a:r>
              <a:rPr dirty="0" sz="2450">
                <a:latin typeface="Times New Roman"/>
                <a:cs typeface="Times New Roman"/>
              </a:rPr>
              <a:t>by</a:t>
            </a:r>
            <a:r>
              <a:rPr dirty="0" sz="2450" spc="70">
                <a:latin typeface="Times New Roman"/>
                <a:cs typeface="Times New Roman"/>
              </a:rPr>
              <a:t> </a:t>
            </a:r>
            <a:r>
              <a:rPr dirty="0" sz="2450">
                <a:latin typeface="Times New Roman"/>
                <a:cs typeface="Times New Roman"/>
              </a:rPr>
              <a:t>NIST</a:t>
            </a:r>
            <a:r>
              <a:rPr dirty="0" sz="2450" spc="65">
                <a:latin typeface="Times New Roman"/>
                <a:cs typeface="Times New Roman"/>
              </a:rPr>
              <a:t> </a:t>
            </a:r>
            <a:r>
              <a:rPr dirty="0" sz="2050" spc="-10">
                <a:latin typeface="Times New Roman"/>
                <a:cs typeface="Times New Roman"/>
              </a:rPr>
              <a:t>http:// 	csrc.nist.gov/groups/STM/cavp/documents/aes/aesval.html</a:t>
            </a:r>
            <a:endParaRPr sz="2050">
              <a:latin typeface="Times New Roman"/>
              <a:cs typeface="Times New Roman"/>
            </a:endParaRPr>
          </a:p>
          <a:p>
            <a:pPr lvl="1" marL="781050" indent="-295275">
              <a:lnSpc>
                <a:spcPct val="100000"/>
              </a:lnSpc>
              <a:spcBef>
                <a:spcPts val="385"/>
              </a:spcBef>
              <a:buChar char="–"/>
              <a:tabLst>
                <a:tab pos="781050" algn="l"/>
              </a:tabLst>
            </a:pPr>
            <a:r>
              <a:rPr dirty="0" sz="2450">
                <a:latin typeface="Times New Roman"/>
                <a:cs typeface="Times New Roman"/>
              </a:rPr>
              <a:t>standardization:</a:t>
            </a:r>
            <a:r>
              <a:rPr dirty="0" sz="2450" spc="60">
                <a:latin typeface="Times New Roman"/>
                <a:cs typeface="Times New Roman"/>
              </a:rPr>
              <a:t> </a:t>
            </a:r>
            <a:r>
              <a:rPr dirty="0" sz="2450">
                <a:latin typeface="Times New Roman"/>
                <a:cs typeface="Times New Roman"/>
              </a:rPr>
              <a:t>ISO,</a:t>
            </a:r>
            <a:r>
              <a:rPr dirty="0" sz="2450" spc="75">
                <a:latin typeface="Times New Roman"/>
                <a:cs typeface="Times New Roman"/>
              </a:rPr>
              <a:t> </a:t>
            </a:r>
            <a:r>
              <a:rPr dirty="0" sz="2450">
                <a:latin typeface="Times New Roman"/>
                <a:cs typeface="Times New Roman"/>
              </a:rPr>
              <a:t>IETF,</a:t>
            </a:r>
            <a:r>
              <a:rPr dirty="0" sz="2450" spc="70">
                <a:latin typeface="Times New Roman"/>
                <a:cs typeface="Times New Roman"/>
              </a:rPr>
              <a:t> </a:t>
            </a:r>
            <a:r>
              <a:rPr dirty="0" sz="2450">
                <a:latin typeface="Times New Roman"/>
                <a:cs typeface="Times New Roman"/>
              </a:rPr>
              <a:t>IEEE</a:t>
            </a:r>
            <a:r>
              <a:rPr dirty="0" sz="2450" spc="75">
                <a:latin typeface="Times New Roman"/>
                <a:cs typeface="Times New Roman"/>
              </a:rPr>
              <a:t> </a:t>
            </a:r>
            <a:r>
              <a:rPr dirty="0" sz="2450" spc="-10">
                <a:latin typeface="Times New Roman"/>
                <a:cs typeface="Times New Roman"/>
              </a:rPr>
              <a:t>802.11,…</a:t>
            </a:r>
            <a:endParaRPr sz="2450">
              <a:latin typeface="Times New Roman"/>
              <a:cs typeface="Times New Roman"/>
            </a:endParaRPr>
          </a:p>
          <a:p>
            <a:pPr marL="367030" indent="-354330">
              <a:lnSpc>
                <a:spcPct val="100000"/>
              </a:lnSpc>
              <a:spcBef>
                <a:spcPts val="295"/>
              </a:spcBef>
              <a:buChar char="•"/>
              <a:tabLst>
                <a:tab pos="367030" algn="l"/>
              </a:tabLst>
            </a:pPr>
            <a:r>
              <a:rPr dirty="0" sz="2900">
                <a:latin typeface="Times New Roman"/>
                <a:cs typeface="Times New Roman"/>
              </a:rPr>
              <a:t>slower</a:t>
            </a:r>
            <a:r>
              <a:rPr dirty="0" sz="2900" spc="-65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adoption</a:t>
            </a:r>
            <a:r>
              <a:rPr dirty="0" sz="2900" spc="-65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in</a:t>
            </a:r>
            <a:r>
              <a:rPr dirty="0" sz="2900" spc="-60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financial</a:t>
            </a:r>
            <a:r>
              <a:rPr dirty="0" sz="2900" spc="-65">
                <a:latin typeface="Times New Roman"/>
                <a:cs typeface="Times New Roman"/>
              </a:rPr>
              <a:t> </a:t>
            </a:r>
            <a:r>
              <a:rPr dirty="0" sz="2900" spc="-10">
                <a:latin typeface="Times New Roman"/>
                <a:cs typeface="Times New Roman"/>
              </a:rPr>
              <a:t>sector</a:t>
            </a:r>
            <a:endParaRPr sz="2900">
              <a:latin typeface="Times New Roman"/>
              <a:cs typeface="Times New Roman"/>
            </a:endParaRPr>
          </a:p>
          <a:p>
            <a:pPr marL="367030" indent="-354330">
              <a:lnSpc>
                <a:spcPct val="100000"/>
              </a:lnSpc>
              <a:spcBef>
                <a:spcPts val="350"/>
              </a:spcBef>
              <a:buChar char="•"/>
              <a:tabLst>
                <a:tab pos="367030" algn="l"/>
              </a:tabLst>
            </a:pPr>
            <a:r>
              <a:rPr dirty="0" sz="2900">
                <a:latin typeface="Times New Roman"/>
                <a:cs typeface="Times New Roman"/>
              </a:rPr>
              <a:t>software:</a:t>
            </a:r>
            <a:r>
              <a:rPr dirty="0" sz="2900" spc="-45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7.6</a:t>
            </a:r>
            <a:r>
              <a:rPr dirty="0" sz="2900" spc="-45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cycles/byte</a:t>
            </a:r>
            <a:r>
              <a:rPr dirty="0" sz="2900" spc="-45">
                <a:latin typeface="Times New Roman"/>
                <a:cs typeface="Times New Roman"/>
              </a:rPr>
              <a:t> </a:t>
            </a:r>
            <a:r>
              <a:rPr dirty="0" sz="2900" spc="-20">
                <a:latin typeface="Times New Roman"/>
                <a:cs typeface="Times New Roman"/>
              </a:rPr>
              <a:t>[Käsper-</a:t>
            </a:r>
            <a:r>
              <a:rPr dirty="0" sz="2900" spc="-10">
                <a:latin typeface="Times New Roman"/>
                <a:cs typeface="Times New Roman"/>
              </a:rPr>
              <a:t>Schwabe’09]</a:t>
            </a:r>
            <a:endParaRPr sz="2900">
              <a:latin typeface="Times New Roman"/>
              <a:cs typeface="Times New Roman"/>
            </a:endParaRPr>
          </a:p>
          <a:p>
            <a:pPr marL="367030" marR="230504" indent="-354965">
              <a:lnSpc>
                <a:spcPts val="3130"/>
              </a:lnSpc>
              <a:spcBef>
                <a:spcPts val="745"/>
              </a:spcBef>
              <a:buChar char="•"/>
              <a:tabLst>
                <a:tab pos="367030" algn="l"/>
              </a:tabLst>
            </a:pPr>
            <a:r>
              <a:rPr dirty="0" sz="2900">
                <a:latin typeface="Times New Roman"/>
                <a:cs typeface="Times New Roman"/>
              </a:rPr>
              <a:t>hardware:</a:t>
            </a:r>
            <a:r>
              <a:rPr dirty="0" sz="2900" spc="-60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Intel</a:t>
            </a:r>
            <a:r>
              <a:rPr dirty="0" sz="2900" spc="-60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will</a:t>
            </a:r>
            <a:r>
              <a:rPr dirty="0" sz="2900" spc="-55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provide</a:t>
            </a:r>
            <a:r>
              <a:rPr dirty="0" sz="2900" spc="-60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AES</a:t>
            </a:r>
            <a:r>
              <a:rPr dirty="0" sz="2900" spc="-55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instruction</a:t>
            </a:r>
            <a:r>
              <a:rPr dirty="0" sz="2900" spc="-60">
                <a:latin typeface="Times New Roman"/>
                <a:cs typeface="Times New Roman"/>
              </a:rPr>
              <a:t> </a:t>
            </a:r>
            <a:r>
              <a:rPr dirty="0" sz="2900" spc="-10">
                <a:latin typeface="Times New Roman"/>
                <a:cs typeface="Times New Roman"/>
              </a:rPr>
              <a:t>(Westmere, </a:t>
            </a:r>
            <a:r>
              <a:rPr dirty="0" sz="2900">
                <a:latin typeface="Times New Roman"/>
                <a:cs typeface="Times New Roman"/>
              </a:rPr>
              <a:t>2010)</a:t>
            </a:r>
            <a:r>
              <a:rPr dirty="0" sz="2900" spc="-55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at</a:t>
            </a:r>
            <a:r>
              <a:rPr dirty="0" sz="2900" spc="-50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0.75</a:t>
            </a:r>
            <a:r>
              <a:rPr dirty="0" sz="2900" spc="-50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cycles/byte</a:t>
            </a:r>
            <a:r>
              <a:rPr dirty="0" sz="2900" spc="-55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for</a:t>
            </a:r>
            <a:r>
              <a:rPr dirty="0" sz="2900" spc="-50">
                <a:latin typeface="Times New Roman"/>
                <a:cs typeface="Times New Roman"/>
              </a:rPr>
              <a:t> </a:t>
            </a:r>
            <a:r>
              <a:rPr dirty="0" sz="2900" spc="-10">
                <a:latin typeface="Times New Roman"/>
                <a:cs typeface="Times New Roman"/>
              </a:rPr>
              <a:t>decryption</a:t>
            </a:r>
            <a:endParaRPr sz="29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04924" rIns="0" bIns="0" rtlCol="0" vert="horz">
            <a:spAutoFit/>
          </a:bodyPr>
          <a:lstStyle/>
          <a:p>
            <a:pPr marL="2058670">
              <a:lnSpc>
                <a:spcPct val="100000"/>
              </a:lnSpc>
              <a:spcBef>
                <a:spcPts val="105"/>
              </a:spcBef>
            </a:pPr>
            <a:r>
              <a:rPr dirty="0"/>
              <a:t>Encryption</a:t>
            </a:r>
            <a:r>
              <a:rPr dirty="0" spc="-65"/>
              <a:t> </a:t>
            </a:r>
            <a:r>
              <a:rPr dirty="0" spc="-10"/>
              <a:t>limitations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643486" y="1961744"/>
            <a:ext cx="8056880" cy="3911600"/>
          </a:xfrm>
          <a:prstGeom prst="rect">
            <a:avLst/>
          </a:prstGeom>
        </p:spPr>
        <p:txBody>
          <a:bodyPr wrap="square" lIns="0" tIns="64769" rIns="0" bIns="0" rtlCol="0" vert="horz">
            <a:spAutoFit/>
          </a:bodyPr>
          <a:lstStyle/>
          <a:p>
            <a:pPr marL="367030" marR="5080" indent="-354965">
              <a:lnSpc>
                <a:spcPts val="3110"/>
              </a:lnSpc>
              <a:spcBef>
                <a:spcPts val="509"/>
              </a:spcBef>
              <a:buChar char="•"/>
              <a:tabLst>
                <a:tab pos="367030" algn="l"/>
              </a:tabLst>
            </a:pPr>
            <a:r>
              <a:rPr dirty="0" sz="2900">
                <a:latin typeface="Times New Roman"/>
                <a:cs typeface="Times New Roman"/>
              </a:rPr>
              <a:t>Ciphertext</a:t>
            </a:r>
            <a:r>
              <a:rPr dirty="0" sz="2900" spc="-50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becomes</a:t>
            </a:r>
            <a:r>
              <a:rPr dirty="0" sz="2900" spc="-50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random</a:t>
            </a:r>
            <a:r>
              <a:rPr dirty="0" sz="2900" spc="-50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string:</a:t>
            </a:r>
            <a:r>
              <a:rPr dirty="0" sz="2900" spc="-50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“normal”</a:t>
            </a:r>
            <a:r>
              <a:rPr dirty="0" sz="2900" spc="-50">
                <a:latin typeface="Times New Roman"/>
                <a:cs typeface="Times New Roman"/>
              </a:rPr>
              <a:t> </a:t>
            </a:r>
            <a:r>
              <a:rPr dirty="0" sz="2900" spc="-10">
                <a:latin typeface="Times New Roman"/>
                <a:cs typeface="Times New Roman"/>
              </a:rPr>
              <a:t>crypto </a:t>
            </a:r>
            <a:r>
              <a:rPr dirty="0" sz="2900">
                <a:latin typeface="Times New Roman"/>
                <a:cs typeface="Times New Roman"/>
              </a:rPr>
              <a:t>does</a:t>
            </a:r>
            <a:r>
              <a:rPr dirty="0" sz="2900" spc="-35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not</a:t>
            </a:r>
            <a:r>
              <a:rPr dirty="0" sz="2900" spc="-35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encrypt</a:t>
            </a:r>
            <a:r>
              <a:rPr dirty="0" sz="2900" spc="-30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a</a:t>
            </a:r>
            <a:r>
              <a:rPr dirty="0" sz="2900" spc="-35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credit</a:t>
            </a:r>
            <a:r>
              <a:rPr dirty="0" sz="2900" spc="-30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card</a:t>
            </a:r>
            <a:r>
              <a:rPr dirty="0" sz="2900" spc="-35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number</a:t>
            </a:r>
            <a:r>
              <a:rPr dirty="0" sz="2900" spc="-30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into</a:t>
            </a:r>
            <a:r>
              <a:rPr dirty="0" sz="2900" spc="-35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a</a:t>
            </a:r>
            <a:r>
              <a:rPr dirty="0" sz="2900" spc="-30">
                <a:latin typeface="Times New Roman"/>
                <a:cs typeface="Times New Roman"/>
              </a:rPr>
              <a:t> </a:t>
            </a:r>
            <a:r>
              <a:rPr dirty="0" sz="2900" spc="-10">
                <a:latin typeface="Times New Roman"/>
                <a:cs typeface="Times New Roman"/>
              </a:rPr>
              <a:t>(valid) </a:t>
            </a:r>
            <a:r>
              <a:rPr dirty="0" sz="2900">
                <a:latin typeface="Times New Roman"/>
                <a:cs typeface="Times New Roman"/>
              </a:rPr>
              <a:t>credit</a:t>
            </a:r>
            <a:r>
              <a:rPr dirty="0" sz="2900" spc="-40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card</a:t>
            </a:r>
            <a:r>
              <a:rPr dirty="0" sz="2900" spc="-35">
                <a:latin typeface="Times New Roman"/>
                <a:cs typeface="Times New Roman"/>
              </a:rPr>
              <a:t> </a:t>
            </a:r>
            <a:r>
              <a:rPr dirty="0" sz="2900" spc="-10">
                <a:latin typeface="Times New Roman"/>
                <a:cs typeface="Times New Roman"/>
              </a:rPr>
              <a:t>number</a:t>
            </a:r>
            <a:endParaRPr sz="2900">
              <a:latin typeface="Times New Roman"/>
              <a:cs typeface="Times New Roman"/>
            </a:endParaRPr>
          </a:p>
          <a:p>
            <a:pPr marL="367030" marR="342265" indent="-354965">
              <a:lnSpc>
                <a:spcPts val="3130"/>
              </a:lnSpc>
              <a:spcBef>
                <a:spcPts val="770"/>
              </a:spcBef>
              <a:buChar char="•"/>
              <a:tabLst>
                <a:tab pos="367030" algn="l"/>
              </a:tabLst>
            </a:pPr>
            <a:r>
              <a:rPr dirty="0" sz="2900">
                <a:latin typeface="Times New Roman"/>
                <a:cs typeface="Times New Roman"/>
              </a:rPr>
              <a:t>Typically</a:t>
            </a:r>
            <a:r>
              <a:rPr dirty="0" sz="2900" spc="-40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does</a:t>
            </a:r>
            <a:r>
              <a:rPr dirty="0" sz="2900" spc="-40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not</a:t>
            </a:r>
            <a:r>
              <a:rPr dirty="0" sz="2900" spc="-40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hide</a:t>
            </a:r>
            <a:r>
              <a:rPr dirty="0" sz="2900" spc="-40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the</a:t>
            </a:r>
            <a:r>
              <a:rPr dirty="0" sz="2900" spc="-40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length</a:t>
            </a:r>
            <a:r>
              <a:rPr dirty="0" sz="2900" spc="-40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of</a:t>
            </a:r>
            <a:r>
              <a:rPr dirty="0" sz="2900" spc="-40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the</a:t>
            </a:r>
            <a:r>
              <a:rPr dirty="0" sz="2900" spc="-35">
                <a:latin typeface="Times New Roman"/>
                <a:cs typeface="Times New Roman"/>
              </a:rPr>
              <a:t> </a:t>
            </a:r>
            <a:r>
              <a:rPr dirty="0" sz="2900" spc="-10">
                <a:latin typeface="Times New Roman"/>
                <a:cs typeface="Times New Roman"/>
              </a:rPr>
              <a:t>plaintext </a:t>
            </a:r>
            <a:r>
              <a:rPr dirty="0" sz="2900">
                <a:latin typeface="Times New Roman"/>
                <a:cs typeface="Times New Roman"/>
              </a:rPr>
              <a:t>(unless</a:t>
            </a:r>
            <a:r>
              <a:rPr dirty="0" sz="2900" spc="-50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randomized</a:t>
            </a:r>
            <a:r>
              <a:rPr dirty="0" sz="2900" spc="-50">
                <a:latin typeface="Times New Roman"/>
                <a:cs typeface="Times New Roman"/>
              </a:rPr>
              <a:t> </a:t>
            </a:r>
            <a:r>
              <a:rPr dirty="0" sz="2900" spc="-10">
                <a:latin typeface="Times New Roman"/>
                <a:cs typeface="Times New Roman"/>
              </a:rPr>
              <a:t>padding)</a:t>
            </a:r>
            <a:endParaRPr sz="2900">
              <a:latin typeface="Times New Roman"/>
              <a:cs typeface="Times New Roman"/>
            </a:endParaRPr>
          </a:p>
          <a:p>
            <a:pPr marL="367030" marR="955675" indent="-354965">
              <a:lnSpc>
                <a:spcPts val="3130"/>
              </a:lnSpc>
              <a:spcBef>
                <a:spcPts val="675"/>
              </a:spcBef>
              <a:buChar char="•"/>
              <a:tabLst>
                <a:tab pos="367030" algn="l"/>
              </a:tabLst>
            </a:pPr>
            <a:r>
              <a:rPr dirty="0" sz="2900">
                <a:latin typeface="Times New Roman"/>
                <a:cs typeface="Times New Roman"/>
              </a:rPr>
              <a:t>Does</a:t>
            </a:r>
            <a:r>
              <a:rPr dirty="0" sz="2900" spc="-50">
                <a:latin typeface="Times New Roman"/>
                <a:cs typeface="Times New Roman"/>
              </a:rPr>
              <a:t> </a:t>
            </a:r>
            <a:r>
              <a:rPr dirty="0" sz="2900" b="1">
                <a:latin typeface="Times New Roman"/>
                <a:cs typeface="Times New Roman"/>
              </a:rPr>
              <a:t>not</a:t>
            </a:r>
            <a:r>
              <a:rPr dirty="0" sz="2900" spc="-45" b="1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hide</a:t>
            </a:r>
            <a:r>
              <a:rPr dirty="0" sz="2900" spc="-45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existence</a:t>
            </a:r>
            <a:r>
              <a:rPr dirty="0" sz="2900" spc="-45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of</a:t>
            </a:r>
            <a:r>
              <a:rPr dirty="0" sz="2900" spc="-45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plaintext</a:t>
            </a:r>
            <a:r>
              <a:rPr dirty="0" sz="2900" spc="-45">
                <a:latin typeface="Times New Roman"/>
                <a:cs typeface="Times New Roman"/>
              </a:rPr>
              <a:t> </a:t>
            </a:r>
            <a:r>
              <a:rPr dirty="0" sz="2900" spc="-10">
                <a:latin typeface="Times New Roman"/>
                <a:cs typeface="Times New Roman"/>
              </a:rPr>
              <a:t>(requires steganography)</a:t>
            </a:r>
            <a:endParaRPr sz="2900">
              <a:latin typeface="Times New Roman"/>
              <a:cs typeface="Times New Roman"/>
            </a:endParaRPr>
          </a:p>
          <a:p>
            <a:pPr marL="367030" marR="127000" indent="-354965">
              <a:lnSpc>
                <a:spcPts val="3130"/>
              </a:lnSpc>
              <a:spcBef>
                <a:spcPts val="675"/>
              </a:spcBef>
              <a:buChar char="•"/>
              <a:tabLst>
                <a:tab pos="367030" algn="l"/>
              </a:tabLst>
            </a:pPr>
            <a:r>
              <a:rPr dirty="0" sz="2900">
                <a:latin typeface="Times New Roman"/>
                <a:cs typeface="Times New Roman"/>
              </a:rPr>
              <a:t>Does</a:t>
            </a:r>
            <a:r>
              <a:rPr dirty="0" sz="2900" spc="-45">
                <a:latin typeface="Times New Roman"/>
                <a:cs typeface="Times New Roman"/>
              </a:rPr>
              <a:t> </a:t>
            </a:r>
            <a:r>
              <a:rPr dirty="0" sz="2900" b="1">
                <a:latin typeface="Times New Roman"/>
                <a:cs typeface="Times New Roman"/>
              </a:rPr>
              <a:t>not</a:t>
            </a:r>
            <a:r>
              <a:rPr dirty="0" sz="2900" spc="-40" b="1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hide</a:t>
            </a:r>
            <a:r>
              <a:rPr dirty="0" sz="2900" spc="-45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that</a:t>
            </a:r>
            <a:r>
              <a:rPr dirty="0" sz="2900" spc="-40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Alice</a:t>
            </a:r>
            <a:r>
              <a:rPr dirty="0" sz="2900" spc="-45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is</a:t>
            </a:r>
            <a:r>
              <a:rPr dirty="0" sz="2900" spc="-40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talking</a:t>
            </a:r>
            <a:r>
              <a:rPr dirty="0" sz="2900" spc="-45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to</a:t>
            </a:r>
            <a:r>
              <a:rPr dirty="0" sz="2900" spc="-40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Bob</a:t>
            </a:r>
            <a:r>
              <a:rPr dirty="0" sz="2900" spc="-45">
                <a:latin typeface="Times New Roman"/>
                <a:cs typeface="Times New Roman"/>
              </a:rPr>
              <a:t> </a:t>
            </a:r>
            <a:r>
              <a:rPr dirty="0" sz="2900" spc="-10">
                <a:latin typeface="Times New Roman"/>
                <a:cs typeface="Times New Roman"/>
              </a:rPr>
              <a:t>(requires </a:t>
            </a:r>
            <a:r>
              <a:rPr dirty="0" sz="2900">
                <a:latin typeface="Times New Roman"/>
                <a:cs typeface="Times New Roman"/>
              </a:rPr>
              <a:t>traffic</a:t>
            </a:r>
            <a:r>
              <a:rPr dirty="0" sz="2900" spc="-35">
                <a:latin typeface="Times New Roman"/>
                <a:cs typeface="Times New Roman"/>
              </a:rPr>
              <a:t> </a:t>
            </a:r>
            <a:r>
              <a:rPr dirty="0" sz="2900" spc="-10">
                <a:latin typeface="Times New Roman"/>
                <a:cs typeface="Times New Roman"/>
              </a:rPr>
              <a:t>confidentiality)</a:t>
            </a:r>
            <a:endParaRPr sz="29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899209" y="428872"/>
            <a:ext cx="5375275" cy="1416685"/>
          </a:xfrm>
          <a:prstGeom prst="rect"/>
        </p:spPr>
        <p:txBody>
          <a:bodyPr wrap="square" lIns="0" tIns="9525" rIns="0" bIns="0" rtlCol="0" vert="horz">
            <a:spAutoFit/>
          </a:bodyPr>
          <a:lstStyle/>
          <a:p>
            <a:pPr marL="494665" marR="5080" indent="-482600">
              <a:lnSpc>
                <a:spcPct val="100499"/>
              </a:lnSpc>
              <a:spcBef>
                <a:spcPts val="75"/>
              </a:spcBef>
            </a:pPr>
            <a:r>
              <a:rPr dirty="0"/>
              <a:t>Symmetric</a:t>
            </a:r>
            <a:r>
              <a:rPr dirty="0" spc="-70"/>
              <a:t> </a:t>
            </a:r>
            <a:r>
              <a:rPr dirty="0" spc="-10"/>
              <a:t>cryptology: </a:t>
            </a:r>
            <a:r>
              <a:rPr dirty="0"/>
              <a:t>data</a:t>
            </a:r>
            <a:r>
              <a:rPr dirty="0" spc="-75"/>
              <a:t> </a:t>
            </a:r>
            <a:r>
              <a:rPr dirty="0" spc="-10"/>
              <a:t>authentication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643486" y="1902848"/>
            <a:ext cx="6407150" cy="2899410"/>
          </a:xfrm>
          <a:prstGeom prst="rect">
            <a:avLst/>
          </a:prstGeom>
        </p:spPr>
        <p:txBody>
          <a:bodyPr wrap="square" lIns="0" tIns="109855" rIns="0" bIns="0" rtlCol="0" vert="horz">
            <a:spAutoFit/>
          </a:bodyPr>
          <a:lstStyle/>
          <a:p>
            <a:pPr marL="367030" indent="-354330">
              <a:lnSpc>
                <a:spcPct val="100000"/>
              </a:lnSpc>
              <a:spcBef>
                <a:spcPts val="865"/>
              </a:spcBef>
              <a:buChar char="•"/>
              <a:tabLst>
                <a:tab pos="367030" algn="l"/>
              </a:tabLst>
            </a:pPr>
            <a:r>
              <a:rPr dirty="0" sz="3300">
                <a:latin typeface="Times New Roman"/>
                <a:cs typeface="Times New Roman"/>
              </a:rPr>
              <a:t>the</a:t>
            </a:r>
            <a:r>
              <a:rPr dirty="0" sz="3300" spc="-5">
                <a:latin typeface="Times New Roman"/>
                <a:cs typeface="Times New Roman"/>
              </a:rPr>
              <a:t> </a:t>
            </a:r>
            <a:r>
              <a:rPr dirty="0" sz="3300" spc="-10">
                <a:latin typeface="Times New Roman"/>
                <a:cs typeface="Times New Roman"/>
              </a:rPr>
              <a:t>problem</a:t>
            </a:r>
            <a:endParaRPr sz="3300">
              <a:latin typeface="Times New Roman"/>
              <a:cs typeface="Times New Roman"/>
            </a:endParaRPr>
          </a:p>
          <a:p>
            <a:pPr marL="367030" indent="-354330">
              <a:lnSpc>
                <a:spcPct val="100000"/>
              </a:lnSpc>
              <a:spcBef>
                <a:spcPts val="770"/>
              </a:spcBef>
              <a:buChar char="•"/>
              <a:tabLst>
                <a:tab pos="367030" algn="l"/>
              </a:tabLst>
            </a:pPr>
            <a:r>
              <a:rPr dirty="0" sz="3300">
                <a:latin typeface="Times New Roman"/>
                <a:cs typeface="Times New Roman"/>
              </a:rPr>
              <a:t>hash</a:t>
            </a:r>
            <a:r>
              <a:rPr dirty="0" sz="3300" spc="-10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functions</a:t>
            </a:r>
            <a:r>
              <a:rPr dirty="0" sz="3300" spc="-10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without</a:t>
            </a:r>
            <a:r>
              <a:rPr dirty="0" sz="3300" spc="-10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a</a:t>
            </a:r>
            <a:r>
              <a:rPr dirty="0" sz="3300" spc="-10">
                <a:latin typeface="Times New Roman"/>
                <a:cs typeface="Times New Roman"/>
              </a:rPr>
              <a:t> </a:t>
            </a:r>
            <a:r>
              <a:rPr dirty="0" sz="3300" spc="-25">
                <a:latin typeface="Times New Roman"/>
                <a:cs typeface="Times New Roman"/>
              </a:rPr>
              <a:t>key</a:t>
            </a:r>
            <a:endParaRPr sz="3300">
              <a:latin typeface="Times New Roman"/>
              <a:cs typeface="Times New Roman"/>
            </a:endParaRPr>
          </a:p>
          <a:p>
            <a:pPr lvl="1" marL="780415" indent="-294640">
              <a:lnSpc>
                <a:spcPct val="100000"/>
              </a:lnSpc>
              <a:spcBef>
                <a:spcPts val="685"/>
              </a:spcBef>
              <a:buChar char="–"/>
              <a:tabLst>
                <a:tab pos="780415" algn="l"/>
              </a:tabLst>
            </a:pPr>
            <a:r>
              <a:rPr dirty="0" sz="2900">
                <a:latin typeface="Times New Roman"/>
                <a:cs typeface="Times New Roman"/>
              </a:rPr>
              <a:t>MDC:</a:t>
            </a:r>
            <a:r>
              <a:rPr dirty="0" sz="2900" spc="-80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Manipulation</a:t>
            </a:r>
            <a:r>
              <a:rPr dirty="0" sz="2900" spc="-80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Detection</a:t>
            </a:r>
            <a:r>
              <a:rPr dirty="0" sz="2900" spc="-80">
                <a:latin typeface="Times New Roman"/>
                <a:cs typeface="Times New Roman"/>
              </a:rPr>
              <a:t> </a:t>
            </a:r>
            <a:r>
              <a:rPr dirty="0" sz="2900" spc="-10">
                <a:latin typeface="Times New Roman"/>
                <a:cs typeface="Times New Roman"/>
              </a:rPr>
              <a:t>Codes</a:t>
            </a:r>
            <a:endParaRPr sz="2900">
              <a:latin typeface="Times New Roman"/>
              <a:cs typeface="Times New Roman"/>
            </a:endParaRPr>
          </a:p>
          <a:p>
            <a:pPr marL="367030" indent="-354330">
              <a:lnSpc>
                <a:spcPct val="100000"/>
              </a:lnSpc>
              <a:spcBef>
                <a:spcPts val="880"/>
              </a:spcBef>
              <a:buChar char="•"/>
              <a:tabLst>
                <a:tab pos="367030" algn="l"/>
              </a:tabLst>
            </a:pPr>
            <a:r>
              <a:rPr dirty="0" sz="3300">
                <a:latin typeface="Times New Roman"/>
                <a:cs typeface="Times New Roman"/>
              </a:rPr>
              <a:t>hash</a:t>
            </a:r>
            <a:r>
              <a:rPr dirty="0" sz="3300" spc="-1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functions</a:t>
            </a:r>
            <a:r>
              <a:rPr dirty="0" sz="3300" spc="-10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with</a:t>
            </a:r>
            <a:r>
              <a:rPr dirty="0" sz="3300" spc="-10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a</a:t>
            </a:r>
            <a:r>
              <a:rPr dirty="0" sz="3300" spc="-10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secret</a:t>
            </a:r>
            <a:r>
              <a:rPr dirty="0" sz="3300" spc="-10">
                <a:latin typeface="Times New Roman"/>
                <a:cs typeface="Times New Roman"/>
              </a:rPr>
              <a:t> </a:t>
            </a:r>
            <a:r>
              <a:rPr dirty="0" sz="3300" spc="-25">
                <a:latin typeface="Times New Roman"/>
                <a:cs typeface="Times New Roman"/>
              </a:rPr>
              <a:t>key</a:t>
            </a:r>
            <a:endParaRPr sz="3300">
              <a:latin typeface="Times New Roman"/>
              <a:cs typeface="Times New Roman"/>
            </a:endParaRPr>
          </a:p>
          <a:p>
            <a:pPr lvl="1" marL="780415" indent="-294640">
              <a:lnSpc>
                <a:spcPct val="100000"/>
              </a:lnSpc>
              <a:spcBef>
                <a:spcPts val="685"/>
              </a:spcBef>
              <a:buChar char="–"/>
              <a:tabLst>
                <a:tab pos="780415" algn="l"/>
              </a:tabLst>
            </a:pPr>
            <a:r>
              <a:rPr dirty="0" sz="2900">
                <a:latin typeface="Times New Roman"/>
                <a:cs typeface="Times New Roman"/>
              </a:rPr>
              <a:t>MAC:</a:t>
            </a:r>
            <a:r>
              <a:rPr dirty="0" sz="2900" spc="-85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Message</a:t>
            </a:r>
            <a:r>
              <a:rPr dirty="0" sz="2900" spc="-80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Authentication</a:t>
            </a:r>
            <a:r>
              <a:rPr dirty="0" sz="2900" spc="-80">
                <a:latin typeface="Times New Roman"/>
                <a:cs typeface="Times New Roman"/>
              </a:rPr>
              <a:t> </a:t>
            </a:r>
            <a:r>
              <a:rPr dirty="0" sz="2900" spc="-10">
                <a:latin typeface="Times New Roman"/>
                <a:cs typeface="Times New Roman"/>
              </a:rPr>
              <a:t>Codes</a:t>
            </a:r>
            <a:endParaRPr sz="29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83273" y="6731267"/>
            <a:ext cx="209550" cy="2463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50" spc="-25">
                <a:latin typeface="Times New Roman"/>
                <a:cs typeface="Times New Roman"/>
              </a:rPr>
              <a:t>47</a:t>
            </a:r>
            <a:endParaRPr sz="14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775535" y="618181"/>
            <a:ext cx="7622540" cy="72009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Data</a:t>
            </a:r>
            <a:r>
              <a:rPr dirty="0" spc="-85"/>
              <a:t> </a:t>
            </a:r>
            <a:r>
              <a:rPr dirty="0"/>
              <a:t>authentication:</a:t>
            </a:r>
            <a:r>
              <a:rPr dirty="0" spc="-80"/>
              <a:t> </a:t>
            </a:r>
            <a:r>
              <a:rPr dirty="0"/>
              <a:t>the</a:t>
            </a:r>
            <a:r>
              <a:rPr dirty="0" spc="-85"/>
              <a:t> </a:t>
            </a:r>
            <a:r>
              <a:rPr dirty="0" spc="-10"/>
              <a:t>problem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801220" y="1351450"/>
            <a:ext cx="8054975" cy="5367020"/>
          </a:xfrm>
          <a:prstGeom prst="rect">
            <a:avLst/>
          </a:prstGeom>
        </p:spPr>
        <p:txBody>
          <a:bodyPr wrap="square" lIns="0" tIns="109220" rIns="0" bIns="0" rtlCol="0" vert="horz">
            <a:spAutoFit/>
          </a:bodyPr>
          <a:lstStyle/>
          <a:p>
            <a:pPr marL="367030" indent="-354330">
              <a:lnSpc>
                <a:spcPct val="100000"/>
              </a:lnSpc>
              <a:spcBef>
                <a:spcPts val="860"/>
              </a:spcBef>
              <a:buChar char="•"/>
              <a:tabLst>
                <a:tab pos="367030" algn="l"/>
              </a:tabLst>
            </a:pPr>
            <a:r>
              <a:rPr dirty="0" sz="3300">
                <a:latin typeface="Times New Roman"/>
                <a:cs typeface="Times New Roman"/>
              </a:rPr>
              <a:t>encryption</a:t>
            </a:r>
            <a:r>
              <a:rPr dirty="0" sz="3300" spc="-2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provides</a:t>
            </a:r>
            <a:r>
              <a:rPr dirty="0" sz="3300" spc="-15">
                <a:latin typeface="Times New Roman"/>
                <a:cs typeface="Times New Roman"/>
              </a:rPr>
              <a:t> </a:t>
            </a:r>
            <a:r>
              <a:rPr dirty="0" sz="3300" spc="-10">
                <a:latin typeface="Times New Roman"/>
                <a:cs typeface="Times New Roman"/>
              </a:rPr>
              <a:t>confidentiality:</a:t>
            </a:r>
            <a:endParaRPr sz="3300">
              <a:latin typeface="Times New Roman"/>
              <a:cs typeface="Times New Roman"/>
            </a:endParaRPr>
          </a:p>
          <a:p>
            <a:pPr lvl="1" marL="779780" marR="416559" indent="-294640">
              <a:lnSpc>
                <a:spcPct val="102000"/>
              </a:lnSpc>
              <a:spcBef>
                <a:spcPts val="585"/>
              </a:spcBef>
              <a:buChar char="–"/>
              <a:tabLst>
                <a:tab pos="788035" algn="l"/>
              </a:tabLst>
            </a:pPr>
            <a:r>
              <a:rPr dirty="0" sz="2900">
                <a:latin typeface="Times New Roman"/>
                <a:cs typeface="Times New Roman"/>
              </a:rPr>
              <a:t>prevents</a:t>
            </a:r>
            <a:r>
              <a:rPr dirty="0" sz="2900" spc="-50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Eve</a:t>
            </a:r>
            <a:r>
              <a:rPr dirty="0" sz="2900" spc="-50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from</a:t>
            </a:r>
            <a:r>
              <a:rPr dirty="0" sz="2900" spc="-50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learning</a:t>
            </a:r>
            <a:r>
              <a:rPr dirty="0" sz="2900" spc="-50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information</a:t>
            </a:r>
            <a:r>
              <a:rPr dirty="0" sz="2900" spc="-45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on</a:t>
            </a:r>
            <a:r>
              <a:rPr dirty="0" sz="2900" spc="-50">
                <a:latin typeface="Times New Roman"/>
                <a:cs typeface="Times New Roman"/>
              </a:rPr>
              <a:t> </a:t>
            </a:r>
            <a:r>
              <a:rPr dirty="0" sz="2900" spc="-25">
                <a:latin typeface="Times New Roman"/>
                <a:cs typeface="Times New Roman"/>
              </a:rPr>
              <a:t>the </a:t>
            </a:r>
            <a:r>
              <a:rPr dirty="0" sz="2900" spc="-25">
                <a:latin typeface="Times New Roman"/>
                <a:cs typeface="Times New Roman"/>
              </a:rPr>
              <a:t>	</a:t>
            </a:r>
            <a:r>
              <a:rPr dirty="0" sz="2900" spc="-10">
                <a:latin typeface="Times New Roman"/>
                <a:cs typeface="Times New Roman"/>
              </a:rPr>
              <a:t>cleartext/plaintext</a:t>
            </a:r>
            <a:endParaRPr sz="2900">
              <a:latin typeface="Times New Roman"/>
              <a:cs typeface="Times New Roman"/>
            </a:endParaRPr>
          </a:p>
          <a:p>
            <a:pPr lvl="1" marL="779780" marR="7620" indent="-294640">
              <a:lnSpc>
                <a:spcPct val="102000"/>
              </a:lnSpc>
              <a:spcBef>
                <a:spcPts val="560"/>
              </a:spcBef>
              <a:buChar char="–"/>
              <a:tabLst>
                <a:tab pos="788035" algn="l"/>
              </a:tabLst>
            </a:pPr>
            <a:r>
              <a:rPr dirty="0" sz="2900">
                <a:latin typeface="Times New Roman"/>
                <a:cs typeface="Times New Roman"/>
              </a:rPr>
              <a:t>but</a:t>
            </a:r>
            <a:r>
              <a:rPr dirty="0" sz="2900" spc="-45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does</a:t>
            </a:r>
            <a:r>
              <a:rPr dirty="0" sz="2900" spc="-40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not</a:t>
            </a:r>
            <a:r>
              <a:rPr dirty="0" sz="2900" spc="-40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protect</a:t>
            </a:r>
            <a:r>
              <a:rPr dirty="0" sz="2900" spc="-45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against</a:t>
            </a:r>
            <a:r>
              <a:rPr dirty="0" sz="2900" spc="-40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modifications</a:t>
            </a:r>
            <a:r>
              <a:rPr dirty="0" sz="2900" spc="-40">
                <a:latin typeface="Times New Roman"/>
                <a:cs typeface="Times New Roman"/>
              </a:rPr>
              <a:t> </a:t>
            </a:r>
            <a:r>
              <a:rPr dirty="0" sz="2900" spc="-10">
                <a:latin typeface="Times New Roman"/>
                <a:cs typeface="Times New Roman"/>
              </a:rPr>
              <a:t>(active 	eavesdropping)</a:t>
            </a:r>
            <a:endParaRPr sz="2900">
              <a:latin typeface="Times New Roman"/>
              <a:cs typeface="Times New Roman"/>
            </a:endParaRPr>
          </a:p>
          <a:p>
            <a:pPr marL="367030" indent="-354330">
              <a:lnSpc>
                <a:spcPct val="100000"/>
              </a:lnSpc>
              <a:spcBef>
                <a:spcPts val="745"/>
              </a:spcBef>
              <a:buChar char="•"/>
              <a:tabLst>
                <a:tab pos="367030" algn="l"/>
              </a:tabLst>
            </a:pPr>
            <a:r>
              <a:rPr dirty="0" sz="3300">
                <a:latin typeface="Times New Roman"/>
                <a:cs typeface="Times New Roman"/>
              </a:rPr>
              <a:t>Bob</a:t>
            </a:r>
            <a:r>
              <a:rPr dirty="0" sz="3300" spc="-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wants</a:t>
            </a:r>
            <a:r>
              <a:rPr dirty="0" sz="3300" spc="-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to</a:t>
            </a:r>
            <a:r>
              <a:rPr dirty="0" sz="3300" spc="-5">
                <a:latin typeface="Times New Roman"/>
                <a:cs typeface="Times New Roman"/>
              </a:rPr>
              <a:t> </a:t>
            </a:r>
            <a:r>
              <a:rPr dirty="0" sz="3300" spc="-10">
                <a:latin typeface="Times New Roman"/>
                <a:cs typeface="Times New Roman"/>
              </a:rPr>
              <a:t>know:</a:t>
            </a:r>
            <a:endParaRPr sz="3300">
              <a:latin typeface="Times New Roman"/>
              <a:cs typeface="Times New Roman"/>
            </a:endParaRPr>
          </a:p>
          <a:p>
            <a:pPr lvl="1" marL="780415" indent="-294640">
              <a:lnSpc>
                <a:spcPct val="100000"/>
              </a:lnSpc>
              <a:spcBef>
                <a:spcPts val="690"/>
              </a:spcBef>
              <a:buChar char="–"/>
              <a:tabLst>
                <a:tab pos="780415" algn="l"/>
              </a:tabLst>
            </a:pPr>
            <a:r>
              <a:rPr dirty="0" sz="2900">
                <a:latin typeface="Times New Roman"/>
                <a:cs typeface="Times New Roman"/>
              </a:rPr>
              <a:t>the</a:t>
            </a:r>
            <a:r>
              <a:rPr dirty="0" sz="2900" spc="-45">
                <a:latin typeface="Times New Roman"/>
                <a:cs typeface="Times New Roman"/>
              </a:rPr>
              <a:t> </a:t>
            </a:r>
            <a:r>
              <a:rPr dirty="0" sz="2900" b="1">
                <a:solidFill>
                  <a:srgbClr val="FF0000"/>
                </a:solidFill>
                <a:latin typeface="Times New Roman"/>
                <a:cs typeface="Times New Roman"/>
              </a:rPr>
              <a:t>source</a:t>
            </a:r>
            <a:r>
              <a:rPr dirty="0" sz="2900" spc="-40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of</a:t>
            </a:r>
            <a:r>
              <a:rPr dirty="0" sz="2900" spc="-45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the</a:t>
            </a:r>
            <a:r>
              <a:rPr dirty="0" sz="2900" spc="-45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information</a:t>
            </a:r>
            <a:r>
              <a:rPr dirty="0" sz="2900" spc="-45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(data</a:t>
            </a:r>
            <a:r>
              <a:rPr dirty="0" sz="2900" spc="-45">
                <a:latin typeface="Times New Roman"/>
                <a:cs typeface="Times New Roman"/>
              </a:rPr>
              <a:t> </a:t>
            </a:r>
            <a:r>
              <a:rPr dirty="0" sz="2900" spc="-10">
                <a:latin typeface="Times New Roman"/>
                <a:cs typeface="Times New Roman"/>
              </a:rPr>
              <a:t>origin)</a:t>
            </a:r>
            <a:endParaRPr sz="2900">
              <a:latin typeface="Times New Roman"/>
              <a:cs typeface="Times New Roman"/>
            </a:endParaRPr>
          </a:p>
          <a:p>
            <a:pPr lvl="1" marL="780415" indent="-294640">
              <a:lnSpc>
                <a:spcPct val="100000"/>
              </a:lnSpc>
              <a:spcBef>
                <a:spcPts val="765"/>
              </a:spcBef>
              <a:buChar char="–"/>
              <a:tabLst>
                <a:tab pos="780415" algn="l"/>
              </a:tabLst>
            </a:pPr>
            <a:r>
              <a:rPr dirty="0" sz="2900">
                <a:latin typeface="Times New Roman"/>
                <a:cs typeface="Times New Roman"/>
              </a:rPr>
              <a:t>that</a:t>
            </a:r>
            <a:r>
              <a:rPr dirty="0" sz="2900" spc="-45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the</a:t>
            </a:r>
            <a:r>
              <a:rPr dirty="0" sz="2900" spc="-45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information</a:t>
            </a:r>
            <a:r>
              <a:rPr dirty="0" sz="2900" spc="-45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has</a:t>
            </a:r>
            <a:r>
              <a:rPr dirty="0" sz="2900" spc="-45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not</a:t>
            </a:r>
            <a:r>
              <a:rPr dirty="0" sz="2900" spc="-40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been</a:t>
            </a:r>
            <a:r>
              <a:rPr dirty="0" sz="2900" spc="-45">
                <a:latin typeface="Times New Roman"/>
                <a:cs typeface="Times New Roman"/>
              </a:rPr>
              <a:t> </a:t>
            </a:r>
            <a:r>
              <a:rPr dirty="0" sz="2900" spc="-10" b="1">
                <a:solidFill>
                  <a:srgbClr val="FF0000"/>
                </a:solidFill>
                <a:latin typeface="Times New Roman"/>
                <a:cs typeface="Times New Roman"/>
              </a:rPr>
              <a:t>modified</a:t>
            </a:r>
            <a:endParaRPr sz="2900">
              <a:latin typeface="Times New Roman"/>
              <a:cs typeface="Times New Roman"/>
            </a:endParaRPr>
          </a:p>
          <a:p>
            <a:pPr lvl="1" marL="780415" indent="-294640">
              <a:lnSpc>
                <a:spcPct val="100000"/>
              </a:lnSpc>
              <a:spcBef>
                <a:spcPts val="660"/>
              </a:spcBef>
              <a:buChar char="–"/>
              <a:tabLst>
                <a:tab pos="780415" algn="l"/>
              </a:tabLst>
            </a:pPr>
            <a:r>
              <a:rPr dirty="0" sz="2900">
                <a:latin typeface="Times New Roman"/>
                <a:cs typeface="Times New Roman"/>
              </a:rPr>
              <a:t>(optionally)</a:t>
            </a:r>
            <a:r>
              <a:rPr dirty="0" sz="2900" spc="-65">
                <a:latin typeface="Times New Roman"/>
                <a:cs typeface="Times New Roman"/>
              </a:rPr>
              <a:t> </a:t>
            </a:r>
            <a:r>
              <a:rPr dirty="0" sz="2900" b="1">
                <a:solidFill>
                  <a:srgbClr val="FF0000"/>
                </a:solidFill>
                <a:latin typeface="Times New Roman"/>
                <a:cs typeface="Times New Roman"/>
              </a:rPr>
              <a:t>timeliness</a:t>
            </a:r>
            <a:r>
              <a:rPr dirty="0" sz="2900" spc="-60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and</a:t>
            </a:r>
            <a:r>
              <a:rPr dirty="0" sz="2900" spc="-60">
                <a:latin typeface="Times New Roman"/>
                <a:cs typeface="Times New Roman"/>
              </a:rPr>
              <a:t> </a:t>
            </a:r>
            <a:r>
              <a:rPr dirty="0" sz="2900" spc="-10" b="1">
                <a:solidFill>
                  <a:srgbClr val="FF0000"/>
                </a:solidFill>
                <a:latin typeface="Times New Roman"/>
                <a:cs typeface="Times New Roman"/>
              </a:rPr>
              <a:t>sequence</a:t>
            </a:r>
            <a:endParaRPr sz="2900">
              <a:latin typeface="Times New Roman"/>
              <a:cs typeface="Times New Roman"/>
            </a:endParaRPr>
          </a:p>
          <a:p>
            <a:pPr marL="367030" indent="-354330">
              <a:lnSpc>
                <a:spcPct val="100000"/>
              </a:lnSpc>
              <a:spcBef>
                <a:spcPts val="775"/>
              </a:spcBef>
              <a:buChar char="•"/>
              <a:tabLst>
                <a:tab pos="367030" algn="l"/>
              </a:tabLst>
            </a:pPr>
            <a:r>
              <a:rPr dirty="0" sz="3300">
                <a:latin typeface="Times New Roman"/>
                <a:cs typeface="Times New Roman"/>
              </a:rPr>
              <a:t>data</a:t>
            </a:r>
            <a:r>
              <a:rPr dirty="0" sz="3300" spc="-30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authentication</a:t>
            </a:r>
            <a:r>
              <a:rPr dirty="0" sz="3300" spc="-20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is</a:t>
            </a:r>
            <a:r>
              <a:rPr dirty="0" sz="3300" spc="-20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typically</a:t>
            </a:r>
            <a:r>
              <a:rPr dirty="0" sz="3300" spc="-20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more</a:t>
            </a:r>
            <a:r>
              <a:rPr dirty="0" sz="3300" spc="-15">
                <a:latin typeface="Times New Roman"/>
                <a:cs typeface="Times New Roman"/>
              </a:rPr>
              <a:t> </a:t>
            </a:r>
            <a:r>
              <a:rPr dirty="0" sz="3300" spc="-10">
                <a:latin typeface="Times New Roman"/>
                <a:cs typeface="Times New Roman"/>
              </a:rPr>
              <a:t>complex</a:t>
            </a:r>
            <a:endParaRPr sz="33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156122" y="6691828"/>
            <a:ext cx="4114165" cy="5302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3300">
                <a:latin typeface="Times New Roman"/>
                <a:cs typeface="Times New Roman"/>
              </a:rPr>
              <a:t>than</a:t>
            </a:r>
            <a:r>
              <a:rPr dirty="0" sz="3300" spc="-20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data</a:t>
            </a:r>
            <a:r>
              <a:rPr dirty="0" sz="3300" spc="-10">
                <a:latin typeface="Times New Roman"/>
                <a:cs typeface="Times New Roman"/>
              </a:rPr>
              <a:t> confidentiality</a:t>
            </a:r>
            <a:endParaRPr sz="33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083273" y="6731267"/>
            <a:ext cx="209550" cy="2463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50" spc="-25">
                <a:latin typeface="Times New Roman"/>
                <a:cs typeface="Times New Roman"/>
              </a:rPr>
              <a:t>48</a:t>
            </a:r>
            <a:endParaRPr sz="14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944911" y="514488"/>
            <a:ext cx="7188200" cy="593725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700"/>
              <a:t>Data</a:t>
            </a:r>
            <a:r>
              <a:rPr dirty="0" sz="3700" spc="-25"/>
              <a:t> </a:t>
            </a:r>
            <a:r>
              <a:rPr dirty="0" sz="3700"/>
              <a:t>authentication:</a:t>
            </a:r>
            <a:r>
              <a:rPr dirty="0" sz="3700" spc="-15"/>
              <a:t> </a:t>
            </a:r>
            <a:r>
              <a:rPr dirty="0" sz="3700"/>
              <a:t>MAC</a:t>
            </a:r>
            <a:r>
              <a:rPr dirty="0" sz="3700" spc="-10"/>
              <a:t> algorithms</a:t>
            </a:r>
            <a:endParaRPr sz="3700"/>
          </a:p>
        </p:txBody>
      </p:sp>
      <p:sp>
        <p:nvSpPr>
          <p:cNvPr id="3" name="object 3"/>
          <p:cNvSpPr txBox="1"/>
          <p:nvPr/>
        </p:nvSpPr>
        <p:spPr>
          <a:xfrm>
            <a:off x="7321909" y="1914812"/>
            <a:ext cx="2077720" cy="1096645"/>
          </a:xfrm>
          <a:prstGeom prst="rect">
            <a:avLst/>
          </a:prstGeom>
        </p:spPr>
        <p:txBody>
          <a:bodyPr wrap="square" lIns="0" tIns="106045" rIns="0" bIns="0" rtlCol="0" vert="horz">
            <a:spAutoFit/>
          </a:bodyPr>
          <a:lstStyle/>
          <a:p>
            <a:pPr marL="367030" indent="-354330">
              <a:lnSpc>
                <a:spcPct val="100000"/>
              </a:lnSpc>
              <a:spcBef>
                <a:spcPts val="835"/>
              </a:spcBef>
              <a:buChar char="•"/>
              <a:tabLst>
                <a:tab pos="367030" algn="l"/>
              </a:tabLst>
            </a:pPr>
            <a:r>
              <a:rPr dirty="0" sz="2900" spc="-30">
                <a:solidFill>
                  <a:srgbClr val="0533E9"/>
                </a:solidFill>
                <a:latin typeface="Times New Roman"/>
                <a:cs typeface="Times New Roman"/>
              </a:rPr>
              <a:t>CBC-</a:t>
            </a:r>
            <a:r>
              <a:rPr dirty="0" sz="2900" spc="-25">
                <a:solidFill>
                  <a:srgbClr val="0533E9"/>
                </a:solidFill>
                <a:latin typeface="Times New Roman"/>
                <a:cs typeface="Times New Roman"/>
              </a:rPr>
              <a:t>MAC</a:t>
            </a:r>
            <a:endParaRPr sz="2900">
              <a:latin typeface="Times New Roman"/>
              <a:cs typeface="Times New Roman"/>
            </a:endParaRPr>
          </a:p>
          <a:p>
            <a:pPr marL="367030" indent="-354330">
              <a:lnSpc>
                <a:spcPct val="100000"/>
              </a:lnSpc>
              <a:spcBef>
                <a:spcPts val="735"/>
              </a:spcBef>
              <a:buChar char="•"/>
              <a:tabLst>
                <a:tab pos="367030" algn="l"/>
              </a:tabLst>
            </a:pPr>
            <a:r>
              <a:rPr dirty="0" sz="2900" spc="-20">
                <a:solidFill>
                  <a:srgbClr val="0533E9"/>
                </a:solidFill>
                <a:latin typeface="Times New Roman"/>
                <a:cs typeface="Times New Roman"/>
              </a:rPr>
              <a:t>HMAC</a:t>
            </a:r>
            <a:endParaRPr sz="290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291574" y="5910795"/>
            <a:ext cx="584200" cy="1112520"/>
            <a:chOff x="6291574" y="5910795"/>
            <a:chExt cx="584200" cy="1112520"/>
          </a:xfrm>
        </p:grpSpPr>
        <p:sp>
          <p:nvSpPr>
            <p:cNvPr id="5" name="object 5"/>
            <p:cNvSpPr/>
            <p:nvPr/>
          </p:nvSpPr>
          <p:spPr>
            <a:xfrm>
              <a:off x="6291574" y="5910795"/>
              <a:ext cx="569595" cy="1106170"/>
            </a:xfrm>
            <a:custGeom>
              <a:avLst/>
              <a:gdLst/>
              <a:ahLst/>
              <a:cxnLst/>
              <a:rect l="l" t="t" r="r" b="b"/>
              <a:pathLst>
                <a:path w="569595" h="1106170">
                  <a:moveTo>
                    <a:pt x="310555" y="1105566"/>
                  </a:moveTo>
                  <a:lnTo>
                    <a:pt x="213673" y="1023992"/>
                  </a:lnTo>
                  <a:lnTo>
                    <a:pt x="248179" y="1000780"/>
                  </a:lnTo>
                  <a:lnTo>
                    <a:pt x="248179" y="973588"/>
                  </a:lnTo>
                  <a:lnTo>
                    <a:pt x="213673" y="949049"/>
                  </a:lnTo>
                  <a:lnTo>
                    <a:pt x="248179" y="927827"/>
                  </a:lnTo>
                  <a:lnTo>
                    <a:pt x="242870" y="919205"/>
                  </a:lnTo>
                  <a:lnTo>
                    <a:pt x="213009" y="899972"/>
                  </a:lnTo>
                  <a:lnTo>
                    <a:pt x="207700" y="838957"/>
                  </a:lnTo>
                  <a:lnTo>
                    <a:pt x="203719" y="832988"/>
                  </a:lnTo>
                  <a:lnTo>
                    <a:pt x="248842" y="797838"/>
                  </a:lnTo>
                  <a:lnTo>
                    <a:pt x="248842" y="767331"/>
                  </a:lnTo>
                  <a:lnTo>
                    <a:pt x="213009" y="731517"/>
                  </a:lnTo>
                  <a:lnTo>
                    <a:pt x="248179" y="699683"/>
                  </a:lnTo>
                  <a:lnTo>
                    <a:pt x="248179" y="667849"/>
                  </a:lnTo>
                  <a:lnTo>
                    <a:pt x="213673" y="626731"/>
                  </a:lnTo>
                  <a:lnTo>
                    <a:pt x="207037" y="559747"/>
                  </a:lnTo>
                  <a:lnTo>
                    <a:pt x="165231" y="559747"/>
                  </a:lnTo>
                  <a:lnTo>
                    <a:pt x="165231" y="469550"/>
                  </a:lnTo>
                  <a:lnTo>
                    <a:pt x="140015" y="469550"/>
                  </a:lnTo>
                  <a:lnTo>
                    <a:pt x="140015" y="390629"/>
                  </a:lnTo>
                  <a:lnTo>
                    <a:pt x="112145" y="390629"/>
                  </a:lnTo>
                  <a:lnTo>
                    <a:pt x="99536" y="352826"/>
                  </a:lnTo>
                  <a:lnTo>
                    <a:pt x="43132" y="352826"/>
                  </a:lnTo>
                  <a:lnTo>
                    <a:pt x="43132" y="319666"/>
                  </a:lnTo>
                  <a:lnTo>
                    <a:pt x="0" y="319666"/>
                  </a:lnTo>
                  <a:lnTo>
                    <a:pt x="0" y="163812"/>
                  </a:lnTo>
                  <a:lnTo>
                    <a:pt x="42469" y="163812"/>
                  </a:lnTo>
                  <a:lnTo>
                    <a:pt x="42469" y="141263"/>
                  </a:lnTo>
                  <a:lnTo>
                    <a:pt x="90246" y="141263"/>
                  </a:lnTo>
                  <a:lnTo>
                    <a:pt x="101527" y="131315"/>
                  </a:lnTo>
                  <a:lnTo>
                    <a:pt x="112808" y="106113"/>
                  </a:lnTo>
                  <a:lnTo>
                    <a:pt x="140015" y="106113"/>
                  </a:lnTo>
                  <a:lnTo>
                    <a:pt x="204382" y="0"/>
                  </a:lnTo>
                  <a:lnTo>
                    <a:pt x="376250" y="0"/>
                  </a:lnTo>
                  <a:lnTo>
                    <a:pt x="350843" y="33166"/>
                  </a:lnTo>
                  <a:lnTo>
                    <a:pt x="343590" y="42445"/>
                  </a:lnTo>
                  <a:lnTo>
                    <a:pt x="243534" y="42445"/>
                  </a:lnTo>
                  <a:lnTo>
                    <a:pt x="205709" y="110092"/>
                  </a:lnTo>
                  <a:lnTo>
                    <a:pt x="470405" y="110092"/>
                  </a:lnTo>
                  <a:lnTo>
                    <a:pt x="480432" y="141926"/>
                  </a:lnTo>
                  <a:lnTo>
                    <a:pt x="531528" y="141926"/>
                  </a:lnTo>
                  <a:lnTo>
                    <a:pt x="532104" y="163812"/>
                  </a:lnTo>
                  <a:lnTo>
                    <a:pt x="532191" y="167128"/>
                  </a:lnTo>
                  <a:lnTo>
                    <a:pt x="551435" y="167791"/>
                  </a:lnTo>
                  <a:lnTo>
                    <a:pt x="569352" y="167791"/>
                  </a:lnTo>
                  <a:lnTo>
                    <a:pt x="569352" y="322318"/>
                  </a:lnTo>
                  <a:lnTo>
                    <a:pt x="531528" y="322982"/>
                  </a:lnTo>
                  <a:lnTo>
                    <a:pt x="530919" y="352826"/>
                  </a:lnTo>
                  <a:lnTo>
                    <a:pt x="530864" y="355479"/>
                  </a:lnTo>
                  <a:lnTo>
                    <a:pt x="482423" y="355479"/>
                  </a:lnTo>
                  <a:lnTo>
                    <a:pt x="468488" y="393945"/>
                  </a:lnTo>
                  <a:lnTo>
                    <a:pt x="441944" y="394608"/>
                  </a:lnTo>
                  <a:lnTo>
                    <a:pt x="440038" y="469550"/>
                  </a:lnTo>
                  <a:lnTo>
                    <a:pt x="439954" y="472866"/>
                  </a:lnTo>
                  <a:lnTo>
                    <a:pt x="422037" y="472866"/>
                  </a:lnTo>
                  <a:lnTo>
                    <a:pt x="416064" y="484804"/>
                  </a:lnTo>
                  <a:lnTo>
                    <a:pt x="416064" y="563063"/>
                  </a:lnTo>
                  <a:lnTo>
                    <a:pt x="384213" y="563726"/>
                  </a:lnTo>
                  <a:lnTo>
                    <a:pt x="385634" y="899972"/>
                  </a:lnTo>
                  <a:lnTo>
                    <a:pt x="385752" y="927827"/>
                  </a:lnTo>
                  <a:lnTo>
                    <a:pt x="385842" y="949049"/>
                  </a:lnTo>
                  <a:lnTo>
                    <a:pt x="385946" y="973588"/>
                  </a:lnTo>
                  <a:lnTo>
                    <a:pt x="386061" y="1000780"/>
                  </a:lnTo>
                  <a:lnTo>
                    <a:pt x="386159" y="1023992"/>
                  </a:lnTo>
                  <a:lnTo>
                    <a:pt x="386204" y="1034603"/>
                  </a:lnTo>
                  <a:lnTo>
                    <a:pt x="310555" y="1105566"/>
                  </a:lnTo>
                  <a:close/>
                </a:path>
                <a:path w="569595" h="1106170">
                  <a:moveTo>
                    <a:pt x="470405" y="110092"/>
                  </a:moveTo>
                  <a:lnTo>
                    <a:pt x="378240" y="110092"/>
                  </a:lnTo>
                  <a:lnTo>
                    <a:pt x="343071" y="43108"/>
                  </a:lnTo>
                  <a:lnTo>
                    <a:pt x="343590" y="42445"/>
                  </a:lnTo>
                  <a:lnTo>
                    <a:pt x="343735" y="42445"/>
                  </a:lnTo>
                  <a:lnTo>
                    <a:pt x="350843" y="33166"/>
                  </a:lnTo>
                  <a:lnTo>
                    <a:pt x="376250" y="663"/>
                  </a:lnTo>
                  <a:lnTo>
                    <a:pt x="436636" y="105449"/>
                  </a:lnTo>
                  <a:lnTo>
                    <a:pt x="469151" y="106113"/>
                  </a:lnTo>
                  <a:lnTo>
                    <a:pt x="470405" y="110092"/>
                  </a:lnTo>
                  <a:close/>
                </a:path>
              </a:pathLst>
            </a:custGeom>
            <a:solidFill>
              <a:srgbClr val="FF9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6305509" y="5916763"/>
              <a:ext cx="570230" cy="1106805"/>
            </a:xfrm>
            <a:custGeom>
              <a:avLst/>
              <a:gdLst/>
              <a:ahLst/>
              <a:cxnLst/>
              <a:rect l="l" t="t" r="r" b="b"/>
              <a:pathLst>
                <a:path w="570229" h="1106804">
                  <a:moveTo>
                    <a:pt x="310556" y="1106230"/>
                  </a:moveTo>
                  <a:lnTo>
                    <a:pt x="213673" y="1023992"/>
                  </a:lnTo>
                  <a:lnTo>
                    <a:pt x="248179" y="1000780"/>
                  </a:lnTo>
                  <a:lnTo>
                    <a:pt x="248179" y="973588"/>
                  </a:lnTo>
                  <a:lnTo>
                    <a:pt x="213673" y="949049"/>
                  </a:lnTo>
                  <a:lnTo>
                    <a:pt x="248179" y="927827"/>
                  </a:lnTo>
                  <a:lnTo>
                    <a:pt x="242870" y="919205"/>
                  </a:lnTo>
                  <a:lnTo>
                    <a:pt x="213009" y="899972"/>
                  </a:lnTo>
                  <a:lnTo>
                    <a:pt x="207700" y="838957"/>
                  </a:lnTo>
                  <a:lnTo>
                    <a:pt x="203719" y="833651"/>
                  </a:lnTo>
                  <a:lnTo>
                    <a:pt x="248842" y="797838"/>
                  </a:lnTo>
                  <a:lnTo>
                    <a:pt x="248842" y="767331"/>
                  </a:lnTo>
                  <a:lnTo>
                    <a:pt x="213009" y="731517"/>
                  </a:lnTo>
                  <a:lnTo>
                    <a:pt x="248179" y="699683"/>
                  </a:lnTo>
                  <a:lnTo>
                    <a:pt x="248179" y="667849"/>
                  </a:lnTo>
                  <a:lnTo>
                    <a:pt x="213673" y="626731"/>
                  </a:lnTo>
                  <a:lnTo>
                    <a:pt x="207037" y="559747"/>
                  </a:lnTo>
                  <a:lnTo>
                    <a:pt x="165231" y="559747"/>
                  </a:lnTo>
                  <a:lnTo>
                    <a:pt x="165231" y="469550"/>
                  </a:lnTo>
                  <a:lnTo>
                    <a:pt x="140679" y="469550"/>
                  </a:lnTo>
                  <a:lnTo>
                    <a:pt x="140679" y="390629"/>
                  </a:lnTo>
                  <a:lnTo>
                    <a:pt x="112145" y="390629"/>
                  </a:lnTo>
                  <a:lnTo>
                    <a:pt x="99536" y="352826"/>
                  </a:lnTo>
                  <a:lnTo>
                    <a:pt x="43132" y="352826"/>
                  </a:lnTo>
                  <a:lnTo>
                    <a:pt x="43132" y="319666"/>
                  </a:lnTo>
                  <a:lnTo>
                    <a:pt x="0" y="319666"/>
                  </a:lnTo>
                  <a:lnTo>
                    <a:pt x="0" y="163812"/>
                  </a:lnTo>
                  <a:lnTo>
                    <a:pt x="42469" y="163812"/>
                  </a:lnTo>
                  <a:lnTo>
                    <a:pt x="42469" y="141263"/>
                  </a:lnTo>
                  <a:lnTo>
                    <a:pt x="90246" y="141263"/>
                  </a:lnTo>
                  <a:lnTo>
                    <a:pt x="101527" y="131315"/>
                  </a:lnTo>
                  <a:lnTo>
                    <a:pt x="112808" y="106113"/>
                  </a:lnTo>
                  <a:lnTo>
                    <a:pt x="140679" y="106113"/>
                  </a:lnTo>
                  <a:lnTo>
                    <a:pt x="204382" y="0"/>
                  </a:lnTo>
                  <a:lnTo>
                    <a:pt x="376250" y="0"/>
                  </a:lnTo>
                  <a:lnTo>
                    <a:pt x="350846" y="33162"/>
                  </a:lnTo>
                  <a:lnTo>
                    <a:pt x="343589" y="42445"/>
                  </a:lnTo>
                  <a:lnTo>
                    <a:pt x="243533" y="42445"/>
                  </a:lnTo>
                  <a:lnTo>
                    <a:pt x="205709" y="110092"/>
                  </a:lnTo>
                  <a:lnTo>
                    <a:pt x="470405" y="110092"/>
                  </a:lnTo>
                  <a:lnTo>
                    <a:pt x="480432" y="141926"/>
                  </a:lnTo>
                  <a:lnTo>
                    <a:pt x="531528" y="141926"/>
                  </a:lnTo>
                  <a:lnTo>
                    <a:pt x="532104" y="163812"/>
                  </a:lnTo>
                  <a:lnTo>
                    <a:pt x="532191" y="167128"/>
                  </a:lnTo>
                  <a:lnTo>
                    <a:pt x="551436" y="167791"/>
                  </a:lnTo>
                  <a:lnTo>
                    <a:pt x="570016" y="167791"/>
                  </a:lnTo>
                  <a:lnTo>
                    <a:pt x="570016" y="322318"/>
                  </a:lnTo>
                  <a:lnTo>
                    <a:pt x="531528" y="322982"/>
                  </a:lnTo>
                  <a:lnTo>
                    <a:pt x="530918" y="352826"/>
                  </a:lnTo>
                  <a:lnTo>
                    <a:pt x="530864" y="355479"/>
                  </a:lnTo>
                  <a:lnTo>
                    <a:pt x="482423" y="355479"/>
                  </a:lnTo>
                  <a:lnTo>
                    <a:pt x="468488" y="393945"/>
                  </a:lnTo>
                  <a:lnTo>
                    <a:pt x="441945" y="394608"/>
                  </a:lnTo>
                  <a:lnTo>
                    <a:pt x="440038" y="469550"/>
                  </a:lnTo>
                  <a:lnTo>
                    <a:pt x="439953" y="472866"/>
                  </a:lnTo>
                  <a:lnTo>
                    <a:pt x="422037" y="472866"/>
                  </a:lnTo>
                  <a:lnTo>
                    <a:pt x="417392" y="479499"/>
                  </a:lnTo>
                  <a:lnTo>
                    <a:pt x="417392" y="563726"/>
                  </a:lnTo>
                  <a:lnTo>
                    <a:pt x="384213" y="563726"/>
                  </a:lnTo>
                  <a:lnTo>
                    <a:pt x="385634" y="899972"/>
                  </a:lnTo>
                  <a:lnTo>
                    <a:pt x="385752" y="927827"/>
                  </a:lnTo>
                  <a:lnTo>
                    <a:pt x="385842" y="949049"/>
                  </a:lnTo>
                  <a:lnTo>
                    <a:pt x="385946" y="973588"/>
                  </a:lnTo>
                  <a:lnTo>
                    <a:pt x="386061" y="1000780"/>
                  </a:lnTo>
                  <a:lnTo>
                    <a:pt x="386159" y="1023992"/>
                  </a:lnTo>
                  <a:lnTo>
                    <a:pt x="386204" y="1034603"/>
                  </a:lnTo>
                  <a:lnTo>
                    <a:pt x="310556" y="1106230"/>
                  </a:lnTo>
                  <a:close/>
                </a:path>
                <a:path w="570229" h="1106804">
                  <a:moveTo>
                    <a:pt x="470405" y="110092"/>
                  </a:moveTo>
                  <a:lnTo>
                    <a:pt x="378241" y="110092"/>
                  </a:lnTo>
                  <a:lnTo>
                    <a:pt x="343071" y="43108"/>
                  </a:lnTo>
                  <a:lnTo>
                    <a:pt x="343589" y="42445"/>
                  </a:lnTo>
                  <a:lnTo>
                    <a:pt x="343734" y="42445"/>
                  </a:lnTo>
                  <a:lnTo>
                    <a:pt x="350846" y="33162"/>
                  </a:lnTo>
                  <a:lnTo>
                    <a:pt x="376250" y="663"/>
                  </a:lnTo>
                  <a:lnTo>
                    <a:pt x="437299" y="105450"/>
                  </a:lnTo>
                  <a:lnTo>
                    <a:pt x="469152" y="106113"/>
                  </a:lnTo>
                  <a:lnTo>
                    <a:pt x="470405" y="110092"/>
                  </a:lnTo>
                  <a:close/>
                </a:path>
              </a:pathLst>
            </a:custGeom>
            <a:solidFill>
              <a:srgbClr val="BF7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6385138" y="6094503"/>
              <a:ext cx="403225" cy="127000"/>
            </a:xfrm>
            <a:custGeom>
              <a:avLst/>
              <a:gdLst/>
              <a:ahLst/>
              <a:cxnLst/>
              <a:rect l="l" t="t" r="r" b="b"/>
              <a:pathLst>
                <a:path w="403225" h="127000">
                  <a:moveTo>
                    <a:pt x="32515" y="126672"/>
                  </a:moveTo>
                  <a:lnTo>
                    <a:pt x="0" y="65657"/>
                  </a:lnTo>
                  <a:lnTo>
                    <a:pt x="35169" y="0"/>
                  </a:lnTo>
                  <a:lnTo>
                    <a:pt x="402793" y="0"/>
                  </a:lnTo>
                  <a:lnTo>
                    <a:pt x="399476" y="4642"/>
                  </a:lnTo>
                  <a:lnTo>
                    <a:pt x="39151" y="4642"/>
                  </a:lnTo>
                  <a:lnTo>
                    <a:pt x="6636" y="65657"/>
                  </a:lnTo>
                  <a:lnTo>
                    <a:pt x="38487" y="122693"/>
                  </a:lnTo>
                  <a:lnTo>
                    <a:pt x="32515" y="126672"/>
                  </a:lnTo>
                  <a:close/>
                </a:path>
              </a:pathLst>
            </a:custGeom>
            <a:solidFill>
              <a:srgbClr val="BF7F3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6350622" y="6050076"/>
              <a:ext cx="483870" cy="946785"/>
            </a:xfrm>
            <a:custGeom>
              <a:avLst/>
              <a:gdLst/>
              <a:ahLst/>
              <a:cxnLst/>
              <a:rect l="l" t="t" r="r" b="b"/>
              <a:pathLst>
                <a:path w="483870" h="946784">
                  <a:moveTo>
                    <a:pt x="233591" y="340880"/>
                  </a:moveTo>
                  <a:lnTo>
                    <a:pt x="220980" y="359460"/>
                  </a:lnTo>
                  <a:lnTo>
                    <a:pt x="222300" y="935786"/>
                  </a:lnTo>
                  <a:lnTo>
                    <a:pt x="232918" y="945070"/>
                  </a:lnTo>
                  <a:lnTo>
                    <a:pt x="233591" y="340880"/>
                  </a:lnTo>
                  <a:close/>
                </a:path>
                <a:path w="483870" h="946784">
                  <a:moveTo>
                    <a:pt x="301929" y="936447"/>
                  </a:moveTo>
                  <a:lnTo>
                    <a:pt x="299948" y="356806"/>
                  </a:lnTo>
                  <a:lnTo>
                    <a:pt x="290652" y="404558"/>
                  </a:lnTo>
                  <a:lnTo>
                    <a:pt x="291985" y="946391"/>
                  </a:lnTo>
                  <a:lnTo>
                    <a:pt x="301929" y="936447"/>
                  </a:lnTo>
                  <a:close/>
                </a:path>
                <a:path w="483870" h="946784">
                  <a:moveTo>
                    <a:pt x="425361" y="0"/>
                  </a:moveTo>
                  <a:lnTo>
                    <a:pt x="47777" y="0"/>
                  </a:lnTo>
                  <a:lnTo>
                    <a:pt x="47777" y="6629"/>
                  </a:lnTo>
                  <a:lnTo>
                    <a:pt x="425361" y="6629"/>
                  </a:lnTo>
                  <a:lnTo>
                    <a:pt x="425361" y="0"/>
                  </a:lnTo>
                  <a:close/>
                </a:path>
                <a:path w="483870" h="946784">
                  <a:moveTo>
                    <a:pt x="469150" y="104127"/>
                  </a:moveTo>
                  <a:lnTo>
                    <a:pt x="436638" y="43764"/>
                  </a:lnTo>
                  <a:lnTo>
                    <a:pt x="430669" y="47752"/>
                  </a:lnTo>
                  <a:lnTo>
                    <a:pt x="462521" y="104127"/>
                  </a:lnTo>
                  <a:lnTo>
                    <a:pt x="430009" y="165798"/>
                  </a:lnTo>
                  <a:lnTo>
                    <a:pt x="69684" y="165798"/>
                  </a:lnTo>
                  <a:lnTo>
                    <a:pt x="66357" y="170446"/>
                  </a:lnTo>
                  <a:lnTo>
                    <a:pt x="433984" y="170446"/>
                  </a:lnTo>
                  <a:lnTo>
                    <a:pt x="469150" y="104127"/>
                  </a:lnTo>
                  <a:close/>
                </a:path>
                <a:path w="483870" h="946784">
                  <a:moveTo>
                    <a:pt x="483755" y="25196"/>
                  </a:moveTo>
                  <a:lnTo>
                    <a:pt x="0" y="25196"/>
                  </a:lnTo>
                  <a:lnTo>
                    <a:pt x="0" y="31165"/>
                  </a:lnTo>
                  <a:lnTo>
                    <a:pt x="483755" y="31165"/>
                  </a:lnTo>
                  <a:lnTo>
                    <a:pt x="483755" y="25196"/>
                  </a:lnTo>
                  <a:close/>
                </a:path>
              </a:pathLst>
            </a:custGeom>
            <a:solidFill>
              <a:srgbClr val="FF9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6349962" y="6237757"/>
              <a:ext cx="486409" cy="784225"/>
            </a:xfrm>
            <a:custGeom>
              <a:avLst/>
              <a:gdLst/>
              <a:ahLst/>
              <a:cxnLst/>
              <a:rect l="l" t="t" r="r" b="b"/>
              <a:pathLst>
                <a:path w="486409" h="784225">
                  <a:moveTo>
                    <a:pt x="300609" y="170446"/>
                  </a:moveTo>
                  <a:lnTo>
                    <a:pt x="263448" y="234784"/>
                  </a:lnTo>
                  <a:lnTo>
                    <a:pt x="266103" y="783920"/>
                  </a:lnTo>
                  <a:lnTo>
                    <a:pt x="277380" y="772642"/>
                  </a:lnTo>
                  <a:lnTo>
                    <a:pt x="277380" y="244729"/>
                  </a:lnTo>
                  <a:lnTo>
                    <a:pt x="291973" y="210235"/>
                  </a:lnTo>
                  <a:lnTo>
                    <a:pt x="300609" y="170446"/>
                  </a:lnTo>
                  <a:close/>
                </a:path>
                <a:path w="486409" h="784225">
                  <a:moveTo>
                    <a:pt x="380238" y="147904"/>
                  </a:moveTo>
                  <a:lnTo>
                    <a:pt x="120777" y="147904"/>
                  </a:lnTo>
                  <a:lnTo>
                    <a:pt x="120777" y="158508"/>
                  </a:lnTo>
                  <a:lnTo>
                    <a:pt x="147320" y="158508"/>
                  </a:lnTo>
                  <a:lnTo>
                    <a:pt x="147320" y="219532"/>
                  </a:lnTo>
                  <a:lnTo>
                    <a:pt x="164566" y="240080"/>
                  </a:lnTo>
                  <a:lnTo>
                    <a:pt x="169875" y="175755"/>
                  </a:lnTo>
                  <a:lnTo>
                    <a:pt x="221640" y="175755"/>
                  </a:lnTo>
                  <a:lnTo>
                    <a:pt x="233578" y="158508"/>
                  </a:lnTo>
                  <a:lnTo>
                    <a:pt x="373595" y="158508"/>
                  </a:lnTo>
                  <a:lnTo>
                    <a:pt x="380238" y="147904"/>
                  </a:lnTo>
                  <a:close/>
                </a:path>
                <a:path w="486409" h="784225">
                  <a:moveTo>
                    <a:pt x="396824" y="72961"/>
                  </a:moveTo>
                  <a:lnTo>
                    <a:pt x="99542" y="72961"/>
                  </a:lnTo>
                  <a:lnTo>
                    <a:pt x="99542" y="86220"/>
                  </a:lnTo>
                  <a:lnTo>
                    <a:pt x="396824" y="86220"/>
                  </a:lnTo>
                  <a:lnTo>
                    <a:pt x="396824" y="72961"/>
                  </a:lnTo>
                  <a:close/>
                </a:path>
                <a:path w="486409" h="784225">
                  <a:moveTo>
                    <a:pt x="439293" y="30518"/>
                  </a:moveTo>
                  <a:lnTo>
                    <a:pt x="55740" y="31178"/>
                  </a:lnTo>
                  <a:lnTo>
                    <a:pt x="59055" y="43116"/>
                  </a:lnTo>
                  <a:lnTo>
                    <a:pt x="435305" y="42456"/>
                  </a:lnTo>
                  <a:lnTo>
                    <a:pt x="439293" y="30518"/>
                  </a:lnTo>
                  <a:close/>
                </a:path>
                <a:path w="486409" h="784225">
                  <a:moveTo>
                    <a:pt x="486410" y="0"/>
                  </a:moveTo>
                  <a:lnTo>
                    <a:pt x="0" y="0"/>
                  </a:lnTo>
                  <a:lnTo>
                    <a:pt x="0" y="14592"/>
                  </a:lnTo>
                  <a:lnTo>
                    <a:pt x="486410" y="14592"/>
                  </a:lnTo>
                  <a:lnTo>
                    <a:pt x="486410" y="0"/>
                  </a:lnTo>
                  <a:close/>
                </a:path>
              </a:pathLst>
            </a:custGeom>
            <a:solidFill>
              <a:srgbClr val="BF7F3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1561546" y="3935890"/>
            <a:ext cx="3075940" cy="2626360"/>
          </a:xfrm>
          <a:prstGeom prst="rect">
            <a:avLst/>
          </a:prstGeom>
          <a:solidFill>
            <a:srgbClr val="73A4FE"/>
          </a:solidFill>
        </p:spPr>
        <p:txBody>
          <a:bodyPr wrap="square" lIns="0" tIns="50165" rIns="0" bIns="0" rtlCol="0" vert="horz">
            <a:spAutoFit/>
          </a:bodyPr>
          <a:lstStyle/>
          <a:p>
            <a:pPr marL="94615" marR="147955">
              <a:lnSpc>
                <a:spcPct val="100499"/>
              </a:lnSpc>
              <a:spcBef>
                <a:spcPts val="395"/>
              </a:spcBef>
            </a:pPr>
            <a:r>
              <a:rPr dirty="0" sz="1650" i="1">
                <a:latin typeface="Times New Roman"/>
                <a:cs typeface="Times New Roman"/>
              </a:rPr>
              <a:t>This</a:t>
            </a:r>
            <a:r>
              <a:rPr dirty="0" sz="1650" spc="-5" i="1">
                <a:latin typeface="Times New Roman"/>
                <a:cs typeface="Times New Roman"/>
              </a:rPr>
              <a:t> </a:t>
            </a:r>
            <a:r>
              <a:rPr dirty="0" sz="1650" i="1">
                <a:latin typeface="Times New Roman"/>
                <a:cs typeface="Times New Roman"/>
              </a:rPr>
              <a:t>is</a:t>
            </a:r>
            <a:r>
              <a:rPr dirty="0" sz="1650" spc="-5" i="1">
                <a:latin typeface="Times New Roman"/>
                <a:cs typeface="Times New Roman"/>
              </a:rPr>
              <a:t> </a:t>
            </a:r>
            <a:r>
              <a:rPr dirty="0" sz="1650" i="1">
                <a:latin typeface="Times New Roman"/>
                <a:cs typeface="Times New Roman"/>
              </a:rPr>
              <a:t>an</a:t>
            </a:r>
            <a:r>
              <a:rPr dirty="0" sz="1650" spc="-5" i="1">
                <a:latin typeface="Times New Roman"/>
                <a:cs typeface="Times New Roman"/>
              </a:rPr>
              <a:t> </a:t>
            </a:r>
            <a:r>
              <a:rPr dirty="0" sz="1650" i="1">
                <a:latin typeface="Times New Roman"/>
                <a:cs typeface="Times New Roman"/>
              </a:rPr>
              <a:t>input to</a:t>
            </a:r>
            <a:r>
              <a:rPr dirty="0" sz="1650" spc="-5" i="1">
                <a:latin typeface="Times New Roman"/>
                <a:cs typeface="Times New Roman"/>
              </a:rPr>
              <a:t> </a:t>
            </a:r>
            <a:r>
              <a:rPr dirty="0" sz="1650" i="1">
                <a:latin typeface="Times New Roman"/>
                <a:cs typeface="Times New Roman"/>
              </a:rPr>
              <a:t>a</a:t>
            </a:r>
            <a:r>
              <a:rPr dirty="0" sz="1650" spc="-5" i="1">
                <a:latin typeface="Times New Roman"/>
                <a:cs typeface="Times New Roman"/>
              </a:rPr>
              <a:t> </a:t>
            </a:r>
            <a:r>
              <a:rPr dirty="0" sz="1650" spc="-25" i="1">
                <a:latin typeface="Times New Roman"/>
                <a:cs typeface="Times New Roman"/>
              </a:rPr>
              <a:t>MAC</a:t>
            </a:r>
            <a:r>
              <a:rPr dirty="0" sz="1650" spc="-25" i="1">
                <a:latin typeface="Times New Roman"/>
                <a:cs typeface="Times New Roman"/>
              </a:rPr>
              <a:t> </a:t>
            </a:r>
            <a:r>
              <a:rPr dirty="0" sz="1650" i="1">
                <a:latin typeface="Times New Roman"/>
                <a:cs typeface="Times New Roman"/>
              </a:rPr>
              <a:t>algorithm.</a:t>
            </a:r>
            <a:r>
              <a:rPr dirty="0" sz="1650" spc="395" i="1">
                <a:latin typeface="Times New Roman"/>
                <a:cs typeface="Times New Roman"/>
              </a:rPr>
              <a:t> </a:t>
            </a:r>
            <a:r>
              <a:rPr dirty="0" sz="1650" i="1">
                <a:latin typeface="Times New Roman"/>
                <a:cs typeface="Times New Roman"/>
              </a:rPr>
              <a:t>The</a:t>
            </a:r>
            <a:r>
              <a:rPr dirty="0" sz="1650" spc="-10" i="1">
                <a:latin typeface="Times New Roman"/>
                <a:cs typeface="Times New Roman"/>
              </a:rPr>
              <a:t> </a:t>
            </a:r>
            <a:r>
              <a:rPr dirty="0" sz="1650" i="1">
                <a:latin typeface="Times New Roman"/>
                <a:cs typeface="Times New Roman"/>
              </a:rPr>
              <a:t>input</a:t>
            </a:r>
            <a:r>
              <a:rPr dirty="0" sz="1650" spc="-10" i="1">
                <a:latin typeface="Times New Roman"/>
                <a:cs typeface="Times New Roman"/>
              </a:rPr>
              <a:t> </a:t>
            </a:r>
            <a:r>
              <a:rPr dirty="0" sz="1650" i="1">
                <a:latin typeface="Times New Roman"/>
                <a:cs typeface="Times New Roman"/>
              </a:rPr>
              <a:t>is</a:t>
            </a:r>
            <a:r>
              <a:rPr dirty="0" sz="1650" spc="-10" i="1">
                <a:latin typeface="Times New Roman"/>
                <a:cs typeface="Times New Roman"/>
              </a:rPr>
              <a:t> </a:t>
            </a:r>
            <a:r>
              <a:rPr dirty="0" sz="1650" i="1">
                <a:latin typeface="Times New Roman"/>
                <a:cs typeface="Times New Roman"/>
              </a:rPr>
              <a:t>a</a:t>
            </a:r>
            <a:r>
              <a:rPr dirty="0" sz="1650" spc="-5" i="1">
                <a:latin typeface="Times New Roman"/>
                <a:cs typeface="Times New Roman"/>
              </a:rPr>
              <a:t> </a:t>
            </a:r>
            <a:r>
              <a:rPr dirty="0" sz="1650" spc="-20" i="1">
                <a:latin typeface="Times New Roman"/>
                <a:cs typeface="Times New Roman"/>
              </a:rPr>
              <a:t>very </a:t>
            </a:r>
            <a:r>
              <a:rPr dirty="0" sz="1650" i="1">
                <a:latin typeface="Times New Roman"/>
                <a:cs typeface="Times New Roman"/>
              </a:rPr>
              <a:t>long</a:t>
            </a:r>
            <a:r>
              <a:rPr dirty="0" sz="1650" spc="-20" i="1">
                <a:latin typeface="Times New Roman"/>
                <a:cs typeface="Times New Roman"/>
              </a:rPr>
              <a:t> </a:t>
            </a:r>
            <a:r>
              <a:rPr dirty="0" sz="1650" i="1">
                <a:latin typeface="Times New Roman"/>
                <a:cs typeface="Times New Roman"/>
              </a:rPr>
              <a:t>string,</a:t>
            </a:r>
            <a:r>
              <a:rPr dirty="0" sz="1650" spc="-20" i="1">
                <a:latin typeface="Times New Roman"/>
                <a:cs typeface="Times New Roman"/>
              </a:rPr>
              <a:t> </a:t>
            </a:r>
            <a:r>
              <a:rPr dirty="0" sz="1650" i="1">
                <a:latin typeface="Times New Roman"/>
                <a:cs typeface="Times New Roman"/>
              </a:rPr>
              <a:t>that</a:t>
            </a:r>
            <a:r>
              <a:rPr dirty="0" sz="1650" spc="-20" i="1">
                <a:latin typeface="Times New Roman"/>
                <a:cs typeface="Times New Roman"/>
              </a:rPr>
              <a:t> </a:t>
            </a:r>
            <a:r>
              <a:rPr dirty="0" sz="1650" i="1">
                <a:latin typeface="Times New Roman"/>
                <a:cs typeface="Times New Roman"/>
              </a:rPr>
              <a:t>is</a:t>
            </a:r>
            <a:r>
              <a:rPr dirty="0" sz="1650" spc="-20" i="1">
                <a:latin typeface="Times New Roman"/>
                <a:cs typeface="Times New Roman"/>
              </a:rPr>
              <a:t> </a:t>
            </a:r>
            <a:r>
              <a:rPr dirty="0" sz="1650" i="1">
                <a:latin typeface="Times New Roman"/>
                <a:cs typeface="Times New Roman"/>
              </a:rPr>
              <a:t>reduced</a:t>
            </a:r>
            <a:r>
              <a:rPr dirty="0" sz="1650" spc="-20" i="1">
                <a:latin typeface="Times New Roman"/>
                <a:cs typeface="Times New Roman"/>
              </a:rPr>
              <a:t> </a:t>
            </a:r>
            <a:r>
              <a:rPr dirty="0" sz="1650" i="1">
                <a:latin typeface="Times New Roman"/>
                <a:cs typeface="Times New Roman"/>
              </a:rPr>
              <a:t>by</a:t>
            </a:r>
            <a:r>
              <a:rPr dirty="0" sz="1650" spc="-20" i="1">
                <a:latin typeface="Times New Roman"/>
                <a:cs typeface="Times New Roman"/>
              </a:rPr>
              <a:t> </a:t>
            </a:r>
            <a:r>
              <a:rPr dirty="0" sz="1650" spc="-25" i="1">
                <a:latin typeface="Times New Roman"/>
                <a:cs typeface="Times New Roman"/>
              </a:rPr>
              <a:t>the </a:t>
            </a:r>
            <a:r>
              <a:rPr dirty="0" sz="1650" i="1">
                <a:latin typeface="Times New Roman"/>
                <a:cs typeface="Times New Roman"/>
              </a:rPr>
              <a:t>hash</a:t>
            </a:r>
            <a:r>
              <a:rPr dirty="0" sz="1650" spc="-20" i="1">
                <a:latin typeface="Times New Roman"/>
                <a:cs typeface="Times New Roman"/>
              </a:rPr>
              <a:t> </a:t>
            </a:r>
            <a:r>
              <a:rPr dirty="0" sz="1650" i="1">
                <a:latin typeface="Times New Roman"/>
                <a:cs typeface="Times New Roman"/>
              </a:rPr>
              <a:t>function</a:t>
            </a:r>
            <a:r>
              <a:rPr dirty="0" sz="1650" spc="-10" i="1">
                <a:latin typeface="Times New Roman"/>
                <a:cs typeface="Times New Roman"/>
              </a:rPr>
              <a:t> </a:t>
            </a:r>
            <a:r>
              <a:rPr dirty="0" sz="1650" i="1">
                <a:latin typeface="Times New Roman"/>
                <a:cs typeface="Times New Roman"/>
              </a:rPr>
              <a:t>to</a:t>
            </a:r>
            <a:r>
              <a:rPr dirty="0" sz="1650" spc="-10" i="1">
                <a:latin typeface="Times New Roman"/>
                <a:cs typeface="Times New Roman"/>
              </a:rPr>
              <a:t> </a:t>
            </a:r>
            <a:r>
              <a:rPr dirty="0" sz="1650" i="1">
                <a:latin typeface="Times New Roman"/>
                <a:cs typeface="Times New Roman"/>
              </a:rPr>
              <a:t>a</a:t>
            </a:r>
            <a:r>
              <a:rPr dirty="0" sz="1650" spc="-10" i="1">
                <a:latin typeface="Times New Roman"/>
                <a:cs typeface="Times New Roman"/>
              </a:rPr>
              <a:t> </a:t>
            </a:r>
            <a:r>
              <a:rPr dirty="0" sz="1650" i="1">
                <a:latin typeface="Times New Roman"/>
                <a:cs typeface="Times New Roman"/>
              </a:rPr>
              <a:t>string</a:t>
            </a:r>
            <a:r>
              <a:rPr dirty="0" sz="1650" spc="-10" i="1">
                <a:latin typeface="Times New Roman"/>
                <a:cs typeface="Times New Roman"/>
              </a:rPr>
              <a:t> </a:t>
            </a:r>
            <a:r>
              <a:rPr dirty="0" sz="1650" i="1">
                <a:latin typeface="Times New Roman"/>
                <a:cs typeface="Times New Roman"/>
              </a:rPr>
              <a:t>of</a:t>
            </a:r>
            <a:r>
              <a:rPr dirty="0" sz="1650" spc="-10" i="1">
                <a:latin typeface="Times New Roman"/>
                <a:cs typeface="Times New Roman"/>
              </a:rPr>
              <a:t> </a:t>
            </a:r>
            <a:r>
              <a:rPr dirty="0" sz="1650" spc="-20" i="1">
                <a:latin typeface="Times New Roman"/>
                <a:cs typeface="Times New Roman"/>
              </a:rPr>
              <a:t>fixed </a:t>
            </a:r>
            <a:r>
              <a:rPr dirty="0" sz="1650" i="1">
                <a:latin typeface="Times New Roman"/>
                <a:cs typeface="Times New Roman"/>
              </a:rPr>
              <a:t>length.</a:t>
            </a:r>
            <a:r>
              <a:rPr dirty="0" sz="1650" spc="320" i="1">
                <a:latin typeface="Times New Roman"/>
                <a:cs typeface="Times New Roman"/>
              </a:rPr>
              <a:t> </a:t>
            </a:r>
            <a:r>
              <a:rPr dirty="0" sz="1650" i="1">
                <a:latin typeface="Times New Roman"/>
                <a:cs typeface="Times New Roman"/>
              </a:rPr>
              <a:t>There</a:t>
            </a:r>
            <a:r>
              <a:rPr dirty="0" sz="1650" spc="-40" i="1">
                <a:latin typeface="Times New Roman"/>
                <a:cs typeface="Times New Roman"/>
              </a:rPr>
              <a:t> </a:t>
            </a:r>
            <a:r>
              <a:rPr dirty="0" sz="1650" i="1">
                <a:latin typeface="Times New Roman"/>
                <a:cs typeface="Times New Roman"/>
              </a:rPr>
              <a:t>are</a:t>
            </a:r>
            <a:r>
              <a:rPr dirty="0" sz="1650" spc="-45" i="1">
                <a:latin typeface="Times New Roman"/>
                <a:cs typeface="Times New Roman"/>
              </a:rPr>
              <a:t> </a:t>
            </a:r>
            <a:r>
              <a:rPr dirty="0" sz="1650" spc="-10" i="1">
                <a:latin typeface="Times New Roman"/>
                <a:cs typeface="Times New Roman"/>
              </a:rPr>
              <a:t>additional </a:t>
            </a:r>
            <a:r>
              <a:rPr dirty="0" sz="1650" i="1">
                <a:latin typeface="Times New Roman"/>
                <a:cs typeface="Times New Roman"/>
              </a:rPr>
              <a:t>security</a:t>
            </a:r>
            <a:r>
              <a:rPr dirty="0" sz="1650" spc="-30" i="1">
                <a:latin typeface="Times New Roman"/>
                <a:cs typeface="Times New Roman"/>
              </a:rPr>
              <a:t> </a:t>
            </a:r>
            <a:r>
              <a:rPr dirty="0" sz="1650" i="1">
                <a:latin typeface="Times New Roman"/>
                <a:cs typeface="Times New Roman"/>
              </a:rPr>
              <a:t>conditions:</a:t>
            </a:r>
            <a:r>
              <a:rPr dirty="0" sz="1650" spc="-25" i="1">
                <a:latin typeface="Times New Roman"/>
                <a:cs typeface="Times New Roman"/>
              </a:rPr>
              <a:t> </a:t>
            </a:r>
            <a:r>
              <a:rPr dirty="0" sz="1650" i="1">
                <a:latin typeface="Times New Roman"/>
                <a:cs typeface="Times New Roman"/>
              </a:rPr>
              <a:t>it</a:t>
            </a:r>
            <a:r>
              <a:rPr dirty="0" sz="1650" spc="-30" i="1">
                <a:latin typeface="Times New Roman"/>
                <a:cs typeface="Times New Roman"/>
              </a:rPr>
              <a:t> </a:t>
            </a:r>
            <a:r>
              <a:rPr dirty="0" sz="1650" i="1">
                <a:latin typeface="Times New Roman"/>
                <a:cs typeface="Times New Roman"/>
              </a:rPr>
              <a:t>should</a:t>
            </a:r>
            <a:r>
              <a:rPr dirty="0" sz="1650" spc="-25" i="1">
                <a:latin typeface="Times New Roman"/>
                <a:cs typeface="Times New Roman"/>
              </a:rPr>
              <a:t> be </a:t>
            </a:r>
            <a:r>
              <a:rPr dirty="0" sz="1650" i="1">
                <a:latin typeface="Times New Roman"/>
                <a:cs typeface="Times New Roman"/>
              </a:rPr>
              <a:t>very</a:t>
            </a:r>
            <a:r>
              <a:rPr dirty="0" sz="1650" spc="-30" i="1">
                <a:latin typeface="Times New Roman"/>
                <a:cs typeface="Times New Roman"/>
              </a:rPr>
              <a:t> </a:t>
            </a:r>
            <a:r>
              <a:rPr dirty="0" sz="1650" i="1">
                <a:latin typeface="Times New Roman"/>
                <a:cs typeface="Times New Roman"/>
              </a:rPr>
              <a:t>hard</a:t>
            </a:r>
            <a:r>
              <a:rPr dirty="0" sz="1650" spc="-25" i="1">
                <a:latin typeface="Times New Roman"/>
                <a:cs typeface="Times New Roman"/>
              </a:rPr>
              <a:t> </a:t>
            </a:r>
            <a:r>
              <a:rPr dirty="0" sz="1650" i="1">
                <a:latin typeface="Times New Roman"/>
                <a:cs typeface="Times New Roman"/>
              </a:rPr>
              <a:t>for</a:t>
            </a:r>
            <a:r>
              <a:rPr dirty="0" sz="1650" spc="-25" i="1">
                <a:latin typeface="Times New Roman"/>
                <a:cs typeface="Times New Roman"/>
              </a:rPr>
              <a:t> </a:t>
            </a:r>
            <a:r>
              <a:rPr dirty="0" sz="1650" i="1">
                <a:latin typeface="Times New Roman"/>
                <a:cs typeface="Times New Roman"/>
              </a:rPr>
              <a:t>someone</a:t>
            </a:r>
            <a:r>
              <a:rPr dirty="0" sz="1650" spc="-25" i="1">
                <a:latin typeface="Times New Roman"/>
                <a:cs typeface="Times New Roman"/>
              </a:rPr>
              <a:t> </a:t>
            </a:r>
            <a:r>
              <a:rPr dirty="0" sz="1650" i="1">
                <a:latin typeface="Times New Roman"/>
                <a:cs typeface="Times New Roman"/>
              </a:rPr>
              <a:t>who</a:t>
            </a:r>
            <a:r>
              <a:rPr dirty="0" sz="1650" spc="-25" i="1">
                <a:latin typeface="Times New Roman"/>
                <a:cs typeface="Times New Roman"/>
              </a:rPr>
              <a:t> </a:t>
            </a:r>
            <a:r>
              <a:rPr dirty="0" sz="1650" spc="-20" i="1">
                <a:latin typeface="Times New Roman"/>
                <a:cs typeface="Times New Roman"/>
              </a:rPr>
              <a:t>does </a:t>
            </a:r>
            <a:r>
              <a:rPr dirty="0" sz="1650" i="1">
                <a:latin typeface="Times New Roman"/>
                <a:cs typeface="Times New Roman"/>
              </a:rPr>
              <a:t>not</a:t>
            </a:r>
            <a:r>
              <a:rPr dirty="0" sz="1650" spc="-30" i="1">
                <a:latin typeface="Times New Roman"/>
                <a:cs typeface="Times New Roman"/>
              </a:rPr>
              <a:t> </a:t>
            </a:r>
            <a:r>
              <a:rPr dirty="0" sz="1650" i="1">
                <a:latin typeface="Times New Roman"/>
                <a:cs typeface="Times New Roman"/>
              </a:rPr>
              <a:t>know</a:t>
            </a:r>
            <a:r>
              <a:rPr dirty="0" sz="1650" spc="-30" i="1">
                <a:latin typeface="Times New Roman"/>
                <a:cs typeface="Times New Roman"/>
              </a:rPr>
              <a:t> </a:t>
            </a:r>
            <a:r>
              <a:rPr dirty="0" sz="1650" i="1">
                <a:latin typeface="Times New Roman"/>
                <a:cs typeface="Times New Roman"/>
              </a:rPr>
              <a:t>the</a:t>
            </a:r>
            <a:r>
              <a:rPr dirty="0" sz="1650" spc="-30" i="1">
                <a:latin typeface="Times New Roman"/>
                <a:cs typeface="Times New Roman"/>
              </a:rPr>
              <a:t> </a:t>
            </a:r>
            <a:r>
              <a:rPr dirty="0" sz="1650" i="1">
                <a:latin typeface="Times New Roman"/>
                <a:cs typeface="Times New Roman"/>
              </a:rPr>
              <a:t>secret</a:t>
            </a:r>
            <a:r>
              <a:rPr dirty="0" sz="1650" spc="-30" i="1">
                <a:latin typeface="Times New Roman"/>
                <a:cs typeface="Times New Roman"/>
              </a:rPr>
              <a:t> </a:t>
            </a:r>
            <a:r>
              <a:rPr dirty="0" sz="1650" i="1">
                <a:latin typeface="Times New Roman"/>
                <a:cs typeface="Times New Roman"/>
              </a:rPr>
              <a:t>key</a:t>
            </a:r>
            <a:r>
              <a:rPr dirty="0" sz="1650" spc="-30" i="1">
                <a:latin typeface="Times New Roman"/>
                <a:cs typeface="Times New Roman"/>
              </a:rPr>
              <a:t> </a:t>
            </a:r>
            <a:r>
              <a:rPr dirty="0" sz="1650" spc="-25" i="1">
                <a:latin typeface="Times New Roman"/>
                <a:cs typeface="Times New Roman"/>
              </a:rPr>
              <a:t>to </a:t>
            </a:r>
            <a:r>
              <a:rPr dirty="0" sz="1650" i="1">
                <a:latin typeface="Times New Roman"/>
                <a:cs typeface="Times New Roman"/>
              </a:rPr>
              <a:t>compute</a:t>
            </a:r>
            <a:r>
              <a:rPr dirty="0" sz="1650" spc="-20" i="1">
                <a:latin typeface="Times New Roman"/>
                <a:cs typeface="Times New Roman"/>
              </a:rPr>
              <a:t> </a:t>
            </a:r>
            <a:r>
              <a:rPr dirty="0" sz="1650" i="1">
                <a:latin typeface="Times New Roman"/>
                <a:cs typeface="Times New Roman"/>
              </a:rPr>
              <a:t>the</a:t>
            </a:r>
            <a:r>
              <a:rPr dirty="0" sz="1650" spc="-15" i="1">
                <a:latin typeface="Times New Roman"/>
                <a:cs typeface="Times New Roman"/>
              </a:rPr>
              <a:t> </a:t>
            </a:r>
            <a:r>
              <a:rPr dirty="0" sz="1650" i="1">
                <a:latin typeface="Times New Roman"/>
                <a:cs typeface="Times New Roman"/>
              </a:rPr>
              <a:t>hash</a:t>
            </a:r>
            <a:r>
              <a:rPr dirty="0" sz="1650" spc="-15" i="1">
                <a:latin typeface="Times New Roman"/>
                <a:cs typeface="Times New Roman"/>
              </a:rPr>
              <a:t> </a:t>
            </a:r>
            <a:r>
              <a:rPr dirty="0" sz="1650" i="1">
                <a:latin typeface="Times New Roman"/>
                <a:cs typeface="Times New Roman"/>
              </a:rPr>
              <a:t>function</a:t>
            </a:r>
            <a:r>
              <a:rPr dirty="0" sz="1650" spc="-20" i="1">
                <a:latin typeface="Times New Roman"/>
                <a:cs typeface="Times New Roman"/>
              </a:rPr>
              <a:t> </a:t>
            </a:r>
            <a:r>
              <a:rPr dirty="0" sz="1650" i="1">
                <a:latin typeface="Times New Roman"/>
                <a:cs typeface="Times New Roman"/>
              </a:rPr>
              <a:t>on</a:t>
            </a:r>
            <a:r>
              <a:rPr dirty="0" sz="1650" spc="-15" i="1">
                <a:latin typeface="Times New Roman"/>
                <a:cs typeface="Times New Roman"/>
              </a:rPr>
              <a:t> </a:t>
            </a:r>
            <a:r>
              <a:rPr dirty="0" sz="1650" spc="-50" i="1">
                <a:latin typeface="Times New Roman"/>
                <a:cs typeface="Times New Roman"/>
              </a:rPr>
              <a:t>a </a:t>
            </a:r>
            <a:r>
              <a:rPr dirty="0" sz="1650" i="1">
                <a:latin typeface="Times New Roman"/>
                <a:cs typeface="Times New Roman"/>
              </a:rPr>
              <a:t>new</a:t>
            </a:r>
            <a:r>
              <a:rPr dirty="0" sz="1650" spc="-5" i="1">
                <a:latin typeface="Times New Roman"/>
                <a:cs typeface="Times New Roman"/>
              </a:rPr>
              <a:t> </a:t>
            </a:r>
            <a:r>
              <a:rPr dirty="0" sz="1650" spc="-10" i="1">
                <a:latin typeface="Times New Roman"/>
                <a:cs typeface="Times New Roman"/>
              </a:rPr>
              <a:t>input.</a:t>
            </a:r>
            <a:endParaRPr sz="1650">
              <a:latin typeface="Times New Roman"/>
              <a:cs typeface="Times New Roman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637072" y="3986011"/>
            <a:ext cx="2682240" cy="3046095"/>
            <a:chOff x="4637072" y="3986011"/>
            <a:chExt cx="2682240" cy="3046095"/>
          </a:xfrm>
        </p:grpSpPr>
        <p:sp>
          <p:nvSpPr>
            <p:cNvPr id="12" name="object 12"/>
            <p:cNvSpPr/>
            <p:nvPr/>
          </p:nvSpPr>
          <p:spPr>
            <a:xfrm>
              <a:off x="4637072" y="5245833"/>
              <a:ext cx="828675" cy="0"/>
            </a:xfrm>
            <a:custGeom>
              <a:avLst/>
              <a:gdLst/>
              <a:ahLst/>
              <a:cxnLst/>
              <a:rect l="l" t="t" r="r" b="b"/>
              <a:pathLst>
                <a:path w="828675" h="0">
                  <a:moveTo>
                    <a:pt x="0" y="0"/>
                  </a:moveTo>
                  <a:lnTo>
                    <a:pt x="828136" y="0"/>
                  </a:lnTo>
                </a:path>
              </a:pathLst>
            </a:custGeom>
            <a:ln w="3943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5386341" y="5186674"/>
              <a:ext cx="118745" cy="118745"/>
            </a:xfrm>
            <a:custGeom>
              <a:avLst/>
              <a:gdLst/>
              <a:ahLst/>
              <a:cxnLst/>
              <a:rect l="l" t="t" r="r" b="b"/>
              <a:pathLst>
                <a:path w="118745" h="118745">
                  <a:moveTo>
                    <a:pt x="0" y="0"/>
                  </a:moveTo>
                  <a:lnTo>
                    <a:pt x="0" y="118318"/>
                  </a:lnTo>
                  <a:lnTo>
                    <a:pt x="118300" y="591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5504074" y="3992585"/>
              <a:ext cx="946785" cy="2542540"/>
            </a:xfrm>
            <a:custGeom>
              <a:avLst/>
              <a:gdLst/>
              <a:ahLst/>
              <a:cxnLst/>
              <a:rect l="l" t="t" r="r" b="b"/>
              <a:pathLst>
                <a:path w="946785" h="2542540">
                  <a:moveTo>
                    <a:pt x="0" y="0"/>
                  </a:moveTo>
                  <a:lnTo>
                    <a:pt x="0" y="2542189"/>
                  </a:lnTo>
                  <a:lnTo>
                    <a:pt x="946403" y="1906642"/>
                  </a:lnTo>
                  <a:lnTo>
                    <a:pt x="946403" y="63554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8D4D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5504073" y="3992584"/>
              <a:ext cx="946785" cy="2542540"/>
            </a:xfrm>
            <a:custGeom>
              <a:avLst/>
              <a:gdLst/>
              <a:ahLst/>
              <a:cxnLst/>
              <a:rect l="l" t="t" r="r" b="b"/>
              <a:pathLst>
                <a:path w="946785" h="2542540">
                  <a:moveTo>
                    <a:pt x="0" y="2542190"/>
                  </a:moveTo>
                  <a:lnTo>
                    <a:pt x="946403" y="1906643"/>
                  </a:lnTo>
                  <a:lnTo>
                    <a:pt x="946403" y="635547"/>
                  </a:lnTo>
                  <a:lnTo>
                    <a:pt x="0" y="0"/>
                  </a:lnTo>
                  <a:lnTo>
                    <a:pt x="0" y="2542190"/>
                  </a:lnTo>
                  <a:close/>
                </a:path>
              </a:pathLst>
            </a:custGeom>
            <a:ln w="13144">
              <a:solidFill>
                <a:srgbClr val="38D4D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6451585" y="5245833"/>
              <a:ext cx="828675" cy="0"/>
            </a:xfrm>
            <a:custGeom>
              <a:avLst/>
              <a:gdLst/>
              <a:ahLst/>
              <a:cxnLst/>
              <a:rect l="l" t="t" r="r" b="b"/>
              <a:pathLst>
                <a:path w="828675" h="0">
                  <a:moveTo>
                    <a:pt x="0" y="0"/>
                  </a:moveTo>
                  <a:lnTo>
                    <a:pt x="828135" y="0"/>
                  </a:lnTo>
                </a:path>
              </a:pathLst>
            </a:custGeom>
            <a:ln w="3943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7200852" y="5186674"/>
              <a:ext cx="118745" cy="118745"/>
            </a:xfrm>
            <a:custGeom>
              <a:avLst/>
              <a:gdLst/>
              <a:ahLst/>
              <a:cxnLst/>
              <a:rect l="l" t="t" r="r" b="b"/>
              <a:pathLst>
                <a:path w="118745" h="118745">
                  <a:moveTo>
                    <a:pt x="0" y="0"/>
                  </a:moveTo>
                  <a:lnTo>
                    <a:pt x="0" y="118318"/>
                  </a:lnTo>
                  <a:lnTo>
                    <a:pt x="118300" y="591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6015816" y="6203775"/>
              <a:ext cx="0" cy="828675"/>
            </a:xfrm>
            <a:custGeom>
              <a:avLst/>
              <a:gdLst/>
              <a:ahLst/>
              <a:cxnLst/>
              <a:rect l="l" t="t" r="r" b="b"/>
              <a:pathLst>
                <a:path w="0" h="828675">
                  <a:moveTo>
                    <a:pt x="0" y="828256"/>
                  </a:moveTo>
                  <a:lnTo>
                    <a:pt x="0" y="0"/>
                  </a:lnTo>
                </a:path>
              </a:pathLst>
            </a:custGeom>
            <a:ln w="39433">
              <a:solidFill>
                <a:srgbClr val="FF26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5956666" y="6164337"/>
              <a:ext cx="118745" cy="118745"/>
            </a:xfrm>
            <a:custGeom>
              <a:avLst/>
              <a:gdLst/>
              <a:ahLst/>
              <a:cxnLst/>
              <a:rect l="l" t="t" r="r" b="b"/>
              <a:pathLst>
                <a:path w="118745" h="118745">
                  <a:moveTo>
                    <a:pt x="59150" y="0"/>
                  </a:moveTo>
                  <a:lnTo>
                    <a:pt x="0" y="118317"/>
                  </a:lnTo>
                  <a:lnTo>
                    <a:pt x="118300" y="118317"/>
                  </a:lnTo>
                  <a:lnTo>
                    <a:pt x="59150" y="0"/>
                  </a:lnTo>
                  <a:close/>
                </a:path>
              </a:pathLst>
            </a:custGeom>
            <a:solidFill>
              <a:srgbClr val="FF26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/>
          <p:cNvSpPr txBox="1"/>
          <p:nvPr/>
        </p:nvSpPr>
        <p:spPr>
          <a:xfrm>
            <a:off x="7495047" y="5088621"/>
            <a:ext cx="2176780" cy="2781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650" spc="-10" i="1">
                <a:latin typeface="Arial"/>
                <a:cs typeface="Arial"/>
              </a:rPr>
              <a:t>7E6FD7198A198FB3C</a:t>
            </a:r>
            <a:endParaRPr sz="1650">
              <a:latin typeface="Arial"/>
              <a:cs typeface="Arial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680"/>
              </a:lnSpc>
            </a:pPr>
            <a:fld id="{81D60167-4931-47E6-BA6A-407CBD079E47}" type="slidenum">
              <a:rPr dirty="0" spc="-25"/>
              <a:t>49</a:t>
            </a:fld>
          </a:p>
        </p:txBody>
      </p:sp>
      <p:sp>
        <p:nvSpPr>
          <p:cNvPr id="21" name="object 21"/>
          <p:cNvSpPr txBox="1"/>
          <p:nvPr/>
        </p:nvSpPr>
        <p:spPr>
          <a:xfrm>
            <a:off x="1407542" y="1537969"/>
            <a:ext cx="5276215" cy="188341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367030" marR="5080" indent="-354965">
              <a:lnSpc>
                <a:spcPct val="99600"/>
              </a:lnSpc>
              <a:spcBef>
                <a:spcPts val="110"/>
              </a:spcBef>
              <a:buChar char="•"/>
              <a:tabLst>
                <a:tab pos="367030" algn="l"/>
                <a:tab pos="1849120" algn="l"/>
              </a:tabLst>
            </a:pPr>
            <a:r>
              <a:rPr dirty="0" sz="2900">
                <a:latin typeface="Times New Roman"/>
                <a:cs typeface="Times New Roman"/>
              </a:rPr>
              <a:t>Replace</a:t>
            </a:r>
            <a:r>
              <a:rPr dirty="0" sz="2900" spc="-65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protection</a:t>
            </a:r>
            <a:r>
              <a:rPr dirty="0" sz="2900" spc="-60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of</a:t>
            </a:r>
            <a:r>
              <a:rPr dirty="0" sz="2900" spc="-65">
                <a:latin typeface="Times New Roman"/>
                <a:cs typeface="Times New Roman"/>
              </a:rPr>
              <a:t> </a:t>
            </a:r>
            <a:r>
              <a:rPr dirty="0" sz="2900" spc="-10">
                <a:latin typeface="Times New Roman"/>
                <a:cs typeface="Times New Roman"/>
              </a:rPr>
              <a:t>authenticty </a:t>
            </a:r>
            <a:r>
              <a:rPr dirty="0" sz="2900">
                <a:latin typeface="Times New Roman"/>
                <a:cs typeface="Times New Roman"/>
              </a:rPr>
              <a:t>of</a:t>
            </a:r>
            <a:r>
              <a:rPr dirty="0" sz="2900" spc="-5">
                <a:latin typeface="Times New Roman"/>
                <a:cs typeface="Times New Roman"/>
              </a:rPr>
              <a:t> </a:t>
            </a:r>
            <a:r>
              <a:rPr dirty="0" sz="2900" spc="-10">
                <a:latin typeface="Times New Roman"/>
                <a:cs typeface="Times New Roman"/>
              </a:rPr>
              <a:t>(long)</a:t>
            </a:r>
            <a:r>
              <a:rPr dirty="0" sz="2900">
                <a:latin typeface="Times New Roman"/>
                <a:cs typeface="Times New Roman"/>
              </a:rPr>
              <a:t>	message</a:t>
            </a:r>
            <a:r>
              <a:rPr dirty="0" sz="2900" spc="-55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by</a:t>
            </a:r>
            <a:r>
              <a:rPr dirty="0" sz="2900" spc="-55">
                <a:latin typeface="Times New Roman"/>
                <a:cs typeface="Times New Roman"/>
              </a:rPr>
              <a:t> </a:t>
            </a:r>
            <a:r>
              <a:rPr dirty="0" sz="2900" spc="-10">
                <a:latin typeface="Times New Roman"/>
                <a:cs typeface="Times New Roman"/>
              </a:rPr>
              <a:t>protection </a:t>
            </a:r>
            <a:r>
              <a:rPr dirty="0" sz="2900">
                <a:latin typeface="Times New Roman"/>
                <a:cs typeface="Times New Roman"/>
              </a:rPr>
              <a:t>of</a:t>
            </a:r>
            <a:r>
              <a:rPr dirty="0" sz="2900" spc="-30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secrecy</a:t>
            </a:r>
            <a:r>
              <a:rPr dirty="0" sz="2900" spc="-25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of</a:t>
            </a:r>
            <a:r>
              <a:rPr dirty="0" sz="2900" spc="-25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(short)</a:t>
            </a:r>
            <a:r>
              <a:rPr dirty="0" sz="2900" spc="-25">
                <a:latin typeface="Times New Roman"/>
                <a:cs typeface="Times New Roman"/>
              </a:rPr>
              <a:t> key</a:t>
            </a:r>
            <a:endParaRPr sz="2900">
              <a:latin typeface="Times New Roman"/>
              <a:cs typeface="Times New Roman"/>
            </a:endParaRPr>
          </a:p>
          <a:p>
            <a:pPr marL="367030" indent="-354330">
              <a:lnSpc>
                <a:spcPct val="100000"/>
              </a:lnSpc>
              <a:spcBef>
                <a:spcPts val="735"/>
              </a:spcBef>
              <a:buChar char="•"/>
              <a:tabLst>
                <a:tab pos="367030" algn="l"/>
              </a:tabLst>
            </a:pPr>
            <a:r>
              <a:rPr dirty="0" sz="2900">
                <a:latin typeface="Times New Roman"/>
                <a:cs typeface="Times New Roman"/>
              </a:rPr>
              <a:t>Add</a:t>
            </a:r>
            <a:r>
              <a:rPr dirty="0" sz="2900" spc="-45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MAC</a:t>
            </a:r>
            <a:r>
              <a:rPr dirty="0" sz="2900" spc="-40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to</a:t>
            </a:r>
            <a:r>
              <a:rPr dirty="0" sz="2900" spc="-40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the</a:t>
            </a:r>
            <a:r>
              <a:rPr dirty="0" sz="2900" spc="-40">
                <a:latin typeface="Times New Roman"/>
                <a:cs typeface="Times New Roman"/>
              </a:rPr>
              <a:t> </a:t>
            </a:r>
            <a:r>
              <a:rPr dirty="0" sz="2900" spc="-10">
                <a:latin typeface="Times New Roman"/>
                <a:cs typeface="Times New Roman"/>
              </a:rPr>
              <a:t>plaintext</a:t>
            </a:r>
            <a:endParaRPr sz="29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99229" y="3068227"/>
            <a:ext cx="4199890" cy="3355975"/>
          </a:xfrm>
          <a:custGeom>
            <a:avLst/>
            <a:gdLst/>
            <a:ahLst/>
            <a:cxnLst/>
            <a:rect l="l" t="t" r="r" b="b"/>
            <a:pathLst>
              <a:path w="4199890" h="3355975">
                <a:moveTo>
                  <a:pt x="4199667" y="0"/>
                </a:moveTo>
                <a:lnTo>
                  <a:pt x="0" y="0"/>
                </a:lnTo>
                <a:lnTo>
                  <a:pt x="0" y="3355624"/>
                </a:lnTo>
                <a:lnTo>
                  <a:pt x="4199667" y="3355624"/>
                </a:lnTo>
                <a:lnTo>
                  <a:pt x="419966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/>
          <p:cNvGrpSpPr/>
          <p:nvPr/>
        </p:nvGrpSpPr>
        <p:grpSpPr>
          <a:xfrm>
            <a:off x="608474" y="3061559"/>
            <a:ext cx="4430395" cy="3369310"/>
            <a:chOff x="608474" y="3061559"/>
            <a:chExt cx="4430395" cy="3369310"/>
          </a:xfrm>
        </p:grpSpPr>
        <p:sp>
          <p:nvSpPr>
            <p:cNvPr id="4" name="object 4"/>
            <p:cNvSpPr/>
            <p:nvPr/>
          </p:nvSpPr>
          <p:spPr>
            <a:xfrm>
              <a:off x="615141" y="3068227"/>
              <a:ext cx="4417060" cy="3355975"/>
            </a:xfrm>
            <a:custGeom>
              <a:avLst/>
              <a:gdLst/>
              <a:ahLst/>
              <a:cxnLst/>
              <a:rect l="l" t="t" r="r" b="b"/>
              <a:pathLst>
                <a:path w="4417060" h="3355975">
                  <a:moveTo>
                    <a:pt x="4416552" y="0"/>
                  </a:moveTo>
                  <a:lnTo>
                    <a:pt x="0" y="0"/>
                  </a:lnTo>
                  <a:lnTo>
                    <a:pt x="0" y="3355624"/>
                  </a:lnTo>
                  <a:lnTo>
                    <a:pt x="4416552" y="3355624"/>
                  </a:lnTo>
                  <a:lnTo>
                    <a:pt x="441655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615141" y="3068227"/>
              <a:ext cx="4417060" cy="3355975"/>
            </a:xfrm>
            <a:custGeom>
              <a:avLst/>
              <a:gdLst/>
              <a:ahLst/>
              <a:cxnLst/>
              <a:rect l="l" t="t" r="r" b="b"/>
              <a:pathLst>
                <a:path w="4417060" h="3355975">
                  <a:moveTo>
                    <a:pt x="0" y="0"/>
                  </a:moveTo>
                  <a:lnTo>
                    <a:pt x="4416551" y="0"/>
                  </a:lnTo>
                  <a:lnTo>
                    <a:pt x="4416551" y="3355624"/>
                  </a:lnTo>
                  <a:lnTo>
                    <a:pt x="0" y="3355624"/>
                  </a:lnTo>
                  <a:lnTo>
                    <a:pt x="0" y="0"/>
                  </a:lnTo>
                  <a:close/>
                </a:path>
              </a:pathLst>
            </a:custGeom>
            <a:ln w="1314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31389" rIns="0" bIns="0" rtlCol="0" vert="horz">
            <a:spAutoFit/>
          </a:bodyPr>
          <a:lstStyle/>
          <a:p>
            <a:pPr marL="3041015">
              <a:lnSpc>
                <a:spcPct val="100000"/>
              </a:lnSpc>
              <a:spcBef>
                <a:spcPts val="125"/>
              </a:spcBef>
            </a:pPr>
            <a:r>
              <a:rPr dirty="0" sz="3700"/>
              <a:t>MAC</a:t>
            </a:r>
            <a:r>
              <a:rPr dirty="0" sz="3700" spc="5"/>
              <a:t> </a:t>
            </a:r>
            <a:r>
              <a:rPr dirty="0" sz="3700" spc="-10"/>
              <a:t>algorithms</a:t>
            </a:r>
            <a:endParaRPr sz="3700"/>
          </a:p>
        </p:txBody>
      </p:sp>
      <p:sp>
        <p:nvSpPr>
          <p:cNvPr id="7" name="object 7"/>
          <p:cNvSpPr txBox="1"/>
          <p:nvPr/>
        </p:nvSpPr>
        <p:spPr>
          <a:xfrm>
            <a:off x="713725" y="3569434"/>
            <a:ext cx="1025525" cy="1050290"/>
          </a:xfrm>
          <a:prstGeom prst="rect">
            <a:avLst/>
          </a:prstGeom>
          <a:solidFill>
            <a:srgbClr val="00FCD6"/>
          </a:solidFill>
          <a:ln w="13145">
            <a:solidFill>
              <a:srgbClr val="929292"/>
            </a:solidFill>
          </a:ln>
        </p:spPr>
        <p:txBody>
          <a:bodyPr wrap="square" lIns="0" tIns="78105" rIns="0" bIns="0" rtlCol="0" vert="horz">
            <a:spAutoFit/>
          </a:bodyPr>
          <a:lstStyle/>
          <a:p>
            <a:pPr marL="238760" marR="103505" indent="-123189">
              <a:lnSpc>
                <a:spcPct val="101099"/>
              </a:lnSpc>
              <a:spcBef>
                <a:spcPts val="615"/>
              </a:spcBef>
            </a:pPr>
            <a:r>
              <a:rPr dirty="0" sz="2900" spc="-10">
                <a:latin typeface="Times New Roman"/>
                <a:cs typeface="Times New Roman"/>
              </a:rPr>
              <a:t>Clear </a:t>
            </a:r>
            <a:r>
              <a:rPr dirty="0" sz="2900" spc="-20">
                <a:latin typeface="Times New Roman"/>
                <a:cs typeface="Times New Roman"/>
              </a:rPr>
              <a:t>text</a:t>
            </a:r>
            <a:endParaRPr sz="2900">
              <a:latin typeface="Times New Roman"/>
              <a:cs typeface="Times New Roman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2323831" y="3911147"/>
            <a:ext cx="1038860" cy="500380"/>
            <a:chOff x="2323831" y="3911147"/>
            <a:chExt cx="1038860" cy="500380"/>
          </a:xfrm>
        </p:grpSpPr>
        <p:sp>
          <p:nvSpPr>
            <p:cNvPr id="9" name="object 9"/>
            <p:cNvSpPr/>
            <p:nvPr/>
          </p:nvSpPr>
          <p:spPr>
            <a:xfrm>
              <a:off x="2330499" y="3917815"/>
              <a:ext cx="1025525" cy="487045"/>
            </a:xfrm>
            <a:custGeom>
              <a:avLst/>
              <a:gdLst/>
              <a:ahLst/>
              <a:cxnLst/>
              <a:rect l="l" t="t" r="r" b="b"/>
              <a:pathLst>
                <a:path w="1025525" h="487045">
                  <a:moveTo>
                    <a:pt x="1025271" y="0"/>
                  </a:moveTo>
                  <a:lnTo>
                    <a:pt x="0" y="0"/>
                  </a:lnTo>
                  <a:lnTo>
                    <a:pt x="0" y="486417"/>
                  </a:lnTo>
                  <a:lnTo>
                    <a:pt x="1025271" y="486417"/>
                  </a:lnTo>
                  <a:lnTo>
                    <a:pt x="1025271" y="0"/>
                  </a:lnTo>
                  <a:close/>
                </a:path>
              </a:pathLst>
            </a:custGeom>
            <a:solidFill>
              <a:srgbClr val="D7AE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2330498" y="3917815"/>
              <a:ext cx="1025525" cy="487045"/>
            </a:xfrm>
            <a:custGeom>
              <a:avLst/>
              <a:gdLst/>
              <a:ahLst/>
              <a:cxnLst/>
              <a:rect l="l" t="t" r="r" b="b"/>
              <a:pathLst>
                <a:path w="1025525" h="487045">
                  <a:moveTo>
                    <a:pt x="0" y="0"/>
                  </a:moveTo>
                  <a:lnTo>
                    <a:pt x="1025270" y="0"/>
                  </a:lnTo>
                  <a:lnTo>
                    <a:pt x="1025270" y="486417"/>
                  </a:lnTo>
                  <a:lnTo>
                    <a:pt x="0" y="486417"/>
                  </a:lnTo>
                  <a:lnTo>
                    <a:pt x="0" y="0"/>
                  </a:lnTo>
                  <a:close/>
                </a:path>
              </a:pathLst>
            </a:custGeom>
            <a:ln w="131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2330499" y="3917815"/>
            <a:ext cx="1025525" cy="487045"/>
          </a:xfrm>
          <a:prstGeom prst="rect">
            <a:avLst/>
          </a:prstGeom>
        </p:spPr>
        <p:txBody>
          <a:bodyPr wrap="square" lIns="0" tIns="57785" rIns="0" bIns="0" rtlCol="0" vert="horz">
            <a:spAutoFit/>
          </a:bodyPr>
          <a:lstStyle/>
          <a:p>
            <a:pPr marL="155575">
              <a:lnSpc>
                <a:spcPct val="100000"/>
              </a:lnSpc>
              <a:spcBef>
                <a:spcPts val="455"/>
              </a:spcBef>
            </a:pPr>
            <a:r>
              <a:rPr dirty="0" sz="2450" spc="-25">
                <a:latin typeface="Times New Roman"/>
                <a:cs typeface="Times New Roman"/>
              </a:rPr>
              <a:t>MAC</a:t>
            </a:r>
            <a:endParaRPr sz="2450">
              <a:latin typeface="Times New Roman"/>
              <a:cs typeface="Times New Roman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7627731" y="3671320"/>
            <a:ext cx="880744" cy="877569"/>
            <a:chOff x="7627731" y="3671320"/>
            <a:chExt cx="880744" cy="877569"/>
          </a:xfrm>
        </p:grpSpPr>
        <p:sp>
          <p:nvSpPr>
            <p:cNvPr id="13" name="object 13"/>
            <p:cNvSpPr/>
            <p:nvPr/>
          </p:nvSpPr>
          <p:spPr>
            <a:xfrm>
              <a:off x="7634303" y="3677893"/>
              <a:ext cx="868044" cy="864869"/>
            </a:xfrm>
            <a:custGeom>
              <a:avLst/>
              <a:gdLst/>
              <a:ahLst/>
              <a:cxnLst/>
              <a:rect l="l" t="t" r="r" b="b"/>
              <a:pathLst>
                <a:path w="868045" h="864870">
                  <a:moveTo>
                    <a:pt x="867537" y="0"/>
                  </a:moveTo>
                  <a:lnTo>
                    <a:pt x="0" y="0"/>
                  </a:lnTo>
                  <a:lnTo>
                    <a:pt x="0" y="864377"/>
                  </a:lnTo>
                  <a:lnTo>
                    <a:pt x="867537" y="864377"/>
                  </a:lnTo>
                  <a:lnTo>
                    <a:pt x="867537" y="0"/>
                  </a:lnTo>
                  <a:close/>
                </a:path>
              </a:pathLst>
            </a:custGeom>
            <a:solidFill>
              <a:srgbClr val="D7AE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7634304" y="3677892"/>
              <a:ext cx="868044" cy="864869"/>
            </a:xfrm>
            <a:custGeom>
              <a:avLst/>
              <a:gdLst/>
              <a:ahLst/>
              <a:cxnLst/>
              <a:rect l="l" t="t" r="r" b="b"/>
              <a:pathLst>
                <a:path w="868045" h="864870">
                  <a:moveTo>
                    <a:pt x="0" y="0"/>
                  </a:moveTo>
                  <a:lnTo>
                    <a:pt x="867536" y="0"/>
                  </a:lnTo>
                  <a:lnTo>
                    <a:pt x="867536" y="864377"/>
                  </a:lnTo>
                  <a:lnTo>
                    <a:pt x="0" y="864377"/>
                  </a:lnTo>
                  <a:lnTo>
                    <a:pt x="0" y="0"/>
                  </a:lnTo>
                  <a:close/>
                </a:path>
              </a:pathLst>
            </a:custGeom>
            <a:ln w="1314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7634303" y="3677893"/>
            <a:ext cx="868044" cy="864869"/>
          </a:xfrm>
          <a:prstGeom prst="rect">
            <a:avLst/>
          </a:prstGeom>
        </p:spPr>
        <p:txBody>
          <a:bodyPr wrap="square" lIns="0" tIns="50165" rIns="0" bIns="0" rtlCol="0" vert="horz">
            <a:spAutoFit/>
          </a:bodyPr>
          <a:lstStyle/>
          <a:p>
            <a:pPr marL="181610" marR="107314" indent="-61594">
              <a:lnSpc>
                <a:spcPct val="102099"/>
              </a:lnSpc>
              <a:spcBef>
                <a:spcPts val="395"/>
              </a:spcBef>
            </a:pPr>
            <a:r>
              <a:rPr dirty="0" sz="2450" spc="-25">
                <a:latin typeface="Times New Roman"/>
                <a:cs typeface="Times New Roman"/>
              </a:rPr>
              <a:t>VER IFY</a:t>
            </a:r>
            <a:endParaRPr sz="245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034193" y="3653242"/>
            <a:ext cx="1025525" cy="1050290"/>
          </a:xfrm>
          <a:prstGeom prst="rect">
            <a:avLst/>
          </a:prstGeom>
          <a:solidFill>
            <a:srgbClr val="00FCD6"/>
          </a:solidFill>
          <a:ln w="13145">
            <a:solidFill>
              <a:srgbClr val="929292"/>
            </a:solidFill>
          </a:ln>
        </p:spPr>
        <p:txBody>
          <a:bodyPr wrap="square" lIns="0" tIns="78105" rIns="0" bIns="0" rtlCol="0" vert="horz">
            <a:spAutoFit/>
          </a:bodyPr>
          <a:lstStyle/>
          <a:p>
            <a:pPr marL="238760" marR="103505" indent="-123189">
              <a:lnSpc>
                <a:spcPct val="101099"/>
              </a:lnSpc>
              <a:spcBef>
                <a:spcPts val="615"/>
              </a:spcBef>
            </a:pPr>
            <a:r>
              <a:rPr dirty="0" sz="2900" spc="-10">
                <a:latin typeface="Times New Roman"/>
                <a:cs typeface="Times New Roman"/>
              </a:rPr>
              <a:t>Clear </a:t>
            </a:r>
            <a:r>
              <a:rPr dirty="0" sz="2900" spc="-20">
                <a:latin typeface="Times New Roman"/>
                <a:cs typeface="Times New Roman"/>
              </a:rPr>
              <a:t>text</a:t>
            </a:r>
            <a:endParaRPr sz="2900">
              <a:latin typeface="Times New Roman"/>
              <a:cs typeface="Times New Roman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5182854" y="3980260"/>
            <a:ext cx="644525" cy="330835"/>
            <a:chOff x="5182854" y="3980260"/>
            <a:chExt cx="644525" cy="330835"/>
          </a:xfrm>
        </p:grpSpPr>
        <p:sp>
          <p:nvSpPr>
            <p:cNvPr id="18" name="object 18"/>
            <p:cNvSpPr/>
            <p:nvPr/>
          </p:nvSpPr>
          <p:spPr>
            <a:xfrm>
              <a:off x="5189427" y="3986834"/>
              <a:ext cx="631190" cy="317500"/>
            </a:xfrm>
            <a:custGeom>
              <a:avLst/>
              <a:gdLst/>
              <a:ahLst/>
              <a:cxnLst/>
              <a:rect l="l" t="t" r="r" b="b"/>
              <a:pathLst>
                <a:path w="631189" h="317500">
                  <a:moveTo>
                    <a:pt x="473201" y="0"/>
                  </a:moveTo>
                  <a:lnTo>
                    <a:pt x="473201" y="79288"/>
                  </a:lnTo>
                  <a:lnTo>
                    <a:pt x="0" y="79288"/>
                  </a:lnTo>
                  <a:lnTo>
                    <a:pt x="0" y="237867"/>
                  </a:lnTo>
                  <a:lnTo>
                    <a:pt x="473201" y="237867"/>
                  </a:lnTo>
                  <a:lnTo>
                    <a:pt x="473201" y="317155"/>
                  </a:lnTo>
                  <a:lnTo>
                    <a:pt x="630935" y="158578"/>
                  </a:lnTo>
                  <a:lnTo>
                    <a:pt x="47320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5189427" y="3986833"/>
              <a:ext cx="631190" cy="317500"/>
            </a:xfrm>
            <a:custGeom>
              <a:avLst/>
              <a:gdLst/>
              <a:ahLst/>
              <a:cxnLst/>
              <a:rect l="l" t="t" r="r" b="b"/>
              <a:pathLst>
                <a:path w="631189" h="317500">
                  <a:moveTo>
                    <a:pt x="0" y="79289"/>
                  </a:moveTo>
                  <a:lnTo>
                    <a:pt x="473201" y="79289"/>
                  </a:lnTo>
                  <a:lnTo>
                    <a:pt x="473201" y="0"/>
                  </a:lnTo>
                  <a:lnTo>
                    <a:pt x="630935" y="158578"/>
                  </a:lnTo>
                  <a:lnTo>
                    <a:pt x="473201" y="317156"/>
                  </a:lnTo>
                  <a:lnTo>
                    <a:pt x="473201" y="237867"/>
                  </a:lnTo>
                  <a:lnTo>
                    <a:pt x="0" y="237867"/>
                  </a:lnTo>
                  <a:lnTo>
                    <a:pt x="0" y="79289"/>
                  </a:lnTo>
                  <a:close/>
                </a:path>
              </a:pathLst>
            </a:custGeom>
            <a:ln w="131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0" name="object 20"/>
          <p:cNvGrpSpPr/>
          <p:nvPr/>
        </p:nvGrpSpPr>
        <p:grpSpPr>
          <a:xfrm>
            <a:off x="1830912" y="1352611"/>
            <a:ext cx="3988435" cy="4067810"/>
            <a:chOff x="1830912" y="1352611"/>
            <a:chExt cx="3988435" cy="4067810"/>
          </a:xfrm>
        </p:grpSpPr>
        <p:sp>
          <p:nvSpPr>
            <p:cNvPr id="21" name="object 21"/>
            <p:cNvSpPr/>
            <p:nvPr/>
          </p:nvSpPr>
          <p:spPr>
            <a:xfrm>
              <a:off x="1837580" y="3986834"/>
              <a:ext cx="394335" cy="317500"/>
            </a:xfrm>
            <a:custGeom>
              <a:avLst/>
              <a:gdLst/>
              <a:ahLst/>
              <a:cxnLst/>
              <a:rect l="l" t="t" r="r" b="b"/>
              <a:pathLst>
                <a:path w="394335" h="317500">
                  <a:moveTo>
                    <a:pt x="295751" y="0"/>
                  </a:moveTo>
                  <a:lnTo>
                    <a:pt x="295751" y="79288"/>
                  </a:lnTo>
                  <a:lnTo>
                    <a:pt x="0" y="79288"/>
                  </a:lnTo>
                  <a:lnTo>
                    <a:pt x="0" y="237867"/>
                  </a:lnTo>
                  <a:lnTo>
                    <a:pt x="295751" y="237867"/>
                  </a:lnTo>
                  <a:lnTo>
                    <a:pt x="295751" y="317155"/>
                  </a:lnTo>
                  <a:lnTo>
                    <a:pt x="394335" y="158578"/>
                  </a:lnTo>
                  <a:lnTo>
                    <a:pt x="29575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1837580" y="3986833"/>
              <a:ext cx="394335" cy="317500"/>
            </a:xfrm>
            <a:custGeom>
              <a:avLst/>
              <a:gdLst/>
              <a:ahLst/>
              <a:cxnLst/>
              <a:rect l="l" t="t" r="r" b="b"/>
              <a:pathLst>
                <a:path w="394335" h="317500">
                  <a:moveTo>
                    <a:pt x="0" y="79289"/>
                  </a:moveTo>
                  <a:lnTo>
                    <a:pt x="295751" y="79289"/>
                  </a:lnTo>
                  <a:lnTo>
                    <a:pt x="295751" y="0"/>
                  </a:lnTo>
                  <a:lnTo>
                    <a:pt x="394334" y="158578"/>
                  </a:lnTo>
                  <a:lnTo>
                    <a:pt x="295751" y="317156"/>
                  </a:lnTo>
                  <a:lnTo>
                    <a:pt x="295751" y="237867"/>
                  </a:lnTo>
                  <a:lnTo>
                    <a:pt x="0" y="237867"/>
                  </a:lnTo>
                  <a:lnTo>
                    <a:pt x="0" y="79289"/>
                  </a:lnTo>
                  <a:close/>
                </a:path>
              </a:pathLst>
            </a:custGeom>
            <a:ln w="1314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3414920" y="4004909"/>
              <a:ext cx="394335" cy="315595"/>
            </a:xfrm>
            <a:custGeom>
              <a:avLst/>
              <a:gdLst/>
              <a:ahLst/>
              <a:cxnLst/>
              <a:rect l="l" t="t" r="r" b="b"/>
              <a:pathLst>
                <a:path w="394335" h="315595">
                  <a:moveTo>
                    <a:pt x="295751" y="0"/>
                  </a:moveTo>
                  <a:lnTo>
                    <a:pt x="295751" y="78878"/>
                  </a:lnTo>
                  <a:lnTo>
                    <a:pt x="0" y="78878"/>
                  </a:lnTo>
                  <a:lnTo>
                    <a:pt x="0" y="236635"/>
                  </a:lnTo>
                  <a:lnTo>
                    <a:pt x="295751" y="236635"/>
                  </a:lnTo>
                  <a:lnTo>
                    <a:pt x="295751" y="315514"/>
                  </a:lnTo>
                  <a:lnTo>
                    <a:pt x="394333" y="157756"/>
                  </a:lnTo>
                  <a:lnTo>
                    <a:pt x="29575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3414920" y="4004909"/>
              <a:ext cx="394335" cy="315595"/>
            </a:xfrm>
            <a:custGeom>
              <a:avLst/>
              <a:gdLst/>
              <a:ahLst/>
              <a:cxnLst/>
              <a:rect l="l" t="t" r="r" b="b"/>
              <a:pathLst>
                <a:path w="394335" h="315595">
                  <a:moveTo>
                    <a:pt x="0" y="78878"/>
                  </a:moveTo>
                  <a:lnTo>
                    <a:pt x="295751" y="78878"/>
                  </a:lnTo>
                  <a:lnTo>
                    <a:pt x="295751" y="0"/>
                  </a:lnTo>
                  <a:lnTo>
                    <a:pt x="394334" y="157757"/>
                  </a:lnTo>
                  <a:lnTo>
                    <a:pt x="295751" y="315514"/>
                  </a:lnTo>
                  <a:lnTo>
                    <a:pt x="295751" y="236635"/>
                  </a:lnTo>
                  <a:lnTo>
                    <a:pt x="0" y="236635"/>
                  </a:lnTo>
                  <a:lnTo>
                    <a:pt x="0" y="78878"/>
                  </a:lnTo>
                  <a:close/>
                </a:path>
              </a:pathLst>
            </a:custGeom>
            <a:ln w="1314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2705117" y="4488041"/>
              <a:ext cx="197485" cy="925194"/>
            </a:xfrm>
            <a:custGeom>
              <a:avLst/>
              <a:gdLst/>
              <a:ahLst/>
              <a:cxnLst/>
              <a:rect l="l" t="t" r="r" b="b"/>
              <a:pathLst>
                <a:path w="197485" h="925195">
                  <a:moveTo>
                    <a:pt x="98583" y="0"/>
                  </a:moveTo>
                  <a:lnTo>
                    <a:pt x="0" y="231294"/>
                  </a:lnTo>
                  <a:lnTo>
                    <a:pt x="49291" y="231294"/>
                  </a:lnTo>
                  <a:lnTo>
                    <a:pt x="49291" y="925179"/>
                  </a:lnTo>
                  <a:lnTo>
                    <a:pt x="147874" y="925179"/>
                  </a:lnTo>
                  <a:lnTo>
                    <a:pt x="147874" y="231294"/>
                  </a:lnTo>
                  <a:lnTo>
                    <a:pt x="197167" y="231294"/>
                  </a:lnTo>
                  <a:lnTo>
                    <a:pt x="98583" y="0"/>
                  </a:lnTo>
                  <a:close/>
                </a:path>
              </a:pathLst>
            </a:custGeom>
            <a:solidFill>
              <a:srgbClr val="FF26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2705117" y="4488040"/>
              <a:ext cx="197485" cy="925194"/>
            </a:xfrm>
            <a:custGeom>
              <a:avLst/>
              <a:gdLst/>
              <a:ahLst/>
              <a:cxnLst/>
              <a:rect l="l" t="t" r="r" b="b"/>
              <a:pathLst>
                <a:path w="197485" h="925195">
                  <a:moveTo>
                    <a:pt x="0" y="231295"/>
                  </a:moveTo>
                  <a:lnTo>
                    <a:pt x="98583" y="0"/>
                  </a:lnTo>
                  <a:lnTo>
                    <a:pt x="197167" y="231295"/>
                  </a:lnTo>
                  <a:lnTo>
                    <a:pt x="147875" y="231295"/>
                  </a:lnTo>
                  <a:lnTo>
                    <a:pt x="147875" y="925179"/>
                  </a:lnTo>
                  <a:lnTo>
                    <a:pt x="49291" y="925179"/>
                  </a:lnTo>
                  <a:lnTo>
                    <a:pt x="49291" y="231295"/>
                  </a:lnTo>
                  <a:lnTo>
                    <a:pt x="0" y="231295"/>
                  </a:lnTo>
                  <a:close/>
                </a:path>
              </a:pathLst>
            </a:custGeom>
            <a:ln w="13144">
              <a:solidFill>
                <a:srgbClr val="FF26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5137378" y="2090169"/>
              <a:ext cx="675005" cy="1524635"/>
            </a:xfrm>
            <a:custGeom>
              <a:avLst/>
              <a:gdLst/>
              <a:ahLst/>
              <a:cxnLst/>
              <a:rect l="l" t="t" r="r" b="b"/>
              <a:pathLst>
                <a:path w="675004" h="1524635">
                  <a:moveTo>
                    <a:pt x="0" y="887510"/>
                  </a:moveTo>
                  <a:lnTo>
                    <a:pt x="115489" y="1524064"/>
                  </a:lnTo>
                  <a:lnTo>
                    <a:pt x="674729" y="1320741"/>
                  </a:lnTo>
                  <a:lnTo>
                    <a:pt x="506050" y="1212435"/>
                  </a:lnTo>
                  <a:lnTo>
                    <a:pt x="530474" y="1152131"/>
                  </a:lnTo>
                  <a:lnTo>
                    <a:pt x="552769" y="1092631"/>
                  </a:lnTo>
                  <a:lnTo>
                    <a:pt x="572950" y="1034001"/>
                  </a:lnTo>
                  <a:lnTo>
                    <a:pt x="584915" y="995817"/>
                  </a:lnTo>
                  <a:lnTo>
                    <a:pt x="168678" y="995817"/>
                  </a:lnTo>
                  <a:lnTo>
                    <a:pt x="0" y="887510"/>
                  </a:lnTo>
                  <a:close/>
                </a:path>
                <a:path w="675004" h="1524635">
                  <a:moveTo>
                    <a:pt x="260052" y="0"/>
                  </a:moveTo>
                  <a:lnTo>
                    <a:pt x="287783" y="68198"/>
                  </a:lnTo>
                  <a:lnTo>
                    <a:pt x="298711" y="105069"/>
                  </a:lnTo>
                  <a:lnTo>
                    <a:pt x="307649" y="143515"/>
                  </a:lnTo>
                  <a:lnTo>
                    <a:pt x="314725" y="183979"/>
                  </a:lnTo>
                  <a:lnTo>
                    <a:pt x="319825" y="225872"/>
                  </a:lnTo>
                  <a:lnTo>
                    <a:pt x="322997" y="269290"/>
                  </a:lnTo>
                  <a:lnTo>
                    <a:pt x="324246" y="314160"/>
                  </a:lnTo>
                  <a:lnTo>
                    <a:pt x="323580" y="360407"/>
                  </a:lnTo>
                  <a:lnTo>
                    <a:pt x="321006" y="407957"/>
                  </a:lnTo>
                  <a:lnTo>
                    <a:pt x="316530" y="456737"/>
                  </a:lnTo>
                  <a:lnTo>
                    <a:pt x="310160" y="506671"/>
                  </a:lnTo>
                  <a:lnTo>
                    <a:pt x="301901" y="557686"/>
                  </a:lnTo>
                  <a:lnTo>
                    <a:pt x="291761" y="609708"/>
                  </a:lnTo>
                  <a:lnTo>
                    <a:pt x="279747" y="662663"/>
                  </a:lnTo>
                  <a:lnTo>
                    <a:pt x="265865" y="716475"/>
                  </a:lnTo>
                  <a:lnTo>
                    <a:pt x="250122" y="771072"/>
                  </a:lnTo>
                  <a:lnTo>
                    <a:pt x="232525" y="826379"/>
                  </a:lnTo>
                  <a:lnTo>
                    <a:pt x="213081" y="882321"/>
                  </a:lnTo>
                  <a:lnTo>
                    <a:pt x="191796" y="938825"/>
                  </a:lnTo>
                  <a:lnTo>
                    <a:pt x="168678" y="995817"/>
                  </a:lnTo>
                  <a:lnTo>
                    <a:pt x="584915" y="995817"/>
                  </a:lnTo>
                  <a:lnTo>
                    <a:pt x="607020" y="919607"/>
                  </a:lnTo>
                  <a:lnTo>
                    <a:pt x="620935" y="863972"/>
                  </a:lnTo>
                  <a:lnTo>
                    <a:pt x="632788" y="809466"/>
                  </a:lnTo>
                  <a:lnTo>
                    <a:pt x="642592" y="756152"/>
                  </a:lnTo>
                  <a:lnTo>
                    <a:pt x="650359" y="704095"/>
                  </a:lnTo>
                  <a:lnTo>
                    <a:pt x="656104" y="653360"/>
                  </a:lnTo>
                  <a:lnTo>
                    <a:pt x="659838" y="604012"/>
                  </a:lnTo>
                  <a:lnTo>
                    <a:pt x="661519" y="557686"/>
                  </a:lnTo>
                  <a:lnTo>
                    <a:pt x="661576" y="556114"/>
                  </a:lnTo>
                  <a:lnTo>
                    <a:pt x="661330" y="509733"/>
                  </a:lnTo>
                  <a:lnTo>
                    <a:pt x="659114" y="464932"/>
                  </a:lnTo>
                  <a:lnTo>
                    <a:pt x="654940" y="421777"/>
                  </a:lnTo>
                  <a:lnTo>
                    <a:pt x="648822" y="380331"/>
                  </a:lnTo>
                  <a:lnTo>
                    <a:pt x="640773" y="340659"/>
                  </a:lnTo>
                  <a:lnTo>
                    <a:pt x="630806" y="302827"/>
                  </a:lnTo>
                  <a:lnTo>
                    <a:pt x="605170" y="232938"/>
                  </a:lnTo>
                  <a:lnTo>
                    <a:pt x="572019" y="171182"/>
                  </a:lnTo>
                  <a:lnTo>
                    <a:pt x="531458" y="118075"/>
                  </a:lnTo>
                  <a:lnTo>
                    <a:pt x="483593" y="74135"/>
                  </a:lnTo>
                  <a:lnTo>
                    <a:pt x="428527" y="39878"/>
                  </a:lnTo>
                  <a:lnTo>
                    <a:pt x="366367" y="15823"/>
                  </a:lnTo>
                  <a:lnTo>
                    <a:pt x="297216" y="2487"/>
                  </a:lnTo>
                  <a:lnTo>
                    <a:pt x="260052" y="0"/>
                  </a:lnTo>
                  <a:close/>
                </a:path>
              </a:pathLst>
            </a:custGeom>
            <a:solidFill>
              <a:srgbClr val="FFFB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3903394" y="1873027"/>
              <a:ext cx="1694814" cy="1091565"/>
            </a:xfrm>
            <a:custGeom>
              <a:avLst/>
              <a:gdLst/>
              <a:ahLst/>
              <a:cxnLst/>
              <a:rect l="l" t="t" r="r" b="b"/>
              <a:pathLst>
                <a:path w="1694814" h="1091564">
                  <a:moveTo>
                    <a:pt x="1145170" y="0"/>
                  </a:moveTo>
                  <a:lnTo>
                    <a:pt x="1076095" y="4207"/>
                  </a:lnTo>
                  <a:lnTo>
                    <a:pt x="1004068" y="17294"/>
                  </a:lnTo>
                  <a:lnTo>
                    <a:pt x="967086" y="27084"/>
                  </a:lnTo>
                  <a:lnTo>
                    <a:pt x="929532" y="38994"/>
                  </a:lnTo>
                  <a:lnTo>
                    <a:pt x="891461" y="52992"/>
                  </a:lnTo>
                  <a:lnTo>
                    <a:pt x="852928" y="69043"/>
                  </a:lnTo>
                  <a:lnTo>
                    <a:pt x="813988" y="87116"/>
                  </a:lnTo>
                  <a:lnTo>
                    <a:pt x="774697" y="107176"/>
                  </a:lnTo>
                  <a:lnTo>
                    <a:pt x="735109" y="129191"/>
                  </a:lnTo>
                  <a:lnTo>
                    <a:pt x="695280" y="153127"/>
                  </a:lnTo>
                  <a:lnTo>
                    <a:pt x="655265" y="178951"/>
                  </a:lnTo>
                  <a:lnTo>
                    <a:pt x="615119" y="206630"/>
                  </a:lnTo>
                  <a:lnTo>
                    <a:pt x="574897" y="236132"/>
                  </a:lnTo>
                  <a:lnTo>
                    <a:pt x="534654" y="267422"/>
                  </a:lnTo>
                  <a:lnTo>
                    <a:pt x="494447" y="300467"/>
                  </a:lnTo>
                  <a:lnTo>
                    <a:pt x="454329" y="335235"/>
                  </a:lnTo>
                  <a:lnTo>
                    <a:pt x="414356" y="371693"/>
                  </a:lnTo>
                  <a:lnTo>
                    <a:pt x="374583" y="409806"/>
                  </a:lnTo>
                  <a:lnTo>
                    <a:pt x="335065" y="449543"/>
                  </a:lnTo>
                  <a:lnTo>
                    <a:pt x="295858" y="490869"/>
                  </a:lnTo>
                  <a:lnTo>
                    <a:pt x="257017" y="533752"/>
                  </a:lnTo>
                  <a:lnTo>
                    <a:pt x="218596" y="578158"/>
                  </a:lnTo>
                  <a:lnTo>
                    <a:pt x="180652" y="624055"/>
                  </a:lnTo>
                  <a:lnTo>
                    <a:pt x="143238" y="671409"/>
                  </a:lnTo>
                  <a:lnTo>
                    <a:pt x="106411" y="720187"/>
                  </a:lnTo>
                  <a:lnTo>
                    <a:pt x="70226" y="770356"/>
                  </a:lnTo>
                  <a:lnTo>
                    <a:pt x="34737" y="821883"/>
                  </a:lnTo>
                  <a:lnTo>
                    <a:pt x="0" y="874734"/>
                  </a:lnTo>
                  <a:lnTo>
                    <a:pt x="337370" y="1091354"/>
                  </a:lnTo>
                  <a:lnTo>
                    <a:pt x="372107" y="1038503"/>
                  </a:lnTo>
                  <a:lnTo>
                    <a:pt x="407596" y="986976"/>
                  </a:lnTo>
                  <a:lnTo>
                    <a:pt x="443782" y="936807"/>
                  </a:lnTo>
                  <a:lnTo>
                    <a:pt x="480609" y="888029"/>
                  </a:lnTo>
                  <a:lnTo>
                    <a:pt x="518023" y="840675"/>
                  </a:lnTo>
                  <a:lnTo>
                    <a:pt x="555967" y="794778"/>
                  </a:lnTo>
                  <a:lnTo>
                    <a:pt x="594388" y="750372"/>
                  </a:lnTo>
                  <a:lnTo>
                    <a:pt x="633230" y="707489"/>
                  </a:lnTo>
                  <a:lnTo>
                    <a:pt x="672437" y="666163"/>
                  </a:lnTo>
                  <a:lnTo>
                    <a:pt x="711954" y="626426"/>
                  </a:lnTo>
                  <a:lnTo>
                    <a:pt x="751727" y="588313"/>
                  </a:lnTo>
                  <a:lnTo>
                    <a:pt x="791700" y="551855"/>
                  </a:lnTo>
                  <a:lnTo>
                    <a:pt x="831818" y="517087"/>
                  </a:lnTo>
                  <a:lnTo>
                    <a:pt x="872026" y="484042"/>
                  </a:lnTo>
                  <a:lnTo>
                    <a:pt x="912268" y="452752"/>
                  </a:lnTo>
                  <a:lnTo>
                    <a:pt x="952490" y="423250"/>
                  </a:lnTo>
                  <a:lnTo>
                    <a:pt x="992636" y="395571"/>
                  </a:lnTo>
                  <a:lnTo>
                    <a:pt x="1032651" y="369747"/>
                  </a:lnTo>
                  <a:lnTo>
                    <a:pt x="1072480" y="345811"/>
                  </a:lnTo>
                  <a:lnTo>
                    <a:pt x="1112068" y="323796"/>
                  </a:lnTo>
                  <a:lnTo>
                    <a:pt x="1151360" y="303736"/>
                  </a:lnTo>
                  <a:lnTo>
                    <a:pt x="1190300" y="285664"/>
                  </a:lnTo>
                  <a:lnTo>
                    <a:pt x="1228833" y="269612"/>
                  </a:lnTo>
                  <a:lnTo>
                    <a:pt x="1266904" y="255614"/>
                  </a:lnTo>
                  <a:lnTo>
                    <a:pt x="1304458" y="243704"/>
                  </a:lnTo>
                  <a:lnTo>
                    <a:pt x="1341440" y="233914"/>
                  </a:lnTo>
                  <a:lnTo>
                    <a:pt x="1413466" y="220827"/>
                  </a:lnTo>
                  <a:lnTo>
                    <a:pt x="1482541" y="216620"/>
                  </a:lnTo>
                  <a:lnTo>
                    <a:pt x="1602763" y="216620"/>
                  </a:lnTo>
                  <a:lnTo>
                    <a:pt x="1357321" y="59026"/>
                  </a:lnTo>
                  <a:lnTo>
                    <a:pt x="1302050" y="30068"/>
                  </a:lnTo>
                  <a:lnTo>
                    <a:pt x="1242284" y="10917"/>
                  </a:lnTo>
                  <a:lnTo>
                    <a:pt x="1178463" y="1308"/>
                  </a:lnTo>
                  <a:lnTo>
                    <a:pt x="1145170" y="0"/>
                  </a:lnTo>
                  <a:close/>
                </a:path>
                <a:path w="1694814" h="1091564">
                  <a:moveTo>
                    <a:pt x="1602763" y="216620"/>
                  </a:moveTo>
                  <a:lnTo>
                    <a:pt x="1482541" y="216620"/>
                  </a:lnTo>
                  <a:lnTo>
                    <a:pt x="1515834" y="217928"/>
                  </a:lnTo>
                  <a:lnTo>
                    <a:pt x="1548224" y="221556"/>
                  </a:lnTo>
                  <a:lnTo>
                    <a:pt x="1610073" y="235903"/>
                  </a:lnTo>
                  <a:lnTo>
                    <a:pt x="1667647" y="259924"/>
                  </a:lnTo>
                  <a:lnTo>
                    <a:pt x="1694693" y="275646"/>
                  </a:lnTo>
                  <a:lnTo>
                    <a:pt x="1602763" y="216620"/>
                  </a:lnTo>
                  <a:close/>
                </a:path>
              </a:pathLst>
            </a:custGeom>
            <a:solidFill>
              <a:srgbClr val="D6D3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3903394" y="1873027"/>
              <a:ext cx="1908810" cy="1741805"/>
            </a:xfrm>
            <a:custGeom>
              <a:avLst/>
              <a:gdLst/>
              <a:ahLst/>
              <a:cxnLst/>
              <a:rect l="l" t="t" r="r" b="b"/>
              <a:pathLst>
                <a:path w="1908810" h="1741804">
                  <a:moveTo>
                    <a:pt x="1694692" y="275646"/>
                  </a:moveTo>
                  <a:lnTo>
                    <a:pt x="1667646" y="259924"/>
                  </a:lnTo>
                  <a:lnTo>
                    <a:pt x="1639421" y="246688"/>
                  </a:lnTo>
                  <a:lnTo>
                    <a:pt x="1579655" y="227537"/>
                  </a:lnTo>
                  <a:lnTo>
                    <a:pt x="1515834" y="217928"/>
                  </a:lnTo>
                  <a:lnTo>
                    <a:pt x="1482541" y="216619"/>
                  </a:lnTo>
                  <a:lnTo>
                    <a:pt x="1448400" y="217597"/>
                  </a:lnTo>
                  <a:lnTo>
                    <a:pt x="1377794" y="226277"/>
                  </a:lnTo>
                  <a:lnTo>
                    <a:pt x="1304457" y="243704"/>
                  </a:lnTo>
                  <a:lnTo>
                    <a:pt x="1266903" y="255614"/>
                  </a:lnTo>
                  <a:lnTo>
                    <a:pt x="1228832" y="269612"/>
                  </a:lnTo>
                  <a:lnTo>
                    <a:pt x="1190299" y="285663"/>
                  </a:lnTo>
                  <a:lnTo>
                    <a:pt x="1151359" y="303736"/>
                  </a:lnTo>
                  <a:lnTo>
                    <a:pt x="1112068" y="323796"/>
                  </a:lnTo>
                  <a:lnTo>
                    <a:pt x="1072480" y="345810"/>
                  </a:lnTo>
                  <a:lnTo>
                    <a:pt x="1032651" y="369746"/>
                  </a:lnTo>
                  <a:lnTo>
                    <a:pt x="992636" y="395571"/>
                  </a:lnTo>
                  <a:lnTo>
                    <a:pt x="952490" y="423250"/>
                  </a:lnTo>
                  <a:lnTo>
                    <a:pt x="912268" y="452751"/>
                  </a:lnTo>
                  <a:lnTo>
                    <a:pt x="872025" y="484041"/>
                  </a:lnTo>
                  <a:lnTo>
                    <a:pt x="831818" y="517087"/>
                  </a:lnTo>
                  <a:lnTo>
                    <a:pt x="791700" y="551855"/>
                  </a:lnTo>
                  <a:lnTo>
                    <a:pt x="751727" y="588312"/>
                  </a:lnTo>
                  <a:lnTo>
                    <a:pt x="711954" y="626426"/>
                  </a:lnTo>
                  <a:lnTo>
                    <a:pt x="672437" y="666162"/>
                  </a:lnTo>
                  <a:lnTo>
                    <a:pt x="633229" y="707489"/>
                  </a:lnTo>
                  <a:lnTo>
                    <a:pt x="594388" y="750371"/>
                  </a:lnTo>
                  <a:lnTo>
                    <a:pt x="555967" y="794778"/>
                  </a:lnTo>
                  <a:lnTo>
                    <a:pt x="518023" y="840675"/>
                  </a:lnTo>
                  <a:lnTo>
                    <a:pt x="480609" y="888029"/>
                  </a:lnTo>
                  <a:lnTo>
                    <a:pt x="443782" y="936807"/>
                  </a:lnTo>
                  <a:lnTo>
                    <a:pt x="407596" y="986976"/>
                  </a:lnTo>
                  <a:lnTo>
                    <a:pt x="372107" y="1038502"/>
                  </a:lnTo>
                  <a:lnTo>
                    <a:pt x="337370" y="1091353"/>
                  </a:lnTo>
                  <a:lnTo>
                    <a:pt x="0" y="874734"/>
                  </a:lnTo>
                  <a:lnTo>
                    <a:pt x="34737" y="821882"/>
                  </a:lnTo>
                  <a:lnTo>
                    <a:pt x="70226" y="770356"/>
                  </a:lnTo>
                  <a:lnTo>
                    <a:pt x="106411" y="720187"/>
                  </a:lnTo>
                  <a:lnTo>
                    <a:pt x="143238" y="671409"/>
                  </a:lnTo>
                  <a:lnTo>
                    <a:pt x="180652" y="624055"/>
                  </a:lnTo>
                  <a:lnTo>
                    <a:pt x="218596" y="578158"/>
                  </a:lnTo>
                  <a:lnTo>
                    <a:pt x="257017" y="533752"/>
                  </a:lnTo>
                  <a:lnTo>
                    <a:pt x="295858" y="490869"/>
                  </a:lnTo>
                  <a:lnTo>
                    <a:pt x="335065" y="449542"/>
                  </a:lnTo>
                  <a:lnTo>
                    <a:pt x="374583" y="409806"/>
                  </a:lnTo>
                  <a:lnTo>
                    <a:pt x="414356" y="371692"/>
                  </a:lnTo>
                  <a:lnTo>
                    <a:pt x="454329" y="335235"/>
                  </a:lnTo>
                  <a:lnTo>
                    <a:pt x="494447" y="300467"/>
                  </a:lnTo>
                  <a:lnTo>
                    <a:pt x="534654" y="267421"/>
                  </a:lnTo>
                  <a:lnTo>
                    <a:pt x="574897" y="236131"/>
                  </a:lnTo>
                  <a:lnTo>
                    <a:pt x="615118" y="206630"/>
                  </a:lnTo>
                  <a:lnTo>
                    <a:pt x="655264" y="178951"/>
                  </a:lnTo>
                  <a:lnTo>
                    <a:pt x="695280" y="153127"/>
                  </a:lnTo>
                  <a:lnTo>
                    <a:pt x="735109" y="129191"/>
                  </a:lnTo>
                  <a:lnTo>
                    <a:pt x="774696" y="107176"/>
                  </a:lnTo>
                  <a:lnTo>
                    <a:pt x="813988" y="87116"/>
                  </a:lnTo>
                  <a:lnTo>
                    <a:pt x="852928" y="69043"/>
                  </a:lnTo>
                  <a:lnTo>
                    <a:pt x="891461" y="52992"/>
                  </a:lnTo>
                  <a:lnTo>
                    <a:pt x="929532" y="38994"/>
                  </a:lnTo>
                  <a:lnTo>
                    <a:pt x="967086" y="27084"/>
                  </a:lnTo>
                  <a:lnTo>
                    <a:pt x="1004068" y="17294"/>
                  </a:lnTo>
                  <a:lnTo>
                    <a:pt x="1076094" y="4207"/>
                  </a:lnTo>
                  <a:lnTo>
                    <a:pt x="1145169" y="0"/>
                  </a:lnTo>
                  <a:lnTo>
                    <a:pt x="1178462" y="1308"/>
                  </a:lnTo>
                  <a:lnTo>
                    <a:pt x="1242283" y="10917"/>
                  </a:lnTo>
                  <a:lnTo>
                    <a:pt x="1302050" y="30068"/>
                  </a:lnTo>
                  <a:lnTo>
                    <a:pt x="1357320" y="59026"/>
                  </a:lnTo>
                  <a:lnTo>
                    <a:pt x="1694692" y="275646"/>
                  </a:lnTo>
                  <a:lnTo>
                    <a:pt x="1722531" y="295508"/>
                  </a:lnTo>
                  <a:lnTo>
                    <a:pt x="1748307" y="317968"/>
                  </a:lnTo>
                  <a:lnTo>
                    <a:pt x="1793660" y="370366"/>
                  </a:lnTo>
                  <a:lnTo>
                    <a:pt x="1830724" y="432201"/>
                  </a:lnTo>
                  <a:lnTo>
                    <a:pt x="1859476" y="502838"/>
                  </a:lnTo>
                  <a:lnTo>
                    <a:pt x="1870727" y="541258"/>
                  </a:lnTo>
                  <a:lnTo>
                    <a:pt x="1879890" y="581639"/>
                  </a:lnTo>
                  <a:lnTo>
                    <a:pt x="1886962" y="623903"/>
                  </a:lnTo>
                  <a:lnTo>
                    <a:pt x="1891941" y="667969"/>
                  </a:lnTo>
                  <a:lnTo>
                    <a:pt x="1894822" y="713758"/>
                  </a:lnTo>
                  <a:lnTo>
                    <a:pt x="1895604" y="761190"/>
                  </a:lnTo>
                  <a:lnTo>
                    <a:pt x="1894282" y="810186"/>
                  </a:lnTo>
                  <a:lnTo>
                    <a:pt x="1890854" y="860666"/>
                  </a:lnTo>
                  <a:lnTo>
                    <a:pt x="1885316" y="912550"/>
                  </a:lnTo>
                  <a:lnTo>
                    <a:pt x="1877666" y="965759"/>
                  </a:lnTo>
                  <a:lnTo>
                    <a:pt x="1867900" y="1020213"/>
                  </a:lnTo>
                  <a:lnTo>
                    <a:pt x="1856015" y="1075833"/>
                  </a:lnTo>
                  <a:lnTo>
                    <a:pt x="1842008" y="1132540"/>
                  </a:lnTo>
                  <a:lnTo>
                    <a:pt x="1825876" y="1190252"/>
                  </a:lnTo>
                  <a:lnTo>
                    <a:pt x="1807616" y="1248892"/>
                  </a:lnTo>
                  <a:lnTo>
                    <a:pt x="1787224" y="1308379"/>
                  </a:lnTo>
                  <a:lnTo>
                    <a:pt x="1764698" y="1368634"/>
                  </a:lnTo>
                  <a:lnTo>
                    <a:pt x="1740034" y="1429577"/>
                  </a:lnTo>
                  <a:lnTo>
                    <a:pt x="1908713" y="1537884"/>
                  </a:lnTo>
                  <a:lnTo>
                    <a:pt x="1349474" y="1741206"/>
                  </a:lnTo>
                  <a:lnTo>
                    <a:pt x="1233984" y="1104652"/>
                  </a:lnTo>
                  <a:lnTo>
                    <a:pt x="1402662" y="1212958"/>
                  </a:lnTo>
                  <a:lnTo>
                    <a:pt x="1425780" y="1155966"/>
                  </a:lnTo>
                  <a:lnTo>
                    <a:pt x="1447065" y="1099462"/>
                  </a:lnTo>
                  <a:lnTo>
                    <a:pt x="1466509" y="1043520"/>
                  </a:lnTo>
                  <a:lnTo>
                    <a:pt x="1484105" y="988213"/>
                  </a:lnTo>
                  <a:lnTo>
                    <a:pt x="1499848" y="933617"/>
                  </a:lnTo>
                  <a:lnTo>
                    <a:pt x="1513730" y="879804"/>
                  </a:lnTo>
                  <a:lnTo>
                    <a:pt x="1525744" y="826850"/>
                  </a:lnTo>
                  <a:lnTo>
                    <a:pt x="1535884" y="774828"/>
                  </a:lnTo>
                  <a:lnTo>
                    <a:pt x="1544143" y="723813"/>
                  </a:lnTo>
                  <a:lnTo>
                    <a:pt x="1550514" y="673879"/>
                  </a:lnTo>
                  <a:lnTo>
                    <a:pt x="1554990" y="625099"/>
                  </a:lnTo>
                  <a:lnTo>
                    <a:pt x="1557564" y="577549"/>
                  </a:lnTo>
                  <a:lnTo>
                    <a:pt x="1558230" y="531302"/>
                  </a:lnTo>
                  <a:lnTo>
                    <a:pt x="1556981" y="486432"/>
                  </a:lnTo>
                  <a:lnTo>
                    <a:pt x="1553809" y="443014"/>
                  </a:lnTo>
                  <a:lnTo>
                    <a:pt x="1548709" y="401122"/>
                  </a:lnTo>
                  <a:lnTo>
                    <a:pt x="1541673" y="360829"/>
                  </a:lnTo>
                  <a:lnTo>
                    <a:pt x="1532694" y="322211"/>
                  </a:lnTo>
                  <a:lnTo>
                    <a:pt x="1521767" y="285341"/>
                  </a:lnTo>
                  <a:lnTo>
                    <a:pt x="1508883" y="250293"/>
                  </a:lnTo>
                  <a:lnTo>
                    <a:pt x="1494036" y="217142"/>
                  </a:lnTo>
                </a:path>
              </a:pathLst>
            </a:custGeom>
            <a:ln w="13145">
              <a:solidFill>
                <a:srgbClr val="73A4F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4249803" y="1357690"/>
              <a:ext cx="1490345" cy="467995"/>
            </a:xfrm>
            <a:custGeom>
              <a:avLst/>
              <a:gdLst/>
              <a:ahLst/>
              <a:cxnLst/>
              <a:rect l="l" t="t" r="r" b="b"/>
              <a:pathLst>
                <a:path w="1490345" h="467994">
                  <a:moveTo>
                    <a:pt x="99636" y="160781"/>
                  </a:moveTo>
                  <a:lnTo>
                    <a:pt x="0" y="221009"/>
                  </a:lnTo>
                  <a:lnTo>
                    <a:pt x="269" y="221009"/>
                  </a:lnTo>
                  <a:lnTo>
                    <a:pt x="147705" y="464991"/>
                  </a:lnTo>
                  <a:lnTo>
                    <a:pt x="209403" y="427697"/>
                  </a:lnTo>
                  <a:lnTo>
                    <a:pt x="96940" y="241589"/>
                  </a:lnTo>
                  <a:lnTo>
                    <a:pt x="181775" y="241589"/>
                  </a:lnTo>
                  <a:lnTo>
                    <a:pt x="99636" y="160781"/>
                  </a:lnTo>
                  <a:close/>
                </a:path>
                <a:path w="1490345" h="467994">
                  <a:moveTo>
                    <a:pt x="181775" y="241589"/>
                  </a:moveTo>
                  <a:lnTo>
                    <a:pt x="96940" y="241589"/>
                  </a:lnTo>
                  <a:lnTo>
                    <a:pt x="256907" y="398983"/>
                  </a:lnTo>
                  <a:lnTo>
                    <a:pt x="312800" y="365197"/>
                  </a:lnTo>
                  <a:lnTo>
                    <a:pt x="289021" y="286409"/>
                  </a:lnTo>
                  <a:lnTo>
                    <a:pt x="227332" y="286409"/>
                  </a:lnTo>
                  <a:lnTo>
                    <a:pt x="181775" y="241589"/>
                  </a:lnTo>
                  <a:close/>
                </a:path>
                <a:path w="1490345" h="467994">
                  <a:moveTo>
                    <a:pt x="332183" y="150310"/>
                  </a:moveTo>
                  <a:lnTo>
                    <a:pt x="247947" y="150310"/>
                  </a:lnTo>
                  <a:lnTo>
                    <a:pt x="360409" y="336417"/>
                  </a:lnTo>
                  <a:lnTo>
                    <a:pt x="422109" y="299124"/>
                  </a:lnTo>
                  <a:lnTo>
                    <a:pt x="332183" y="150310"/>
                  </a:lnTo>
                  <a:close/>
                </a:path>
                <a:path w="1490345" h="467994">
                  <a:moveTo>
                    <a:pt x="553141" y="85875"/>
                  </a:moveTo>
                  <a:lnTo>
                    <a:pt x="498892" y="93562"/>
                  </a:lnTo>
                  <a:lnTo>
                    <a:pt x="458575" y="115039"/>
                  </a:lnTo>
                  <a:lnTo>
                    <a:pt x="432011" y="149108"/>
                  </a:lnTo>
                  <a:lnTo>
                    <a:pt x="421963" y="190042"/>
                  </a:lnTo>
                  <a:lnTo>
                    <a:pt x="423305" y="212726"/>
                  </a:lnTo>
                  <a:lnTo>
                    <a:pt x="439352" y="256840"/>
                  </a:lnTo>
                  <a:lnTo>
                    <a:pt x="472613" y="288561"/>
                  </a:lnTo>
                  <a:lnTo>
                    <a:pt x="510463" y="302168"/>
                  </a:lnTo>
                  <a:lnTo>
                    <a:pt x="532225" y="303750"/>
                  </a:lnTo>
                  <a:lnTo>
                    <a:pt x="555878" y="301852"/>
                  </a:lnTo>
                  <a:lnTo>
                    <a:pt x="603929" y="287036"/>
                  </a:lnTo>
                  <a:lnTo>
                    <a:pt x="637790" y="258907"/>
                  </a:lnTo>
                  <a:lnTo>
                    <a:pt x="643709" y="249365"/>
                  </a:lnTo>
                  <a:lnTo>
                    <a:pt x="540247" y="249365"/>
                  </a:lnTo>
                  <a:lnTo>
                    <a:pt x="532607" y="247979"/>
                  </a:lnTo>
                  <a:lnTo>
                    <a:pt x="504339" y="213918"/>
                  </a:lnTo>
                  <a:lnTo>
                    <a:pt x="504284" y="213758"/>
                  </a:lnTo>
                  <a:lnTo>
                    <a:pt x="501699" y="201040"/>
                  </a:lnTo>
                  <a:lnTo>
                    <a:pt x="500685" y="190042"/>
                  </a:lnTo>
                  <a:lnTo>
                    <a:pt x="500575" y="188846"/>
                  </a:lnTo>
                  <a:lnTo>
                    <a:pt x="511932" y="152466"/>
                  </a:lnTo>
                  <a:lnTo>
                    <a:pt x="540919" y="141406"/>
                  </a:lnTo>
                  <a:lnTo>
                    <a:pt x="646508" y="141406"/>
                  </a:lnTo>
                  <a:lnTo>
                    <a:pt x="645551" y="139120"/>
                  </a:lnTo>
                  <a:lnTo>
                    <a:pt x="635192" y="123428"/>
                  </a:lnTo>
                  <a:lnTo>
                    <a:pt x="621932" y="109865"/>
                  </a:lnTo>
                  <a:lnTo>
                    <a:pt x="602089" y="96856"/>
                  </a:lnTo>
                  <a:lnTo>
                    <a:pt x="579159" y="88860"/>
                  </a:lnTo>
                  <a:lnTo>
                    <a:pt x="553141" y="85875"/>
                  </a:lnTo>
                  <a:close/>
                </a:path>
                <a:path w="1490345" h="467994">
                  <a:moveTo>
                    <a:pt x="274601" y="55021"/>
                  </a:moveTo>
                  <a:lnTo>
                    <a:pt x="175566" y="114885"/>
                  </a:lnTo>
                  <a:lnTo>
                    <a:pt x="227332" y="286409"/>
                  </a:lnTo>
                  <a:lnTo>
                    <a:pt x="289021" y="286409"/>
                  </a:lnTo>
                  <a:lnTo>
                    <a:pt x="247947" y="150310"/>
                  </a:lnTo>
                  <a:lnTo>
                    <a:pt x="332183" y="150310"/>
                  </a:lnTo>
                  <a:lnTo>
                    <a:pt x="274601" y="55021"/>
                  </a:lnTo>
                  <a:close/>
                </a:path>
                <a:path w="1490345" h="467994">
                  <a:moveTo>
                    <a:pt x="646508" y="141406"/>
                  </a:moveTo>
                  <a:lnTo>
                    <a:pt x="540919" y="141406"/>
                  </a:lnTo>
                  <a:lnTo>
                    <a:pt x="548359" y="142803"/>
                  </a:lnTo>
                  <a:lnTo>
                    <a:pt x="555393" y="145925"/>
                  </a:lnTo>
                  <a:lnTo>
                    <a:pt x="578696" y="188283"/>
                  </a:lnTo>
                  <a:lnTo>
                    <a:pt x="579859" y="199726"/>
                  </a:lnTo>
                  <a:lnTo>
                    <a:pt x="579986" y="201040"/>
                  </a:lnTo>
                  <a:lnTo>
                    <a:pt x="580104" y="202260"/>
                  </a:lnTo>
                  <a:lnTo>
                    <a:pt x="579789" y="212726"/>
                  </a:lnTo>
                  <a:lnTo>
                    <a:pt x="579753" y="213918"/>
                  </a:lnTo>
                  <a:lnTo>
                    <a:pt x="556285" y="247005"/>
                  </a:lnTo>
                  <a:lnTo>
                    <a:pt x="540247" y="249365"/>
                  </a:lnTo>
                  <a:lnTo>
                    <a:pt x="643709" y="249365"/>
                  </a:lnTo>
                  <a:lnTo>
                    <a:pt x="649062" y="240735"/>
                  </a:lnTo>
                  <a:lnTo>
                    <a:pt x="656116" y="221009"/>
                  </a:lnTo>
                  <a:lnTo>
                    <a:pt x="658951" y="199726"/>
                  </a:lnTo>
                  <a:lnTo>
                    <a:pt x="657577" y="177045"/>
                  </a:lnTo>
                  <a:lnTo>
                    <a:pt x="657473" y="176471"/>
                  </a:lnTo>
                  <a:lnTo>
                    <a:pt x="653123" y="157434"/>
                  </a:lnTo>
                  <a:lnTo>
                    <a:pt x="653010" y="156940"/>
                  </a:lnTo>
                  <a:lnTo>
                    <a:pt x="646508" y="141406"/>
                  </a:lnTo>
                  <a:close/>
                </a:path>
                <a:path w="1490345" h="467994">
                  <a:moveTo>
                    <a:pt x="914140" y="254684"/>
                  </a:moveTo>
                  <a:lnTo>
                    <a:pt x="839878" y="254684"/>
                  </a:lnTo>
                  <a:lnTo>
                    <a:pt x="838823" y="283614"/>
                  </a:lnTo>
                  <a:lnTo>
                    <a:pt x="838764" y="285244"/>
                  </a:lnTo>
                  <a:lnTo>
                    <a:pt x="912928" y="287947"/>
                  </a:lnTo>
                  <a:lnTo>
                    <a:pt x="914140" y="254684"/>
                  </a:lnTo>
                  <a:close/>
                </a:path>
                <a:path w="1490345" h="467994">
                  <a:moveTo>
                    <a:pt x="780398" y="71451"/>
                  </a:moveTo>
                  <a:lnTo>
                    <a:pt x="730496" y="84988"/>
                  </a:lnTo>
                  <a:lnTo>
                    <a:pt x="697293" y="129066"/>
                  </a:lnTo>
                  <a:lnTo>
                    <a:pt x="689494" y="174219"/>
                  </a:lnTo>
                  <a:lnTo>
                    <a:pt x="689966" y="192086"/>
                  </a:lnTo>
                  <a:lnTo>
                    <a:pt x="690079" y="196383"/>
                  </a:lnTo>
                  <a:lnTo>
                    <a:pt x="699781" y="235833"/>
                  </a:lnTo>
                  <a:lnTo>
                    <a:pt x="735248" y="278211"/>
                  </a:lnTo>
                  <a:lnTo>
                    <a:pt x="772137" y="287599"/>
                  </a:lnTo>
                  <a:lnTo>
                    <a:pt x="782407" y="287411"/>
                  </a:lnTo>
                  <a:lnTo>
                    <a:pt x="824419" y="270494"/>
                  </a:lnTo>
                  <a:lnTo>
                    <a:pt x="839878" y="254684"/>
                  </a:lnTo>
                  <a:lnTo>
                    <a:pt x="914140" y="254684"/>
                  </a:lnTo>
                  <a:lnTo>
                    <a:pt x="915024" y="230422"/>
                  </a:lnTo>
                  <a:lnTo>
                    <a:pt x="800158" y="230422"/>
                  </a:lnTo>
                  <a:lnTo>
                    <a:pt x="793393" y="229436"/>
                  </a:lnTo>
                  <a:lnTo>
                    <a:pt x="768757" y="192086"/>
                  </a:lnTo>
                  <a:lnTo>
                    <a:pt x="768589" y="180229"/>
                  </a:lnTo>
                  <a:lnTo>
                    <a:pt x="769629" y="167666"/>
                  </a:lnTo>
                  <a:lnTo>
                    <a:pt x="790041" y="133680"/>
                  </a:lnTo>
                  <a:lnTo>
                    <a:pt x="802800" y="131263"/>
                  </a:lnTo>
                  <a:lnTo>
                    <a:pt x="918637" y="131263"/>
                  </a:lnTo>
                  <a:lnTo>
                    <a:pt x="919832" y="98458"/>
                  </a:lnTo>
                  <a:lnTo>
                    <a:pt x="839721" y="98458"/>
                  </a:lnTo>
                  <a:lnTo>
                    <a:pt x="833893" y="92421"/>
                  </a:lnTo>
                  <a:lnTo>
                    <a:pt x="827611" y="87145"/>
                  </a:lnTo>
                  <a:lnTo>
                    <a:pt x="789399" y="72167"/>
                  </a:lnTo>
                  <a:lnTo>
                    <a:pt x="780398" y="71451"/>
                  </a:lnTo>
                  <a:close/>
                </a:path>
                <a:path w="1490345" h="467994">
                  <a:moveTo>
                    <a:pt x="918637" y="131263"/>
                  </a:moveTo>
                  <a:lnTo>
                    <a:pt x="802800" y="131263"/>
                  </a:lnTo>
                  <a:lnTo>
                    <a:pt x="810288" y="132287"/>
                  </a:lnTo>
                  <a:lnTo>
                    <a:pt x="817042" y="134786"/>
                  </a:lnTo>
                  <a:lnTo>
                    <a:pt x="837074" y="169533"/>
                  </a:lnTo>
                  <a:lnTo>
                    <a:pt x="837167" y="174219"/>
                  </a:lnTo>
                  <a:lnTo>
                    <a:pt x="837286" y="180229"/>
                  </a:lnTo>
                  <a:lnTo>
                    <a:pt x="837301" y="180977"/>
                  </a:lnTo>
                  <a:lnTo>
                    <a:pt x="836335" y="192086"/>
                  </a:lnTo>
                  <a:lnTo>
                    <a:pt x="836214" y="193479"/>
                  </a:lnTo>
                  <a:lnTo>
                    <a:pt x="814132" y="227952"/>
                  </a:lnTo>
                  <a:lnTo>
                    <a:pt x="800158" y="230422"/>
                  </a:lnTo>
                  <a:lnTo>
                    <a:pt x="915024" y="230422"/>
                  </a:lnTo>
                  <a:lnTo>
                    <a:pt x="918165" y="144212"/>
                  </a:lnTo>
                  <a:lnTo>
                    <a:pt x="918248" y="141935"/>
                  </a:lnTo>
                  <a:lnTo>
                    <a:pt x="918363" y="138761"/>
                  </a:lnTo>
                  <a:lnTo>
                    <a:pt x="918425" y="137078"/>
                  </a:lnTo>
                  <a:lnTo>
                    <a:pt x="918548" y="133680"/>
                  </a:lnTo>
                  <a:lnTo>
                    <a:pt x="918637" y="131263"/>
                  </a:lnTo>
                  <a:close/>
                </a:path>
                <a:path w="1490345" h="467994">
                  <a:moveTo>
                    <a:pt x="843309" y="0"/>
                  </a:moveTo>
                  <a:lnTo>
                    <a:pt x="839795" y="96437"/>
                  </a:lnTo>
                  <a:lnTo>
                    <a:pt x="839721" y="98458"/>
                  </a:lnTo>
                  <a:lnTo>
                    <a:pt x="919832" y="98458"/>
                  </a:lnTo>
                  <a:lnTo>
                    <a:pt x="923313" y="2915"/>
                  </a:lnTo>
                  <a:lnTo>
                    <a:pt x="843309" y="0"/>
                  </a:lnTo>
                  <a:close/>
                </a:path>
                <a:path w="1490345" h="467994">
                  <a:moveTo>
                    <a:pt x="988207" y="93299"/>
                  </a:moveTo>
                  <a:lnTo>
                    <a:pt x="950695" y="296611"/>
                  </a:lnTo>
                  <a:lnTo>
                    <a:pt x="1028640" y="310996"/>
                  </a:lnTo>
                  <a:lnTo>
                    <a:pt x="1066152" y="107684"/>
                  </a:lnTo>
                  <a:lnTo>
                    <a:pt x="988207" y="93299"/>
                  </a:lnTo>
                  <a:close/>
                </a:path>
                <a:path w="1490345" h="467994">
                  <a:moveTo>
                    <a:pt x="1163242" y="354838"/>
                  </a:moveTo>
                  <a:lnTo>
                    <a:pt x="1130442" y="399784"/>
                  </a:lnTo>
                  <a:lnTo>
                    <a:pt x="1141377" y="412594"/>
                  </a:lnTo>
                  <a:lnTo>
                    <a:pt x="1150988" y="423397"/>
                  </a:lnTo>
                  <a:lnTo>
                    <a:pt x="1181572" y="451475"/>
                  </a:lnTo>
                  <a:lnTo>
                    <a:pt x="1225075" y="467734"/>
                  </a:lnTo>
                  <a:lnTo>
                    <a:pt x="1235902" y="466660"/>
                  </a:lnTo>
                  <a:lnTo>
                    <a:pt x="1248739" y="463288"/>
                  </a:lnTo>
                  <a:lnTo>
                    <a:pt x="1263585" y="457620"/>
                  </a:lnTo>
                  <a:lnTo>
                    <a:pt x="1280439" y="449656"/>
                  </a:lnTo>
                  <a:lnTo>
                    <a:pt x="1386441" y="395265"/>
                  </a:lnTo>
                  <a:lnTo>
                    <a:pt x="1208839" y="395265"/>
                  </a:lnTo>
                  <a:lnTo>
                    <a:pt x="1201562" y="394459"/>
                  </a:lnTo>
                  <a:lnTo>
                    <a:pt x="1168133" y="362530"/>
                  </a:lnTo>
                  <a:lnTo>
                    <a:pt x="1163242" y="354838"/>
                  </a:lnTo>
                  <a:close/>
                </a:path>
                <a:path w="1490345" h="467994">
                  <a:moveTo>
                    <a:pt x="1310796" y="177515"/>
                  </a:moveTo>
                  <a:lnTo>
                    <a:pt x="1234827" y="388466"/>
                  </a:lnTo>
                  <a:lnTo>
                    <a:pt x="1227384" y="391875"/>
                  </a:lnTo>
                  <a:lnTo>
                    <a:pt x="1220544" y="394141"/>
                  </a:lnTo>
                  <a:lnTo>
                    <a:pt x="1214306" y="395265"/>
                  </a:lnTo>
                  <a:lnTo>
                    <a:pt x="1386441" y="395265"/>
                  </a:lnTo>
                  <a:lnTo>
                    <a:pt x="1447052" y="364164"/>
                  </a:lnTo>
                  <a:lnTo>
                    <a:pt x="1310639" y="364164"/>
                  </a:lnTo>
                  <a:lnTo>
                    <a:pt x="1372323" y="233980"/>
                  </a:lnTo>
                  <a:lnTo>
                    <a:pt x="1310796" y="177515"/>
                  </a:lnTo>
                  <a:close/>
                </a:path>
                <a:path w="1490345" h="467994">
                  <a:moveTo>
                    <a:pt x="1432658" y="289352"/>
                  </a:moveTo>
                  <a:lnTo>
                    <a:pt x="1310639" y="364164"/>
                  </a:lnTo>
                  <a:lnTo>
                    <a:pt x="1447052" y="364164"/>
                  </a:lnTo>
                  <a:lnTo>
                    <a:pt x="1490104" y="342074"/>
                  </a:lnTo>
                  <a:lnTo>
                    <a:pt x="1432658" y="289352"/>
                  </a:lnTo>
                  <a:close/>
                </a:path>
                <a:path w="1490345" h="467994">
                  <a:moveTo>
                    <a:pt x="1112488" y="116495"/>
                  </a:moveTo>
                  <a:lnTo>
                    <a:pt x="1093917" y="171610"/>
                  </a:lnTo>
                  <a:lnTo>
                    <a:pt x="1121847" y="181024"/>
                  </a:lnTo>
                  <a:lnTo>
                    <a:pt x="1074402" y="321828"/>
                  </a:lnTo>
                  <a:lnTo>
                    <a:pt x="1149511" y="347144"/>
                  </a:lnTo>
                  <a:lnTo>
                    <a:pt x="1196957" y="206340"/>
                  </a:lnTo>
                  <a:lnTo>
                    <a:pt x="1236885" y="206340"/>
                  </a:lnTo>
                  <a:lnTo>
                    <a:pt x="1251384" y="163311"/>
                  </a:lnTo>
                  <a:lnTo>
                    <a:pt x="1215528" y="151226"/>
                  </a:lnTo>
                  <a:lnTo>
                    <a:pt x="1218468" y="142501"/>
                  </a:lnTo>
                  <a:lnTo>
                    <a:pt x="1231599" y="125910"/>
                  </a:lnTo>
                  <a:lnTo>
                    <a:pt x="1140418" y="125910"/>
                  </a:lnTo>
                  <a:lnTo>
                    <a:pt x="1112488" y="116495"/>
                  </a:lnTo>
                  <a:close/>
                </a:path>
                <a:path w="1490345" h="467994">
                  <a:moveTo>
                    <a:pt x="1236885" y="206340"/>
                  </a:moveTo>
                  <a:lnTo>
                    <a:pt x="1196957" y="206340"/>
                  </a:lnTo>
                  <a:lnTo>
                    <a:pt x="1232813" y="218426"/>
                  </a:lnTo>
                  <a:lnTo>
                    <a:pt x="1236885" y="206340"/>
                  </a:lnTo>
                  <a:close/>
                </a:path>
                <a:path w="1490345" h="467994">
                  <a:moveTo>
                    <a:pt x="1275656" y="124449"/>
                  </a:moveTo>
                  <a:lnTo>
                    <a:pt x="1235845" y="124449"/>
                  </a:lnTo>
                  <a:lnTo>
                    <a:pt x="1241082" y="124948"/>
                  </a:lnTo>
                  <a:lnTo>
                    <a:pt x="1253373" y="129091"/>
                  </a:lnTo>
                  <a:lnTo>
                    <a:pt x="1260377" y="132274"/>
                  </a:lnTo>
                  <a:lnTo>
                    <a:pt x="1269074" y="136890"/>
                  </a:lnTo>
                  <a:lnTo>
                    <a:pt x="1268787" y="136890"/>
                  </a:lnTo>
                  <a:lnTo>
                    <a:pt x="1275656" y="124449"/>
                  </a:lnTo>
                  <a:close/>
                </a:path>
                <a:path w="1490345" h="467994">
                  <a:moveTo>
                    <a:pt x="1205579" y="63449"/>
                  </a:moveTo>
                  <a:lnTo>
                    <a:pt x="1197230" y="63449"/>
                  </a:lnTo>
                  <a:lnTo>
                    <a:pt x="1189331" y="64554"/>
                  </a:lnTo>
                  <a:lnTo>
                    <a:pt x="1189713" y="64554"/>
                  </a:lnTo>
                  <a:lnTo>
                    <a:pt x="1183681" y="66101"/>
                  </a:lnTo>
                  <a:lnTo>
                    <a:pt x="1154831" y="91654"/>
                  </a:lnTo>
                  <a:lnTo>
                    <a:pt x="1140418" y="125910"/>
                  </a:lnTo>
                  <a:lnTo>
                    <a:pt x="1231599" y="125910"/>
                  </a:lnTo>
                  <a:lnTo>
                    <a:pt x="1235845" y="124449"/>
                  </a:lnTo>
                  <a:lnTo>
                    <a:pt x="1275656" y="124449"/>
                  </a:lnTo>
                  <a:lnTo>
                    <a:pt x="1260606" y="79868"/>
                  </a:lnTo>
                  <a:lnTo>
                    <a:pt x="1214409" y="64554"/>
                  </a:lnTo>
                  <a:lnTo>
                    <a:pt x="1205579" y="63449"/>
                  </a:lnTo>
                  <a:close/>
                </a:path>
                <a:path w="1490345" h="467994">
                  <a:moveTo>
                    <a:pt x="1002445" y="16126"/>
                  </a:moveTo>
                  <a:lnTo>
                    <a:pt x="992793" y="68443"/>
                  </a:lnTo>
                  <a:lnTo>
                    <a:pt x="992688" y="69011"/>
                  </a:lnTo>
                  <a:lnTo>
                    <a:pt x="1070633" y="83397"/>
                  </a:lnTo>
                  <a:lnTo>
                    <a:pt x="1080390" y="30511"/>
                  </a:lnTo>
                  <a:lnTo>
                    <a:pt x="1002445" y="16126"/>
                  </a:lnTo>
                  <a:close/>
                </a:path>
              </a:pathLst>
            </a:custGeom>
            <a:solidFill>
              <a:srgbClr val="FFFB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4249999" y="1412712"/>
              <a:ext cx="422275" cy="410209"/>
            </a:xfrm>
            <a:custGeom>
              <a:avLst/>
              <a:gdLst/>
              <a:ahLst/>
              <a:cxnLst/>
              <a:rect l="l" t="t" r="r" b="b"/>
              <a:pathLst>
                <a:path w="422275" h="410210">
                  <a:moveTo>
                    <a:pt x="0" y="165868"/>
                  </a:moveTo>
                  <a:lnTo>
                    <a:pt x="99440" y="105760"/>
                  </a:lnTo>
                  <a:lnTo>
                    <a:pt x="227135" y="231387"/>
                  </a:lnTo>
                  <a:lnTo>
                    <a:pt x="175370" y="59863"/>
                  </a:lnTo>
                  <a:lnTo>
                    <a:pt x="274404" y="0"/>
                  </a:lnTo>
                  <a:lnTo>
                    <a:pt x="421912" y="244102"/>
                  </a:lnTo>
                  <a:lnTo>
                    <a:pt x="360214" y="281396"/>
                  </a:lnTo>
                  <a:lnTo>
                    <a:pt x="247752" y="95289"/>
                  </a:lnTo>
                  <a:lnTo>
                    <a:pt x="312604" y="310175"/>
                  </a:lnTo>
                  <a:lnTo>
                    <a:pt x="256711" y="343961"/>
                  </a:lnTo>
                  <a:lnTo>
                    <a:pt x="96744" y="186568"/>
                  </a:lnTo>
                  <a:lnTo>
                    <a:pt x="209206" y="372675"/>
                  </a:lnTo>
                  <a:lnTo>
                    <a:pt x="147508" y="409969"/>
                  </a:lnTo>
                  <a:lnTo>
                    <a:pt x="0" y="165868"/>
                  </a:lnTo>
                  <a:close/>
                </a:path>
              </a:pathLst>
            </a:custGeom>
            <a:ln w="9859">
              <a:solidFill>
                <a:srgbClr val="73A4FE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2" name="object 3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66836" y="1438637"/>
              <a:ext cx="246847" cy="227734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013462" y="1484024"/>
              <a:ext cx="78571" cy="109019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4939297" y="1357691"/>
              <a:ext cx="234315" cy="288290"/>
            </a:xfrm>
            <a:custGeom>
              <a:avLst/>
              <a:gdLst/>
              <a:ahLst/>
              <a:cxnLst/>
              <a:rect l="l" t="t" r="r" b="b"/>
              <a:pathLst>
                <a:path w="234314" h="288289">
                  <a:moveTo>
                    <a:pt x="153814" y="0"/>
                  </a:moveTo>
                  <a:lnTo>
                    <a:pt x="233817" y="2916"/>
                  </a:lnTo>
                  <a:lnTo>
                    <a:pt x="223433" y="287947"/>
                  </a:lnTo>
                  <a:lnTo>
                    <a:pt x="149268" y="285244"/>
                  </a:lnTo>
                  <a:lnTo>
                    <a:pt x="150382" y="254684"/>
                  </a:lnTo>
                  <a:lnTo>
                    <a:pt x="142454" y="263376"/>
                  </a:lnTo>
                  <a:lnTo>
                    <a:pt x="102738" y="286083"/>
                  </a:lnTo>
                  <a:lnTo>
                    <a:pt x="82642" y="287599"/>
                  </a:lnTo>
                  <a:lnTo>
                    <a:pt x="62880" y="284867"/>
                  </a:lnTo>
                  <a:lnTo>
                    <a:pt x="19404" y="253118"/>
                  </a:lnTo>
                  <a:lnTo>
                    <a:pt x="4014" y="216921"/>
                  </a:lnTo>
                  <a:lnTo>
                    <a:pt x="0" y="174220"/>
                  </a:lnTo>
                  <a:lnTo>
                    <a:pt x="2418" y="150077"/>
                  </a:lnTo>
                  <a:lnTo>
                    <a:pt x="16140" y="111186"/>
                  </a:lnTo>
                  <a:lnTo>
                    <a:pt x="56095" y="77007"/>
                  </a:lnTo>
                  <a:lnTo>
                    <a:pt x="90904" y="71451"/>
                  </a:lnTo>
                  <a:lnTo>
                    <a:pt x="99904" y="72167"/>
                  </a:lnTo>
                  <a:lnTo>
                    <a:pt x="138116" y="87145"/>
                  </a:lnTo>
                  <a:lnTo>
                    <a:pt x="150227" y="98458"/>
                  </a:lnTo>
                  <a:lnTo>
                    <a:pt x="153814" y="0"/>
                  </a:lnTo>
                  <a:close/>
                </a:path>
              </a:pathLst>
            </a:custGeom>
            <a:ln w="9858">
              <a:solidFill>
                <a:srgbClr val="73A4FE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5" name="object 3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95569" y="1368888"/>
              <a:ext cx="139553" cy="304729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5324205" y="1421091"/>
              <a:ext cx="415925" cy="404495"/>
            </a:xfrm>
            <a:custGeom>
              <a:avLst/>
              <a:gdLst/>
              <a:ahLst/>
              <a:cxnLst/>
              <a:rect l="l" t="t" r="r" b="b"/>
              <a:pathLst>
                <a:path w="415925" h="404494">
                  <a:moveTo>
                    <a:pt x="162179" y="7065"/>
                  </a:moveTo>
                  <a:lnTo>
                    <a:pt x="173044" y="11047"/>
                  </a:lnTo>
                  <a:lnTo>
                    <a:pt x="185948" y="16354"/>
                  </a:lnTo>
                  <a:lnTo>
                    <a:pt x="200891" y="22988"/>
                  </a:lnTo>
                  <a:lnTo>
                    <a:pt x="217873" y="30947"/>
                  </a:lnTo>
                  <a:lnTo>
                    <a:pt x="194449" y="73372"/>
                  </a:lnTo>
                  <a:lnTo>
                    <a:pt x="185974" y="68873"/>
                  </a:lnTo>
                  <a:lnTo>
                    <a:pt x="178971" y="65691"/>
                  </a:lnTo>
                  <a:lnTo>
                    <a:pt x="173439" y="63826"/>
                  </a:lnTo>
                  <a:lnTo>
                    <a:pt x="166680" y="61548"/>
                  </a:lnTo>
                  <a:lnTo>
                    <a:pt x="161443" y="61049"/>
                  </a:lnTo>
                  <a:lnTo>
                    <a:pt x="141126" y="87825"/>
                  </a:lnTo>
                  <a:lnTo>
                    <a:pt x="176982" y="99911"/>
                  </a:lnTo>
                  <a:lnTo>
                    <a:pt x="158411" y="155024"/>
                  </a:lnTo>
                  <a:lnTo>
                    <a:pt x="122555" y="142940"/>
                  </a:lnTo>
                  <a:lnTo>
                    <a:pt x="75109" y="283743"/>
                  </a:lnTo>
                  <a:lnTo>
                    <a:pt x="0" y="258428"/>
                  </a:lnTo>
                  <a:lnTo>
                    <a:pt x="47445" y="117622"/>
                  </a:lnTo>
                  <a:lnTo>
                    <a:pt x="19514" y="108209"/>
                  </a:lnTo>
                  <a:lnTo>
                    <a:pt x="38085" y="53095"/>
                  </a:lnTo>
                  <a:lnTo>
                    <a:pt x="66016" y="62509"/>
                  </a:lnTo>
                  <a:lnTo>
                    <a:pt x="68991" y="53679"/>
                  </a:lnTo>
                  <a:lnTo>
                    <a:pt x="71216" y="47609"/>
                  </a:lnTo>
                  <a:lnTo>
                    <a:pt x="93088" y="11842"/>
                  </a:lnTo>
                  <a:lnTo>
                    <a:pt x="130793" y="0"/>
                  </a:lnTo>
                  <a:lnTo>
                    <a:pt x="140007" y="1153"/>
                  </a:lnTo>
                  <a:lnTo>
                    <a:pt x="150469" y="3508"/>
                  </a:lnTo>
                  <a:lnTo>
                    <a:pt x="162179" y="7065"/>
                  </a:lnTo>
                  <a:close/>
                </a:path>
                <a:path w="415925" h="404494">
                  <a:moveTo>
                    <a:pt x="236393" y="114114"/>
                  </a:moveTo>
                  <a:lnTo>
                    <a:pt x="297920" y="170581"/>
                  </a:lnTo>
                  <a:lnTo>
                    <a:pt x="236236" y="300763"/>
                  </a:lnTo>
                  <a:lnTo>
                    <a:pt x="358255" y="225952"/>
                  </a:lnTo>
                  <a:lnTo>
                    <a:pt x="415701" y="278673"/>
                  </a:lnTo>
                  <a:lnTo>
                    <a:pt x="206037" y="386254"/>
                  </a:lnTo>
                  <a:lnTo>
                    <a:pt x="161500" y="403259"/>
                  </a:lnTo>
                  <a:lnTo>
                    <a:pt x="150673" y="404334"/>
                  </a:lnTo>
                  <a:lnTo>
                    <a:pt x="136587" y="402450"/>
                  </a:lnTo>
                  <a:lnTo>
                    <a:pt x="91838" y="375580"/>
                  </a:lnTo>
                  <a:lnTo>
                    <a:pt x="56041" y="336383"/>
                  </a:lnTo>
                  <a:lnTo>
                    <a:pt x="88840" y="291437"/>
                  </a:lnTo>
                  <a:lnTo>
                    <a:pt x="93730" y="299129"/>
                  </a:lnTo>
                  <a:lnTo>
                    <a:pt x="99435" y="306652"/>
                  </a:lnTo>
                  <a:lnTo>
                    <a:pt x="134270" y="331846"/>
                  </a:lnTo>
                  <a:lnTo>
                    <a:pt x="139904" y="331865"/>
                  </a:lnTo>
                  <a:lnTo>
                    <a:pt x="146141" y="330741"/>
                  </a:lnTo>
                  <a:lnTo>
                    <a:pt x="152981" y="328475"/>
                  </a:lnTo>
                  <a:lnTo>
                    <a:pt x="160424" y="325065"/>
                  </a:lnTo>
                  <a:lnTo>
                    <a:pt x="236393" y="114114"/>
                  </a:lnTo>
                  <a:close/>
                </a:path>
              </a:pathLst>
            </a:custGeom>
            <a:ln w="9859">
              <a:solidFill>
                <a:srgbClr val="73A4F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3907839" y="3653243"/>
              <a:ext cx="1025525" cy="1050290"/>
            </a:xfrm>
            <a:custGeom>
              <a:avLst/>
              <a:gdLst/>
              <a:ahLst/>
              <a:cxnLst/>
              <a:rect l="l" t="t" r="r" b="b"/>
              <a:pathLst>
                <a:path w="1025525" h="1050289">
                  <a:moveTo>
                    <a:pt x="1025270" y="0"/>
                  </a:moveTo>
                  <a:lnTo>
                    <a:pt x="0" y="0"/>
                  </a:lnTo>
                  <a:lnTo>
                    <a:pt x="0" y="1050070"/>
                  </a:lnTo>
                  <a:lnTo>
                    <a:pt x="1025270" y="1050070"/>
                  </a:lnTo>
                  <a:lnTo>
                    <a:pt x="1025270" y="0"/>
                  </a:lnTo>
                  <a:close/>
                </a:path>
              </a:pathLst>
            </a:custGeom>
            <a:solidFill>
              <a:srgbClr val="00FCD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3907838" y="3653242"/>
              <a:ext cx="1025525" cy="1050290"/>
            </a:xfrm>
            <a:custGeom>
              <a:avLst/>
              <a:gdLst/>
              <a:ahLst/>
              <a:cxnLst/>
              <a:rect l="l" t="t" r="r" b="b"/>
              <a:pathLst>
                <a:path w="1025525" h="1050289">
                  <a:moveTo>
                    <a:pt x="0" y="0"/>
                  </a:moveTo>
                  <a:lnTo>
                    <a:pt x="1025270" y="0"/>
                  </a:lnTo>
                  <a:lnTo>
                    <a:pt x="1025270" y="1050070"/>
                  </a:lnTo>
                  <a:lnTo>
                    <a:pt x="0" y="1050070"/>
                  </a:lnTo>
                  <a:lnTo>
                    <a:pt x="0" y="0"/>
                  </a:lnTo>
                  <a:close/>
                </a:path>
              </a:pathLst>
            </a:custGeom>
            <a:ln w="13145">
              <a:solidFill>
                <a:srgbClr val="92929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9" name="object 39"/>
          <p:cNvGrpSpPr/>
          <p:nvPr/>
        </p:nvGrpSpPr>
        <p:grpSpPr>
          <a:xfrm>
            <a:off x="7154529" y="3980260"/>
            <a:ext cx="407670" cy="330835"/>
            <a:chOff x="7154529" y="3980260"/>
            <a:chExt cx="407670" cy="330835"/>
          </a:xfrm>
        </p:grpSpPr>
        <p:sp>
          <p:nvSpPr>
            <p:cNvPr id="40" name="object 40"/>
            <p:cNvSpPr/>
            <p:nvPr/>
          </p:nvSpPr>
          <p:spPr>
            <a:xfrm>
              <a:off x="7161102" y="3986834"/>
              <a:ext cx="394335" cy="317500"/>
            </a:xfrm>
            <a:custGeom>
              <a:avLst/>
              <a:gdLst/>
              <a:ahLst/>
              <a:cxnLst/>
              <a:rect l="l" t="t" r="r" b="b"/>
              <a:pathLst>
                <a:path w="394334" h="317500">
                  <a:moveTo>
                    <a:pt x="295751" y="0"/>
                  </a:moveTo>
                  <a:lnTo>
                    <a:pt x="295751" y="79288"/>
                  </a:lnTo>
                  <a:lnTo>
                    <a:pt x="0" y="79288"/>
                  </a:lnTo>
                  <a:lnTo>
                    <a:pt x="0" y="237867"/>
                  </a:lnTo>
                  <a:lnTo>
                    <a:pt x="295751" y="237867"/>
                  </a:lnTo>
                  <a:lnTo>
                    <a:pt x="295751" y="317155"/>
                  </a:lnTo>
                  <a:lnTo>
                    <a:pt x="394334" y="158578"/>
                  </a:lnTo>
                  <a:lnTo>
                    <a:pt x="29575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7161102" y="3986833"/>
              <a:ext cx="394335" cy="317500"/>
            </a:xfrm>
            <a:custGeom>
              <a:avLst/>
              <a:gdLst/>
              <a:ahLst/>
              <a:cxnLst/>
              <a:rect l="l" t="t" r="r" b="b"/>
              <a:pathLst>
                <a:path w="394334" h="317500">
                  <a:moveTo>
                    <a:pt x="0" y="79289"/>
                  </a:moveTo>
                  <a:lnTo>
                    <a:pt x="295751" y="79289"/>
                  </a:lnTo>
                  <a:lnTo>
                    <a:pt x="295751" y="0"/>
                  </a:lnTo>
                  <a:lnTo>
                    <a:pt x="394334" y="158578"/>
                  </a:lnTo>
                  <a:lnTo>
                    <a:pt x="295751" y="317156"/>
                  </a:lnTo>
                  <a:lnTo>
                    <a:pt x="295751" y="237867"/>
                  </a:lnTo>
                  <a:lnTo>
                    <a:pt x="0" y="237867"/>
                  </a:lnTo>
                  <a:lnTo>
                    <a:pt x="0" y="79289"/>
                  </a:lnTo>
                  <a:close/>
                </a:path>
              </a:pathLst>
            </a:custGeom>
            <a:ln w="1314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2" name="object 42"/>
          <p:cNvGrpSpPr/>
          <p:nvPr/>
        </p:nvGrpSpPr>
        <p:grpSpPr>
          <a:xfrm>
            <a:off x="8574135" y="3980260"/>
            <a:ext cx="407670" cy="330835"/>
            <a:chOff x="8574135" y="3980260"/>
            <a:chExt cx="407670" cy="330835"/>
          </a:xfrm>
        </p:grpSpPr>
        <p:sp>
          <p:nvSpPr>
            <p:cNvPr id="43" name="object 43"/>
            <p:cNvSpPr/>
            <p:nvPr/>
          </p:nvSpPr>
          <p:spPr>
            <a:xfrm>
              <a:off x="8580708" y="3986834"/>
              <a:ext cx="394335" cy="317500"/>
            </a:xfrm>
            <a:custGeom>
              <a:avLst/>
              <a:gdLst/>
              <a:ahLst/>
              <a:cxnLst/>
              <a:rect l="l" t="t" r="r" b="b"/>
              <a:pathLst>
                <a:path w="394334" h="317500">
                  <a:moveTo>
                    <a:pt x="295751" y="0"/>
                  </a:moveTo>
                  <a:lnTo>
                    <a:pt x="295751" y="79288"/>
                  </a:lnTo>
                  <a:lnTo>
                    <a:pt x="0" y="79288"/>
                  </a:lnTo>
                  <a:lnTo>
                    <a:pt x="0" y="237867"/>
                  </a:lnTo>
                  <a:lnTo>
                    <a:pt x="295751" y="237867"/>
                  </a:lnTo>
                  <a:lnTo>
                    <a:pt x="295751" y="317155"/>
                  </a:lnTo>
                  <a:lnTo>
                    <a:pt x="394336" y="158578"/>
                  </a:lnTo>
                  <a:lnTo>
                    <a:pt x="29575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/>
            <p:cNvSpPr/>
            <p:nvPr/>
          </p:nvSpPr>
          <p:spPr>
            <a:xfrm>
              <a:off x="8580708" y="3986833"/>
              <a:ext cx="394335" cy="317500"/>
            </a:xfrm>
            <a:custGeom>
              <a:avLst/>
              <a:gdLst/>
              <a:ahLst/>
              <a:cxnLst/>
              <a:rect l="l" t="t" r="r" b="b"/>
              <a:pathLst>
                <a:path w="394334" h="317500">
                  <a:moveTo>
                    <a:pt x="0" y="79289"/>
                  </a:moveTo>
                  <a:lnTo>
                    <a:pt x="295751" y="79289"/>
                  </a:lnTo>
                  <a:lnTo>
                    <a:pt x="295751" y="0"/>
                  </a:lnTo>
                  <a:lnTo>
                    <a:pt x="394334" y="158578"/>
                  </a:lnTo>
                  <a:lnTo>
                    <a:pt x="295751" y="317156"/>
                  </a:lnTo>
                  <a:lnTo>
                    <a:pt x="295751" y="237867"/>
                  </a:lnTo>
                  <a:lnTo>
                    <a:pt x="0" y="237867"/>
                  </a:lnTo>
                  <a:lnTo>
                    <a:pt x="0" y="79289"/>
                  </a:lnTo>
                  <a:close/>
                </a:path>
              </a:pathLst>
            </a:custGeom>
            <a:ln w="1314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5" name="object 45"/>
          <p:cNvSpPr/>
          <p:nvPr/>
        </p:nvSpPr>
        <p:spPr>
          <a:xfrm>
            <a:off x="7969490" y="4645798"/>
            <a:ext cx="197485" cy="929005"/>
          </a:xfrm>
          <a:custGeom>
            <a:avLst/>
            <a:gdLst/>
            <a:ahLst/>
            <a:cxnLst/>
            <a:rect l="l" t="t" r="r" b="b"/>
            <a:pathLst>
              <a:path w="197484" h="929004">
                <a:moveTo>
                  <a:pt x="98582" y="0"/>
                </a:moveTo>
                <a:lnTo>
                  <a:pt x="0" y="232115"/>
                </a:lnTo>
                <a:lnTo>
                  <a:pt x="49291" y="232115"/>
                </a:lnTo>
                <a:lnTo>
                  <a:pt x="49291" y="928466"/>
                </a:lnTo>
                <a:lnTo>
                  <a:pt x="147874" y="928466"/>
                </a:lnTo>
                <a:lnTo>
                  <a:pt x="147874" y="232115"/>
                </a:lnTo>
                <a:lnTo>
                  <a:pt x="197166" y="232115"/>
                </a:lnTo>
                <a:lnTo>
                  <a:pt x="98582" y="0"/>
                </a:lnTo>
                <a:close/>
              </a:path>
            </a:pathLst>
          </a:custGeom>
          <a:solidFill>
            <a:srgbClr val="FF26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 txBox="1"/>
          <p:nvPr/>
        </p:nvSpPr>
        <p:spPr>
          <a:xfrm>
            <a:off x="4011896" y="3723859"/>
            <a:ext cx="822960" cy="914400"/>
          </a:xfrm>
          <a:prstGeom prst="rect">
            <a:avLst/>
          </a:prstGeom>
        </p:spPr>
        <p:txBody>
          <a:bodyPr wrap="square" lIns="0" tIns="7620" rIns="0" bIns="0" rtlCol="0" vert="horz">
            <a:spAutoFit/>
          </a:bodyPr>
          <a:lstStyle/>
          <a:p>
            <a:pPr marL="135255" marR="5080" indent="-123189">
              <a:lnSpc>
                <a:spcPct val="101099"/>
              </a:lnSpc>
              <a:spcBef>
                <a:spcPts val="60"/>
              </a:spcBef>
            </a:pPr>
            <a:r>
              <a:rPr dirty="0" sz="2900" spc="-10">
                <a:latin typeface="Times New Roman"/>
                <a:cs typeface="Times New Roman"/>
              </a:rPr>
              <a:t>Clear </a:t>
            </a:r>
            <a:r>
              <a:rPr dirty="0" sz="2900" spc="-20">
                <a:latin typeface="Times New Roman"/>
                <a:cs typeface="Times New Roman"/>
              </a:rPr>
              <a:t>text</a:t>
            </a:r>
            <a:endParaRPr sz="2900">
              <a:latin typeface="Times New Roman"/>
              <a:cs typeface="Times New Roman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5951713" y="3646575"/>
            <a:ext cx="1038860" cy="1063625"/>
            <a:chOff x="5951713" y="3646575"/>
            <a:chExt cx="1038860" cy="1063625"/>
          </a:xfrm>
        </p:grpSpPr>
        <p:sp>
          <p:nvSpPr>
            <p:cNvPr id="48" name="object 48"/>
            <p:cNvSpPr/>
            <p:nvPr/>
          </p:nvSpPr>
          <p:spPr>
            <a:xfrm>
              <a:off x="5958380" y="3653243"/>
              <a:ext cx="1025525" cy="1050290"/>
            </a:xfrm>
            <a:custGeom>
              <a:avLst/>
              <a:gdLst/>
              <a:ahLst/>
              <a:cxnLst/>
              <a:rect l="l" t="t" r="r" b="b"/>
              <a:pathLst>
                <a:path w="1025525" h="1050289">
                  <a:moveTo>
                    <a:pt x="1025271" y="0"/>
                  </a:moveTo>
                  <a:lnTo>
                    <a:pt x="0" y="0"/>
                  </a:lnTo>
                  <a:lnTo>
                    <a:pt x="0" y="1050070"/>
                  </a:lnTo>
                  <a:lnTo>
                    <a:pt x="1025271" y="1050070"/>
                  </a:lnTo>
                  <a:lnTo>
                    <a:pt x="1025271" y="0"/>
                  </a:lnTo>
                  <a:close/>
                </a:path>
              </a:pathLst>
            </a:custGeom>
            <a:solidFill>
              <a:srgbClr val="00FCD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/>
            <p:cNvSpPr/>
            <p:nvPr/>
          </p:nvSpPr>
          <p:spPr>
            <a:xfrm>
              <a:off x="5958380" y="3653242"/>
              <a:ext cx="1025525" cy="1050290"/>
            </a:xfrm>
            <a:custGeom>
              <a:avLst/>
              <a:gdLst/>
              <a:ahLst/>
              <a:cxnLst/>
              <a:rect l="l" t="t" r="r" b="b"/>
              <a:pathLst>
                <a:path w="1025525" h="1050289">
                  <a:moveTo>
                    <a:pt x="0" y="0"/>
                  </a:moveTo>
                  <a:lnTo>
                    <a:pt x="1025271" y="0"/>
                  </a:lnTo>
                  <a:lnTo>
                    <a:pt x="1025271" y="1050070"/>
                  </a:lnTo>
                  <a:lnTo>
                    <a:pt x="0" y="1050070"/>
                  </a:lnTo>
                  <a:lnTo>
                    <a:pt x="0" y="0"/>
                  </a:lnTo>
                  <a:close/>
                </a:path>
              </a:pathLst>
            </a:custGeom>
            <a:ln w="13145">
              <a:solidFill>
                <a:srgbClr val="92929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0" name="object 50"/>
          <p:cNvSpPr txBox="1"/>
          <p:nvPr/>
        </p:nvSpPr>
        <p:spPr>
          <a:xfrm>
            <a:off x="5892657" y="3061654"/>
            <a:ext cx="4213225" cy="336931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wrap="square" lIns="0" tIns="24574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935"/>
              </a:spcBef>
            </a:pPr>
            <a:endParaRPr sz="2900">
              <a:latin typeface="Times New Roman"/>
              <a:cs typeface="Times New Roman"/>
            </a:endParaRPr>
          </a:p>
          <a:p>
            <a:pPr marL="304800" marR="3225165" indent="-123189">
              <a:lnSpc>
                <a:spcPct val="101099"/>
              </a:lnSpc>
              <a:spcBef>
                <a:spcPts val="5"/>
              </a:spcBef>
            </a:pPr>
            <a:r>
              <a:rPr dirty="0" sz="2900" spc="-10">
                <a:latin typeface="Times New Roman"/>
                <a:cs typeface="Times New Roman"/>
              </a:rPr>
              <a:t>Clear </a:t>
            </a:r>
            <a:r>
              <a:rPr dirty="0" sz="2900" spc="-20">
                <a:latin typeface="Times New Roman"/>
                <a:cs typeface="Times New Roman"/>
              </a:rPr>
              <a:t>text</a:t>
            </a:r>
            <a:endParaRPr sz="2900">
              <a:latin typeface="Times New Roman"/>
              <a:cs typeface="Times New Roman"/>
            </a:endParaRPr>
          </a:p>
        </p:txBody>
      </p:sp>
      <p:grpSp>
        <p:nvGrpSpPr>
          <p:cNvPr id="51" name="object 51"/>
          <p:cNvGrpSpPr/>
          <p:nvPr/>
        </p:nvGrpSpPr>
        <p:grpSpPr>
          <a:xfrm>
            <a:off x="5898277" y="1162948"/>
            <a:ext cx="1974850" cy="1748789"/>
            <a:chOff x="5898277" y="1162948"/>
            <a:chExt cx="1974850" cy="1748789"/>
          </a:xfrm>
        </p:grpSpPr>
        <p:sp>
          <p:nvSpPr>
            <p:cNvPr id="52" name="object 52"/>
            <p:cNvSpPr/>
            <p:nvPr/>
          </p:nvSpPr>
          <p:spPr>
            <a:xfrm>
              <a:off x="6936498" y="1162951"/>
              <a:ext cx="567690" cy="927735"/>
            </a:xfrm>
            <a:custGeom>
              <a:avLst/>
              <a:gdLst/>
              <a:ahLst/>
              <a:cxnLst/>
              <a:rect l="l" t="t" r="r" b="b"/>
              <a:pathLst>
                <a:path w="567690" h="927735">
                  <a:moveTo>
                    <a:pt x="242887" y="180949"/>
                  </a:moveTo>
                  <a:lnTo>
                    <a:pt x="228600" y="114287"/>
                  </a:lnTo>
                  <a:lnTo>
                    <a:pt x="187642" y="53327"/>
                  </a:lnTo>
                  <a:lnTo>
                    <a:pt x="157162" y="28575"/>
                  </a:lnTo>
                  <a:lnTo>
                    <a:pt x="82867" y="0"/>
                  </a:lnTo>
                  <a:lnTo>
                    <a:pt x="52387" y="6667"/>
                  </a:lnTo>
                  <a:lnTo>
                    <a:pt x="25717" y="19050"/>
                  </a:lnTo>
                  <a:lnTo>
                    <a:pt x="9525" y="39052"/>
                  </a:lnTo>
                  <a:lnTo>
                    <a:pt x="0" y="67614"/>
                  </a:lnTo>
                  <a:lnTo>
                    <a:pt x="4762" y="119037"/>
                  </a:lnTo>
                  <a:lnTo>
                    <a:pt x="19050" y="155232"/>
                  </a:lnTo>
                  <a:lnTo>
                    <a:pt x="42862" y="193319"/>
                  </a:lnTo>
                  <a:lnTo>
                    <a:pt x="76200" y="230466"/>
                  </a:lnTo>
                  <a:lnTo>
                    <a:pt x="66675" y="260946"/>
                  </a:lnTo>
                  <a:lnTo>
                    <a:pt x="42862" y="288556"/>
                  </a:lnTo>
                  <a:lnTo>
                    <a:pt x="35242" y="312369"/>
                  </a:lnTo>
                  <a:lnTo>
                    <a:pt x="42862" y="334264"/>
                  </a:lnTo>
                  <a:lnTo>
                    <a:pt x="59055" y="334264"/>
                  </a:lnTo>
                  <a:lnTo>
                    <a:pt x="73342" y="324751"/>
                  </a:lnTo>
                  <a:lnTo>
                    <a:pt x="90487" y="283794"/>
                  </a:lnTo>
                  <a:lnTo>
                    <a:pt x="106680" y="254279"/>
                  </a:lnTo>
                  <a:lnTo>
                    <a:pt x="140017" y="263791"/>
                  </a:lnTo>
                  <a:lnTo>
                    <a:pt x="171450" y="263791"/>
                  </a:lnTo>
                  <a:lnTo>
                    <a:pt x="206692" y="259041"/>
                  </a:lnTo>
                  <a:lnTo>
                    <a:pt x="223837" y="241896"/>
                  </a:lnTo>
                  <a:lnTo>
                    <a:pt x="238125" y="218084"/>
                  </a:lnTo>
                  <a:lnTo>
                    <a:pt x="242887" y="180949"/>
                  </a:lnTo>
                  <a:close/>
                </a:path>
                <a:path w="567690" h="927735">
                  <a:moveTo>
                    <a:pt x="567690" y="688530"/>
                  </a:moveTo>
                  <a:lnTo>
                    <a:pt x="558165" y="626630"/>
                  </a:lnTo>
                  <a:lnTo>
                    <a:pt x="548640" y="562825"/>
                  </a:lnTo>
                  <a:lnTo>
                    <a:pt x="534352" y="514261"/>
                  </a:lnTo>
                  <a:lnTo>
                    <a:pt x="509587" y="462838"/>
                  </a:lnTo>
                  <a:lnTo>
                    <a:pt x="481012" y="417118"/>
                  </a:lnTo>
                  <a:lnTo>
                    <a:pt x="453390" y="376174"/>
                  </a:lnTo>
                  <a:lnTo>
                    <a:pt x="417195" y="339026"/>
                  </a:lnTo>
                  <a:lnTo>
                    <a:pt x="373380" y="301891"/>
                  </a:lnTo>
                  <a:lnTo>
                    <a:pt x="335280" y="277126"/>
                  </a:lnTo>
                  <a:lnTo>
                    <a:pt x="298132" y="267601"/>
                  </a:lnTo>
                  <a:lnTo>
                    <a:pt x="264795" y="262839"/>
                  </a:lnTo>
                  <a:lnTo>
                    <a:pt x="228600" y="269506"/>
                  </a:lnTo>
                  <a:lnTo>
                    <a:pt x="196215" y="295224"/>
                  </a:lnTo>
                  <a:lnTo>
                    <a:pt x="175260" y="334264"/>
                  </a:lnTo>
                  <a:lnTo>
                    <a:pt x="175006" y="337731"/>
                  </a:lnTo>
                  <a:lnTo>
                    <a:pt x="164782" y="359981"/>
                  </a:lnTo>
                  <a:lnTo>
                    <a:pt x="151447" y="413308"/>
                  </a:lnTo>
                  <a:lnTo>
                    <a:pt x="135255" y="492353"/>
                  </a:lnTo>
                  <a:lnTo>
                    <a:pt x="126682" y="560920"/>
                  </a:lnTo>
                  <a:lnTo>
                    <a:pt x="124777" y="650443"/>
                  </a:lnTo>
                  <a:lnTo>
                    <a:pt x="124777" y="758050"/>
                  </a:lnTo>
                  <a:lnTo>
                    <a:pt x="121920" y="853287"/>
                  </a:lnTo>
                  <a:lnTo>
                    <a:pt x="120015" y="927569"/>
                  </a:lnTo>
                  <a:lnTo>
                    <a:pt x="159067" y="899947"/>
                  </a:lnTo>
                  <a:lnTo>
                    <a:pt x="179070" y="918044"/>
                  </a:lnTo>
                  <a:lnTo>
                    <a:pt x="203835" y="908519"/>
                  </a:lnTo>
                  <a:lnTo>
                    <a:pt x="200025" y="890435"/>
                  </a:lnTo>
                  <a:lnTo>
                    <a:pt x="179070" y="871385"/>
                  </a:lnTo>
                  <a:lnTo>
                    <a:pt x="165735" y="836142"/>
                  </a:lnTo>
                  <a:lnTo>
                    <a:pt x="159067" y="765670"/>
                  </a:lnTo>
                  <a:lnTo>
                    <a:pt x="156210" y="664730"/>
                  </a:lnTo>
                  <a:lnTo>
                    <a:pt x="164782" y="580923"/>
                  </a:lnTo>
                  <a:lnTo>
                    <a:pt x="180975" y="509498"/>
                  </a:lnTo>
                  <a:lnTo>
                    <a:pt x="200025" y="455218"/>
                  </a:lnTo>
                  <a:lnTo>
                    <a:pt x="204495" y="450748"/>
                  </a:lnTo>
                  <a:lnTo>
                    <a:pt x="213360" y="459981"/>
                  </a:lnTo>
                  <a:lnTo>
                    <a:pt x="252412" y="474256"/>
                  </a:lnTo>
                  <a:lnTo>
                    <a:pt x="290512" y="500926"/>
                  </a:lnTo>
                  <a:lnTo>
                    <a:pt x="318135" y="520928"/>
                  </a:lnTo>
                  <a:lnTo>
                    <a:pt x="337185" y="547585"/>
                  </a:lnTo>
                  <a:lnTo>
                    <a:pt x="341947" y="572350"/>
                  </a:lnTo>
                  <a:lnTo>
                    <a:pt x="351472" y="604735"/>
                  </a:lnTo>
                  <a:lnTo>
                    <a:pt x="349567" y="639965"/>
                  </a:lnTo>
                  <a:lnTo>
                    <a:pt x="344805" y="668540"/>
                  </a:lnTo>
                  <a:lnTo>
                    <a:pt x="330517" y="698055"/>
                  </a:lnTo>
                  <a:lnTo>
                    <a:pt x="317182" y="733298"/>
                  </a:lnTo>
                  <a:lnTo>
                    <a:pt x="317182" y="767575"/>
                  </a:lnTo>
                  <a:lnTo>
                    <a:pt x="322897" y="813295"/>
                  </a:lnTo>
                  <a:lnTo>
                    <a:pt x="337185" y="834237"/>
                  </a:lnTo>
                  <a:lnTo>
                    <a:pt x="356235" y="858050"/>
                  </a:lnTo>
                  <a:lnTo>
                    <a:pt x="379095" y="873290"/>
                  </a:lnTo>
                  <a:lnTo>
                    <a:pt x="412432" y="882815"/>
                  </a:lnTo>
                  <a:lnTo>
                    <a:pt x="448627" y="880910"/>
                  </a:lnTo>
                  <a:lnTo>
                    <a:pt x="516255" y="859955"/>
                  </a:lnTo>
                  <a:lnTo>
                    <a:pt x="556260" y="801865"/>
                  </a:lnTo>
                  <a:lnTo>
                    <a:pt x="567690" y="752348"/>
                  </a:lnTo>
                  <a:lnTo>
                    <a:pt x="567690" y="68853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3" name="object 5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667069" y="1301035"/>
              <a:ext cx="195262" cy="164753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753622" y="2304789"/>
              <a:ext cx="151447" cy="164752"/>
            </a:xfrm>
            <a:prstGeom prst="rect">
              <a:avLst/>
            </a:prstGeom>
          </p:spPr>
        </p:pic>
        <p:sp>
          <p:nvSpPr>
            <p:cNvPr id="55" name="object 55"/>
            <p:cNvSpPr/>
            <p:nvPr/>
          </p:nvSpPr>
          <p:spPr>
            <a:xfrm>
              <a:off x="6824107" y="1378174"/>
              <a:ext cx="955675" cy="1039494"/>
            </a:xfrm>
            <a:custGeom>
              <a:avLst/>
              <a:gdLst/>
              <a:ahLst/>
              <a:cxnLst/>
              <a:rect l="l" t="t" r="r" b="b"/>
              <a:pathLst>
                <a:path w="955675" h="1039494">
                  <a:moveTo>
                    <a:pt x="49530" y="1038990"/>
                  </a:moveTo>
                  <a:lnTo>
                    <a:pt x="56197" y="996135"/>
                  </a:lnTo>
                  <a:lnTo>
                    <a:pt x="21907" y="1001849"/>
                  </a:lnTo>
                  <a:lnTo>
                    <a:pt x="34290" y="964708"/>
                  </a:lnTo>
                  <a:lnTo>
                    <a:pt x="0" y="974231"/>
                  </a:lnTo>
                  <a:lnTo>
                    <a:pt x="2857" y="930424"/>
                  </a:lnTo>
                  <a:lnTo>
                    <a:pt x="89534" y="859952"/>
                  </a:lnTo>
                  <a:lnTo>
                    <a:pt x="158115" y="791384"/>
                  </a:lnTo>
                  <a:lnTo>
                    <a:pt x="229552" y="714246"/>
                  </a:lnTo>
                  <a:lnTo>
                    <a:pt x="325755" y="621870"/>
                  </a:lnTo>
                  <a:lnTo>
                    <a:pt x="402907" y="538065"/>
                  </a:lnTo>
                  <a:lnTo>
                    <a:pt x="483869" y="439023"/>
                  </a:lnTo>
                  <a:lnTo>
                    <a:pt x="533399" y="389502"/>
                  </a:lnTo>
                  <a:lnTo>
                    <a:pt x="589597" y="334267"/>
                  </a:lnTo>
                  <a:lnTo>
                    <a:pt x="661035" y="238082"/>
                  </a:lnTo>
                  <a:lnTo>
                    <a:pt x="713422" y="160943"/>
                  </a:lnTo>
                  <a:lnTo>
                    <a:pt x="765809" y="96185"/>
                  </a:lnTo>
                  <a:lnTo>
                    <a:pt x="822007" y="34283"/>
                  </a:lnTo>
                  <a:lnTo>
                    <a:pt x="862012" y="0"/>
                  </a:lnTo>
                  <a:lnTo>
                    <a:pt x="911542" y="9523"/>
                  </a:lnTo>
                  <a:lnTo>
                    <a:pt x="933449" y="27617"/>
                  </a:lnTo>
                  <a:lnTo>
                    <a:pt x="948690" y="55235"/>
                  </a:lnTo>
                  <a:lnTo>
                    <a:pt x="955358" y="77138"/>
                  </a:lnTo>
                  <a:lnTo>
                    <a:pt x="881062" y="158086"/>
                  </a:lnTo>
                  <a:lnTo>
                    <a:pt x="824865" y="216178"/>
                  </a:lnTo>
                  <a:lnTo>
                    <a:pt x="778192" y="268556"/>
                  </a:lnTo>
                  <a:lnTo>
                    <a:pt x="728662" y="321887"/>
                  </a:lnTo>
                  <a:lnTo>
                    <a:pt x="688657" y="371408"/>
                  </a:lnTo>
                  <a:lnTo>
                    <a:pt x="632459" y="441880"/>
                  </a:lnTo>
                  <a:lnTo>
                    <a:pt x="558165" y="528542"/>
                  </a:lnTo>
                  <a:lnTo>
                    <a:pt x="483869" y="612347"/>
                  </a:lnTo>
                  <a:lnTo>
                    <a:pt x="412432" y="686628"/>
                  </a:lnTo>
                  <a:lnTo>
                    <a:pt x="335280" y="760910"/>
                  </a:lnTo>
                  <a:lnTo>
                    <a:pt x="269557" y="825668"/>
                  </a:lnTo>
                  <a:lnTo>
                    <a:pt x="140017" y="955185"/>
                  </a:lnTo>
                  <a:lnTo>
                    <a:pt x="77152" y="1014229"/>
                  </a:lnTo>
                  <a:lnTo>
                    <a:pt x="49530" y="1038990"/>
                  </a:lnTo>
                  <a:close/>
                </a:path>
              </a:pathLst>
            </a:custGeom>
            <a:solidFill>
              <a:srgbClr val="F0EA8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/>
            <p:cNvSpPr/>
            <p:nvPr/>
          </p:nvSpPr>
          <p:spPr>
            <a:xfrm>
              <a:off x="6704088" y="1293418"/>
              <a:ext cx="1169035" cy="1216660"/>
            </a:xfrm>
            <a:custGeom>
              <a:avLst/>
              <a:gdLst/>
              <a:ahLst/>
              <a:cxnLst/>
              <a:rect l="l" t="t" r="r" b="b"/>
              <a:pathLst>
                <a:path w="1169034" h="1216660">
                  <a:moveTo>
                    <a:pt x="1168717" y="63804"/>
                  </a:moveTo>
                  <a:lnTo>
                    <a:pt x="1149667" y="40005"/>
                  </a:lnTo>
                  <a:lnTo>
                    <a:pt x="1139190" y="34480"/>
                  </a:lnTo>
                  <a:lnTo>
                    <a:pt x="1139190" y="59994"/>
                  </a:lnTo>
                  <a:lnTo>
                    <a:pt x="1134427" y="79044"/>
                  </a:lnTo>
                  <a:lnTo>
                    <a:pt x="1111567" y="110477"/>
                  </a:lnTo>
                  <a:lnTo>
                    <a:pt x="1078230" y="135229"/>
                  </a:lnTo>
                  <a:lnTo>
                    <a:pt x="1070610" y="120954"/>
                  </a:lnTo>
                  <a:lnTo>
                    <a:pt x="1062037" y="101904"/>
                  </a:lnTo>
                  <a:lnTo>
                    <a:pt x="1042987" y="91427"/>
                  </a:lnTo>
                  <a:lnTo>
                    <a:pt x="1018222" y="81902"/>
                  </a:lnTo>
                  <a:lnTo>
                    <a:pt x="985837" y="91427"/>
                  </a:lnTo>
                  <a:lnTo>
                    <a:pt x="1020127" y="97142"/>
                  </a:lnTo>
                  <a:lnTo>
                    <a:pt x="1050607" y="123812"/>
                  </a:lnTo>
                  <a:lnTo>
                    <a:pt x="1062037" y="153327"/>
                  </a:lnTo>
                  <a:lnTo>
                    <a:pt x="1020127" y="202844"/>
                  </a:lnTo>
                  <a:lnTo>
                    <a:pt x="971550" y="259041"/>
                  </a:lnTo>
                  <a:lnTo>
                    <a:pt x="920115" y="314274"/>
                  </a:lnTo>
                  <a:lnTo>
                    <a:pt x="870585" y="367601"/>
                  </a:lnTo>
                  <a:lnTo>
                    <a:pt x="818197" y="420928"/>
                  </a:lnTo>
                  <a:lnTo>
                    <a:pt x="777240" y="474268"/>
                  </a:lnTo>
                  <a:lnTo>
                    <a:pt x="726757" y="534263"/>
                  </a:lnTo>
                  <a:lnTo>
                    <a:pt x="670560" y="599973"/>
                  </a:lnTo>
                  <a:lnTo>
                    <a:pt x="608647" y="664730"/>
                  </a:lnTo>
                  <a:lnTo>
                    <a:pt x="540067" y="744728"/>
                  </a:lnTo>
                  <a:lnTo>
                    <a:pt x="473392" y="810437"/>
                  </a:lnTo>
                  <a:lnTo>
                    <a:pt x="426720" y="848525"/>
                  </a:lnTo>
                  <a:lnTo>
                    <a:pt x="426720" y="854240"/>
                  </a:lnTo>
                  <a:lnTo>
                    <a:pt x="405765" y="875195"/>
                  </a:lnTo>
                  <a:lnTo>
                    <a:pt x="350520" y="931379"/>
                  </a:lnTo>
                  <a:lnTo>
                    <a:pt x="289560" y="991374"/>
                  </a:lnTo>
                  <a:lnTo>
                    <a:pt x="226695" y="1053274"/>
                  </a:lnTo>
                  <a:lnTo>
                    <a:pt x="184785" y="1100899"/>
                  </a:lnTo>
                  <a:lnTo>
                    <a:pt x="84772" y="1161846"/>
                  </a:lnTo>
                  <a:lnTo>
                    <a:pt x="68580" y="1145654"/>
                  </a:lnTo>
                  <a:lnTo>
                    <a:pt x="84772" y="1113282"/>
                  </a:lnTo>
                  <a:lnTo>
                    <a:pt x="117157" y="1030427"/>
                  </a:lnTo>
                  <a:lnTo>
                    <a:pt x="153352" y="1000899"/>
                  </a:lnTo>
                  <a:lnTo>
                    <a:pt x="260032" y="906614"/>
                  </a:lnTo>
                  <a:lnTo>
                    <a:pt x="326707" y="831392"/>
                  </a:lnTo>
                  <a:lnTo>
                    <a:pt x="384035" y="771575"/>
                  </a:lnTo>
                  <a:lnTo>
                    <a:pt x="384810" y="773290"/>
                  </a:lnTo>
                  <a:lnTo>
                    <a:pt x="426720" y="731393"/>
                  </a:lnTo>
                  <a:lnTo>
                    <a:pt x="478155" y="691400"/>
                  </a:lnTo>
                  <a:lnTo>
                    <a:pt x="515302" y="649490"/>
                  </a:lnTo>
                  <a:lnTo>
                    <a:pt x="547687" y="607593"/>
                  </a:lnTo>
                  <a:lnTo>
                    <a:pt x="576262" y="576160"/>
                  </a:lnTo>
                  <a:lnTo>
                    <a:pt x="619125" y="523786"/>
                  </a:lnTo>
                  <a:lnTo>
                    <a:pt x="650557" y="483781"/>
                  </a:lnTo>
                  <a:lnTo>
                    <a:pt x="698182" y="437121"/>
                  </a:lnTo>
                  <a:lnTo>
                    <a:pt x="721995" y="413308"/>
                  </a:lnTo>
                  <a:lnTo>
                    <a:pt x="759142" y="367601"/>
                  </a:lnTo>
                  <a:lnTo>
                    <a:pt x="794385" y="325704"/>
                  </a:lnTo>
                  <a:lnTo>
                    <a:pt x="841057" y="264756"/>
                  </a:lnTo>
                  <a:lnTo>
                    <a:pt x="869632" y="222846"/>
                  </a:lnTo>
                  <a:lnTo>
                    <a:pt x="902970" y="175234"/>
                  </a:lnTo>
                  <a:lnTo>
                    <a:pt x="949642" y="120954"/>
                  </a:lnTo>
                  <a:lnTo>
                    <a:pt x="991552" y="79044"/>
                  </a:lnTo>
                  <a:lnTo>
                    <a:pt x="1027747" y="51435"/>
                  </a:lnTo>
                  <a:lnTo>
                    <a:pt x="1055370" y="22860"/>
                  </a:lnTo>
                  <a:lnTo>
                    <a:pt x="1084897" y="22860"/>
                  </a:lnTo>
                  <a:lnTo>
                    <a:pt x="1122045" y="41910"/>
                  </a:lnTo>
                  <a:lnTo>
                    <a:pt x="1139190" y="59994"/>
                  </a:lnTo>
                  <a:lnTo>
                    <a:pt x="1139190" y="34480"/>
                  </a:lnTo>
                  <a:lnTo>
                    <a:pt x="1097280" y="12382"/>
                  </a:lnTo>
                  <a:lnTo>
                    <a:pt x="1064895" y="0"/>
                  </a:lnTo>
                  <a:lnTo>
                    <a:pt x="1013460" y="35242"/>
                  </a:lnTo>
                  <a:lnTo>
                    <a:pt x="936307" y="111429"/>
                  </a:lnTo>
                  <a:lnTo>
                    <a:pt x="865822" y="184759"/>
                  </a:lnTo>
                  <a:lnTo>
                    <a:pt x="803910" y="274269"/>
                  </a:lnTo>
                  <a:lnTo>
                    <a:pt x="717232" y="388556"/>
                  </a:lnTo>
                  <a:lnTo>
                    <a:pt x="599122" y="511403"/>
                  </a:lnTo>
                  <a:lnTo>
                    <a:pt x="498157" y="639965"/>
                  </a:lnTo>
                  <a:lnTo>
                    <a:pt x="377190" y="756158"/>
                  </a:lnTo>
                  <a:lnTo>
                    <a:pt x="378307" y="758685"/>
                  </a:lnTo>
                  <a:lnTo>
                    <a:pt x="369570" y="766622"/>
                  </a:lnTo>
                  <a:lnTo>
                    <a:pt x="335280" y="794245"/>
                  </a:lnTo>
                  <a:lnTo>
                    <a:pt x="297180" y="840905"/>
                  </a:lnTo>
                  <a:lnTo>
                    <a:pt x="260032" y="879957"/>
                  </a:lnTo>
                  <a:lnTo>
                    <a:pt x="199072" y="939952"/>
                  </a:lnTo>
                  <a:lnTo>
                    <a:pt x="148590" y="978992"/>
                  </a:lnTo>
                  <a:lnTo>
                    <a:pt x="106680" y="1014234"/>
                  </a:lnTo>
                  <a:lnTo>
                    <a:pt x="80010" y="1086612"/>
                  </a:lnTo>
                  <a:lnTo>
                    <a:pt x="51435" y="1138034"/>
                  </a:lnTo>
                  <a:lnTo>
                    <a:pt x="4762" y="1192314"/>
                  </a:lnTo>
                  <a:lnTo>
                    <a:pt x="0" y="1208506"/>
                  </a:lnTo>
                  <a:lnTo>
                    <a:pt x="73342" y="1183754"/>
                  </a:lnTo>
                  <a:lnTo>
                    <a:pt x="126682" y="1155179"/>
                  </a:lnTo>
                  <a:lnTo>
                    <a:pt x="190500" y="1118031"/>
                  </a:lnTo>
                  <a:lnTo>
                    <a:pt x="208597" y="1096137"/>
                  </a:lnTo>
                  <a:lnTo>
                    <a:pt x="264795" y="1044714"/>
                  </a:lnTo>
                  <a:lnTo>
                    <a:pt x="308610" y="997089"/>
                  </a:lnTo>
                  <a:lnTo>
                    <a:pt x="377190" y="931379"/>
                  </a:lnTo>
                  <a:lnTo>
                    <a:pt x="426720" y="879436"/>
                  </a:lnTo>
                  <a:lnTo>
                    <a:pt x="426720" y="879957"/>
                  </a:lnTo>
                  <a:lnTo>
                    <a:pt x="502920" y="807580"/>
                  </a:lnTo>
                  <a:lnTo>
                    <a:pt x="591502" y="719010"/>
                  </a:lnTo>
                  <a:lnTo>
                    <a:pt x="697230" y="603783"/>
                  </a:lnTo>
                  <a:lnTo>
                    <a:pt x="754380" y="534263"/>
                  </a:lnTo>
                  <a:lnTo>
                    <a:pt x="823912" y="441883"/>
                  </a:lnTo>
                  <a:lnTo>
                    <a:pt x="911542" y="351409"/>
                  </a:lnTo>
                  <a:lnTo>
                    <a:pt x="991552" y="259994"/>
                  </a:lnTo>
                  <a:lnTo>
                    <a:pt x="1047750" y="199999"/>
                  </a:lnTo>
                  <a:lnTo>
                    <a:pt x="1103947" y="142849"/>
                  </a:lnTo>
                  <a:lnTo>
                    <a:pt x="1162050" y="79044"/>
                  </a:lnTo>
                  <a:lnTo>
                    <a:pt x="1168717" y="6380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7" name="object 5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814582" y="2300027"/>
              <a:ext cx="84772" cy="114279"/>
            </a:xfrm>
            <a:prstGeom prst="rect">
              <a:avLst/>
            </a:prstGeom>
          </p:spPr>
        </p:pic>
        <p:sp>
          <p:nvSpPr>
            <p:cNvPr id="58" name="object 58"/>
            <p:cNvSpPr/>
            <p:nvPr/>
          </p:nvSpPr>
          <p:spPr>
            <a:xfrm>
              <a:off x="6498352" y="1785770"/>
              <a:ext cx="222885" cy="327660"/>
            </a:xfrm>
            <a:custGeom>
              <a:avLst/>
              <a:gdLst/>
              <a:ahLst/>
              <a:cxnLst/>
              <a:rect l="l" t="t" r="r" b="b"/>
              <a:pathLst>
                <a:path w="222884" h="327660">
                  <a:moveTo>
                    <a:pt x="85725" y="327601"/>
                  </a:moveTo>
                  <a:lnTo>
                    <a:pt x="50482" y="302840"/>
                  </a:lnTo>
                  <a:lnTo>
                    <a:pt x="35242" y="264747"/>
                  </a:lnTo>
                  <a:lnTo>
                    <a:pt x="80010" y="245700"/>
                  </a:lnTo>
                  <a:lnTo>
                    <a:pt x="89535" y="264747"/>
                  </a:lnTo>
                  <a:lnTo>
                    <a:pt x="104775" y="279984"/>
                  </a:lnTo>
                  <a:lnTo>
                    <a:pt x="127635" y="279984"/>
                  </a:lnTo>
                  <a:lnTo>
                    <a:pt x="152400" y="274270"/>
                  </a:lnTo>
                  <a:lnTo>
                    <a:pt x="168592" y="255224"/>
                  </a:lnTo>
                  <a:lnTo>
                    <a:pt x="181927" y="229511"/>
                  </a:lnTo>
                  <a:lnTo>
                    <a:pt x="178117" y="204750"/>
                  </a:lnTo>
                  <a:lnTo>
                    <a:pt x="168592" y="182847"/>
                  </a:lnTo>
                  <a:lnTo>
                    <a:pt x="156210" y="170467"/>
                  </a:lnTo>
                  <a:lnTo>
                    <a:pt x="130492" y="163800"/>
                  </a:lnTo>
                  <a:lnTo>
                    <a:pt x="101917" y="170467"/>
                  </a:lnTo>
                  <a:lnTo>
                    <a:pt x="80010" y="185704"/>
                  </a:lnTo>
                  <a:lnTo>
                    <a:pt x="21907" y="214274"/>
                  </a:lnTo>
                  <a:lnTo>
                    <a:pt x="0" y="47616"/>
                  </a:lnTo>
                  <a:lnTo>
                    <a:pt x="137160" y="0"/>
                  </a:lnTo>
                  <a:lnTo>
                    <a:pt x="149542" y="38093"/>
                  </a:lnTo>
                  <a:lnTo>
                    <a:pt x="35242" y="72376"/>
                  </a:lnTo>
                  <a:lnTo>
                    <a:pt x="47625" y="160943"/>
                  </a:lnTo>
                  <a:lnTo>
                    <a:pt x="101917" y="135230"/>
                  </a:lnTo>
                  <a:lnTo>
                    <a:pt x="140017" y="125707"/>
                  </a:lnTo>
                  <a:lnTo>
                    <a:pt x="178117" y="135230"/>
                  </a:lnTo>
                  <a:lnTo>
                    <a:pt x="200977" y="154277"/>
                  </a:lnTo>
                  <a:lnTo>
                    <a:pt x="216217" y="188561"/>
                  </a:lnTo>
                  <a:lnTo>
                    <a:pt x="222885" y="223797"/>
                  </a:lnTo>
                  <a:lnTo>
                    <a:pt x="216217" y="258081"/>
                  </a:lnTo>
                  <a:lnTo>
                    <a:pt x="203835" y="283793"/>
                  </a:lnTo>
                  <a:lnTo>
                    <a:pt x="178117" y="308554"/>
                  </a:lnTo>
                  <a:lnTo>
                    <a:pt x="133350" y="320935"/>
                  </a:lnTo>
                  <a:lnTo>
                    <a:pt x="85725" y="32760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9" name="object 5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310710" y="1810531"/>
              <a:ext cx="130492" cy="240938"/>
            </a:xfrm>
            <a:prstGeom prst="rect">
              <a:avLst/>
            </a:prstGeom>
          </p:spPr>
        </p:pic>
        <p:sp>
          <p:nvSpPr>
            <p:cNvPr id="60" name="object 60"/>
            <p:cNvSpPr/>
            <p:nvPr/>
          </p:nvSpPr>
          <p:spPr>
            <a:xfrm>
              <a:off x="6363093" y="1639112"/>
              <a:ext cx="403860" cy="981075"/>
            </a:xfrm>
            <a:custGeom>
              <a:avLst/>
              <a:gdLst/>
              <a:ahLst/>
              <a:cxnLst/>
              <a:rect l="l" t="t" r="r" b="b"/>
              <a:pathLst>
                <a:path w="403859" h="981075">
                  <a:moveTo>
                    <a:pt x="401002" y="798055"/>
                  </a:moveTo>
                  <a:lnTo>
                    <a:pt x="338137" y="826630"/>
                  </a:lnTo>
                  <a:lnTo>
                    <a:pt x="290512" y="870432"/>
                  </a:lnTo>
                  <a:lnTo>
                    <a:pt x="262890" y="905675"/>
                  </a:lnTo>
                  <a:lnTo>
                    <a:pt x="237172" y="930427"/>
                  </a:lnTo>
                  <a:lnTo>
                    <a:pt x="224790" y="877100"/>
                  </a:lnTo>
                  <a:lnTo>
                    <a:pt x="215265" y="817105"/>
                  </a:lnTo>
                  <a:lnTo>
                    <a:pt x="212407" y="760920"/>
                  </a:lnTo>
                  <a:lnTo>
                    <a:pt x="205740" y="710438"/>
                  </a:lnTo>
                  <a:lnTo>
                    <a:pt x="190500" y="681875"/>
                  </a:lnTo>
                  <a:lnTo>
                    <a:pt x="161925" y="662825"/>
                  </a:lnTo>
                  <a:lnTo>
                    <a:pt x="130492" y="662825"/>
                  </a:lnTo>
                  <a:lnTo>
                    <a:pt x="101917" y="675208"/>
                  </a:lnTo>
                  <a:lnTo>
                    <a:pt x="85725" y="694258"/>
                  </a:lnTo>
                  <a:lnTo>
                    <a:pt x="67627" y="716153"/>
                  </a:lnTo>
                  <a:lnTo>
                    <a:pt x="60960" y="760920"/>
                  </a:lnTo>
                  <a:lnTo>
                    <a:pt x="67627" y="792340"/>
                  </a:lnTo>
                  <a:lnTo>
                    <a:pt x="80010" y="817105"/>
                  </a:lnTo>
                  <a:lnTo>
                    <a:pt x="101917" y="814247"/>
                  </a:lnTo>
                  <a:lnTo>
                    <a:pt x="108585" y="795197"/>
                  </a:lnTo>
                  <a:lnTo>
                    <a:pt x="95250" y="757110"/>
                  </a:lnTo>
                  <a:lnTo>
                    <a:pt x="104775" y="728535"/>
                  </a:lnTo>
                  <a:lnTo>
                    <a:pt x="118110" y="703770"/>
                  </a:lnTo>
                  <a:lnTo>
                    <a:pt x="136207" y="691400"/>
                  </a:lnTo>
                  <a:lnTo>
                    <a:pt x="164782" y="706628"/>
                  </a:lnTo>
                  <a:lnTo>
                    <a:pt x="177165" y="732345"/>
                  </a:lnTo>
                  <a:lnTo>
                    <a:pt x="180975" y="769493"/>
                  </a:lnTo>
                  <a:lnTo>
                    <a:pt x="186690" y="823772"/>
                  </a:lnTo>
                  <a:lnTo>
                    <a:pt x="193357" y="867575"/>
                  </a:lnTo>
                  <a:lnTo>
                    <a:pt x="208597" y="918044"/>
                  </a:lnTo>
                  <a:lnTo>
                    <a:pt x="218122" y="959002"/>
                  </a:lnTo>
                  <a:lnTo>
                    <a:pt x="237172" y="980909"/>
                  </a:lnTo>
                  <a:lnTo>
                    <a:pt x="265747" y="942809"/>
                  </a:lnTo>
                  <a:lnTo>
                    <a:pt x="297180" y="905675"/>
                  </a:lnTo>
                  <a:lnTo>
                    <a:pt x="344805" y="860907"/>
                  </a:lnTo>
                  <a:lnTo>
                    <a:pt x="394335" y="841857"/>
                  </a:lnTo>
                  <a:lnTo>
                    <a:pt x="398145" y="810437"/>
                  </a:lnTo>
                  <a:lnTo>
                    <a:pt x="401002" y="798055"/>
                  </a:lnTo>
                  <a:close/>
                </a:path>
                <a:path w="403859" h="981075">
                  <a:moveTo>
                    <a:pt x="403860" y="46672"/>
                  </a:moveTo>
                  <a:lnTo>
                    <a:pt x="375285" y="0"/>
                  </a:lnTo>
                  <a:lnTo>
                    <a:pt x="287655" y="118097"/>
                  </a:lnTo>
                  <a:lnTo>
                    <a:pt x="140970" y="376174"/>
                  </a:lnTo>
                  <a:lnTo>
                    <a:pt x="0" y="578065"/>
                  </a:lnTo>
                  <a:lnTo>
                    <a:pt x="31432" y="615213"/>
                  </a:lnTo>
                  <a:lnTo>
                    <a:pt x="119062" y="481888"/>
                  </a:lnTo>
                  <a:lnTo>
                    <a:pt x="194310" y="354266"/>
                  </a:lnTo>
                  <a:lnTo>
                    <a:pt x="272415" y="217131"/>
                  </a:lnTo>
                  <a:lnTo>
                    <a:pt x="403860" y="4667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1" name="object 6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305947" y="2317169"/>
              <a:ext cx="132397" cy="320934"/>
            </a:xfrm>
            <a:prstGeom prst="rect">
              <a:avLst/>
            </a:prstGeom>
          </p:spPr>
        </p:pic>
        <p:sp>
          <p:nvSpPr>
            <p:cNvPr id="62" name="object 62"/>
            <p:cNvSpPr/>
            <p:nvPr/>
          </p:nvSpPr>
          <p:spPr>
            <a:xfrm>
              <a:off x="5898273" y="1431505"/>
              <a:ext cx="1769745" cy="1480185"/>
            </a:xfrm>
            <a:custGeom>
              <a:avLst/>
              <a:gdLst/>
              <a:ahLst/>
              <a:cxnLst/>
              <a:rect l="l" t="t" r="r" b="b"/>
              <a:pathLst>
                <a:path w="1769745" h="1480185">
                  <a:moveTo>
                    <a:pt x="1406842" y="1146606"/>
                  </a:moveTo>
                  <a:lnTo>
                    <a:pt x="1397317" y="1106614"/>
                  </a:lnTo>
                  <a:lnTo>
                    <a:pt x="1366837" y="1041857"/>
                  </a:lnTo>
                  <a:lnTo>
                    <a:pt x="1335405" y="964717"/>
                  </a:lnTo>
                  <a:lnTo>
                    <a:pt x="1304925" y="887577"/>
                  </a:lnTo>
                  <a:lnTo>
                    <a:pt x="1270635" y="798055"/>
                  </a:lnTo>
                  <a:lnTo>
                    <a:pt x="1233487" y="701865"/>
                  </a:lnTo>
                  <a:lnTo>
                    <a:pt x="1199197" y="619023"/>
                  </a:lnTo>
                  <a:lnTo>
                    <a:pt x="1164907" y="525691"/>
                  </a:lnTo>
                  <a:lnTo>
                    <a:pt x="1149667" y="458076"/>
                  </a:lnTo>
                  <a:lnTo>
                    <a:pt x="1124902" y="405701"/>
                  </a:lnTo>
                  <a:lnTo>
                    <a:pt x="1102995" y="340944"/>
                  </a:lnTo>
                  <a:lnTo>
                    <a:pt x="1075372" y="276174"/>
                  </a:lnTo>
                  <a:lnTo>
                    <a:pt x="1046797" y="182854"/>
                  </a:lnTo>
                  <a:lnTo>
                    <a:pt x="1026121" y="131508"/>
                  </a:lnTo>
                  <a:lnTo>
                    <a:pt x="1016317" y="77139"/>
                  </a:lnTo>
                  <a:lnTo>
                    <a:pt x="1003935" y="39052"/>
                  </a:lnTo>
                  <a:lnTo>
                    <a:pt x="988695" y="20002"/>
                  </a:lnTo>
                  <a:lnTo>
                    <a:pt x="951547" y="29527"/>
                  </a:lnTo>
                  <a:lnTo>
                    <a:pt x="882967" y="51435"/>
                  </a:lnTo>
                  <a:lnTo>
                    <a:pt x="796290" y="89522"/>
                  </a:lnTo>
                  <a:lnTo>
                    <a:pt x="712470" y="123812"/>
                  </a:lnTo>
                  <a:lnTo>
                    <a:pt x="610552" y="155232"/>
                  </a:lnTo>
                  <a:lnTo>
                    <a:pt x="492442" y="193332"/>
                  </a:lnTo>
                  <a:lnTo>
                    <a:pt x="349567" y="237134"/>
                  </a:lnTo>
                  <a:lnTo>
                    <a:pt x="232410" y="275221"/>
                  </a:lnTo>
                  <a:lnTo>
                    <a:pt x="148590" y="294271"/>
                  </a:lnTo>
                  <a:lnTo>
                    <a:pt x="74396" y="311683"/>
                  </a:lnTo>
                  <a:lnTo>
                    <a:pt x="74295" y="311416"/>
                  </a:lnTo>
                  <a:lnTo>
                    <a:pt x="60960" y="305701"/>
                  </a:lnTo>
                  <a:lnTo>
                    <a:pt x="48577" y="308559"/>
                  </a:lnTo>
                  <a:lnTo>
                    <a:pt x="45720" y="333324"/>
                  </a:lnTo>
                  <a:lnTo>
                    <a:pt x="67627" y="364744"/>
                  </a:lnTo>
                  <a:lnTo>
                    <a:pt x="89535" y="439026"/>
                  </a:lnTo>
                  <a:lnTo>
                    <a:pt x="115252" y="534263"/>
                  </a:lnTo>
                  <a:lnTo>
                    <a:pt x="122301" y="577011"/>
                  </a:lnTo>
                  <a:lnTo>
                    <a:pt x="96202" y="728535"/>
                  </a:lnTo>
                  <a:lnTo>
                    <a:pt x="70485" y="868527"/>
                  </a:lnTo>
                  <a:lnTo>
                    <a:pt x="48577" y="967574"/>
                  </a:lnTo>
                  <a:lnTo>
                    <a:pt x="22860" y="1058037"/>
                  </a:lnTo>
                  <a:lnTo>
                    <a:pt x="0" y="1126604"/>
                  </a:lnTo>
                  <a:lnTo>
                    <a:pt x="13335" y="1157084"/>
                  </a:lnTo>
                  <a:lnTo>
                    <a:pt x="32385" y="1173276"/>
                  </a:lnTo>
                  <a:lnTo>
                    <a:pt x="54292" y="1176134"/>
                  </a:lnTo>
                  <a:lnTo>
                    <a:pt x="77152" y="1169466"/>
                  </a:lnTo>
                  <a:lnTo>
                    <a:pt x="93345" y="1070419"/>
                  </a:lnTo>
                  <a:lnTo>
                    <a:pt x="121920" y="958049"/>
                  </a:lnTo>
                  <a:lnTo>
                    <a:pt x="151447" y="856145"/>
                  </a:lnTo>
                  <a:lnTo>
                    <a:pt x="167868" y="816737"/>
                  </a:lnTo>
                  <a:lnTo>
                    <a:pt x="174307" y="871385"/>
                  </a:lnTo>
                  <a:lnTo>
                    <a:pt x="180975" y="923759"/>
                  </a:lnTo>
                  <a:lnTo>
                    <a:pt x="200025" y="1013282"/>
                  </a:lnTo>
                  <a:lnTo>
                    <a:pt x="218122" y="1087564"/>
                  </a:lnTo>
                  <a:lnTo>
                    <a:pt x="261937" y="1241844"/>
                  </a:lnTo>
                  <a:lnTo>
                    <a:pt x="278130" y="1318983"/>
                  </a:lnTo>
                  <a:lnTo>
                    <a:pt x="287655" y="1399933"/>
                  </a:lnTo>
                  <a:lnTo>
                    <a:pt x="300037" y="1458023"/>
                  </a:lnTo>
                  <a:lnTo>
                    <a:pt x="309562" y="1479918"/>
                  </a:lnTo>
                  <a:lnTo>
                    <a:pt x="365760" y="1461833"/>
                  </a:lnTo>
                  <a:lnTo>
                    <a:pt x="419100" y="1445641"/>
                  </a:lnTo>
                  <a:lnTo>
                    <a:pt x="447675" y="1424686"/>
                  </a:lnTo>
                  <a:lnTo>
                    <a:pt x="360045" y="1445641"/>
                  </a:lnTo>
                  <a:lnTo>
                    <a:pt x="331470" y="1437068"/>
                  </a:lnTo>
                  <a:lnTo>
                    <a:pt x="319087" y="1368501"/>
                  </a:lnTo>
                  <a:lnTo>
                    <a:pt x="300037" y="1276121"/>
                  </a:lnTo>
                  <a:lnTo>
                    <a:pt x="275272" y="1198981"/>
                  </a:lnTo>
                  <a:lnTo>
                    <a:pt x="256222" y="1139939"/>
                  </a:lnTo>
                  <a:lnTo>
                    <a:pt x="231457" y="1043762"/>
                  </a:lnTo>
                  <a:lnTo>
                    <a:pt x="215265" y="966622"/>
                  </a:lnTo>
                  <a:lnTo>
                    <a:pt x="200025" y="868527"/>
                  </a:lnTo>
                  <a:lnTo>
                    <a:pt x="186690" y="778052"/>
                  </a:lnTo>
                  <a:lnTo>
                    <a:pt x="159651" y="645693"/>
                  </a:lnTo>
                  <a:lnTo>
                    <a:pt x="159651" y="766165"/>
                  </a:lnTo>
                  <a:lnTo>
                    <a:pt x="138112" y="834250"/>
                  </a:lnTo>
                  <a:lnTo>
                    <a:pt x="105727" y="945667"/>
                  </a:lnTo>
                  <a:lnTo>
                    <a:pt x="83820" y="1036142"/>
                  </a:lnTo>
                  <a:lnTo>
                    <a:pt x="64770" y="1114234"/>
                  </a:lnTo>
                  <a:lnTo>
                    <a:pt x="51435" y="1141844"/>
                  </a:lnTo>
                  <a:lnTo>
                    <a:pt x="32385" y="1144701"/>
                  </a:lnTo>
                  <a:lnTo>
                    <a:pt x="19050" y="1126604"/>
                  </a:lnTo>
                  <a:lnTo>
                    <a:pt x="35242" y="1067562"/>
                  </a:lnTo>
                  <a:lnTo>
                    <a:pt x="60960" y="989469"/>
                  </a:lnTo>
                  <a:lnTo>
                    <a:pt x="86677" y="893292"/>
                  </a:lnTo>
                  <a:lnTo>
                    <a:pt x="105727" y="790435"/>
                  </a:lnTo>
                  <a:lnTo>
                    <a:pt x="128587" y="687590"/>
                  </a:lnTo>
                  <a:lnTo>
                    <a:pt x="135902" y="652741"/>
                  </a:lnTo>
                  <a:lnTo>
                    <a:pt x="146685" y="704723"/>
                  </a:lnTo>
                  <a:lnTo>
                    <a:pt x="159651" y="766165"/>
                  </a:lnTo>
                  <a:lnTo>
                    <a:pt x="159651" y="645693"/>
                  </a:lnTo>
                  <a:lnTo>
                    <a:pt x="159067" y="642823"/>
                  </a:lnTo>
                  <a:lnTo>
                    <a:pt x="137160" y="524738"/>
                  </a:lnTo>
                  <a:lnTo>
                    <a:pt x="111442" y="426643"/>
                  </a:lnTo>
                  <a:lnTo>
                    <a:pt x="89535" y="348551"/>
                  </a:lnTo>
                  <a:lnTo>
                    <a:pt x="83400" y="333616"/>
                  </a:lnTo>
                  <a:lnTo>
                    <a:pt x="107632" y="328561"/>
                  </a:lnTo>
                  <a:lnTo>
                    <a:pt x="176212" y="309511"/>
                  </a:lnTo>
                  <a:lnTo>
                    <a:pt x="250507" y="287604"/>
                  </a:lnTo>
                  <a:lnTo>
                    <a:pt x="319087" y="262851"/>
                  </a:lnTo>
                  <a:lnTo>
                    <a:pt x="405765" y="239991"/>
                  </a:lnTo>
                  <a:lnTo>
                    <a:pt x="492442" y="218084"/>
                  </a:lnTo>
                  <a:lnTo>
                    <a:pt x="585787" y="190474"/>
                  </a:lnTo>
                  <a:lnTo>
                    <a:pt x="662940" y="161899"/>
                  </a:lnTo>
                  <a:lnTo>
                    <a:pt x="731520" y="136182"/>
                  </a:lnTo>
                  <a:lnTo>
                    <a:pt x="796290" y="111429"/>
                  </a:lnTo>
                  <a:lnTo>
                    <a:pt x="851535" y="85712"/>
                  </a:lnTo>
                  <a:lnTo>
                    <a:pt x="920115" y="63804"/>
                  </a:lnTo>
                  <a:lnTo>
                    <a:pt x="951547" y="48577"/>
                  </a:lnTo>
                  <a:lnTo>
                    <a:pt x="972502" y="54292"/>
                  </a:lnTo>
                  <a:lnTo>
                    <a:pt x="985672" y="80645"/>
                  </a:lnTo>
                  <a:lnTo>
                    <a:pt x="982027" y="78092"/>
                  </a:lnTo>
                  <a:lnTo>
                    <a:pt x="1028700" y="177139"/>
                  </a:lnTo>
                  <a:lnTo>
                    <a:pt x="1065847" y="312369"/>
                  </a:lnTo>
                  <a:lnTo>
                    <a:pt x="1115377" y="418071"/>
                  </a:lnTo>
                  <a:lnTo>
                    <a:pt x="1149667" y="538073"/>
                  </a:lnTo>
                  <a:lnTo>
                    <a:pt x="1189672" y="655205"/>
                  </a:lnTo>
                  <a:lnTo>
                    <a:pt x="1229677" y="760920"/>
                  </a:lnTo>
                  <a:lnTo>
                    <a:pt x="1267777" y="843762"/>
                  </a:lnTo>
                  <a:lnTo>
                    <a:pt x="1310640" y="967574"/>
                  </a:lnTo>
                  <a:lnTo>
                    <a:pt x="1347787" y="1063752"/>
                  </a:lnTo>
                  <a:lnTo>
                    <a:pt x="1372552" y="1116139"/>
                  </a:lnTo>
                  <a:lnTo>
                    <a:pt x="1379220" y="1140891"/>
                  </a:lnTo>
                  <a:lnTo>
                    <a:pt x="1372552" y="1153274"/>
                  </a:lnTo>
                  <a:lnTo>
                    <a:pt x="1342072" y="1168514"/>
                  </a:lnTo>
                  <a:lnTo>
                    <a:pt x="1258252" y="1190409"/>
                  </a:lnTo>
                  <a:lnTo>
                    <a:pt x="1192530" y="1211364"/>
                  </a:lnTo>
                  <a:lnTo>
                    <a:pt x="1090612" y="1233271"/>
                  </a:lnTo>
                  <a:lnTo>
                    <a:pt x="1009650" y="1251369"/>
                  </a:lnTo>
                  <a:lnTo>
                    <a:pt x="904875" y="1260881"/>
                  </a:lnTo>
                  <a:lnTo>
                    <a:pt x="805815" y="1282788"/>
                  </a:lnTo>
                  <a:lnTo>
                    <a:pt x="684847" y="1322793"/>
                  </a:lnTo>
                  <a:lnTo>
                    <a:pt x="572452" y="1362786"/>
                  </a:lnTo>
                  <a:lnTo>
                    <a:pt x="458152" y="1412303"/>
                  </a:lnTo>
                  <a:lnTo>
                    <a:pt x="507682" y="1406588"/>
                  </a:lnTo>
                  <a:lnTo>
                    <a:pt x="591502" y="1375168"/>
                  </a:lnTo>
                  <a:lnTo>
                    <a:pt x="684847" y="1344688"/>
                  </a:lnTo>
                  <a:lnTo>
                    <a:pt x="759142" y="1319936"/>
                  </a:lnTo>
                  <a:lnTo>
                    <a:pt x="842962" y="1292313"/>
                  </a:lnTo>
                  <a:lnTo>
                    <a:pt x="907732" y="1273263"/>
                  </a:lnTo>
                  <a:lnTo>
                    <a:pt x="1001077" y="1273263"/>
                  </a:lnTo>
                  <a:lnTo>
                    <a:pt x="1056322" y="1260881"/>
                  </a:lnTo>
                  <a:lnTo>
                    <a:pt x="1127760" y="1245654"/>
                  </a:lnTo>
                  <a:lnTo>
                    <a:pt x="1192530" y="1233271"/>
                  </a:lnTo>
                  <a:lnTo>
                    <a:pt x="1251585" y="1220889"/>
                  </a:lnTo>
                  <a:lnTo>
                    <a:pt x="1307782" y="1198981"/>
                  </a:lnTo>
                  <a:lnTo>
                    <a:pt x="1379220" y="1180896"/>
                  </a:lnTo>
                  <a:lnTo>
                    <a:pt x="1397317" y="1171371"/>
                  </a:lnTo>
                  <a:lnTo>
                    <a:pt x="1406842" y="1146606"/>
                  </a:lnTo>
                  <a:close/>
                </a:path>
                <a:path w="1769745" h="1480185">
                  <a:moveTo>
                    <a:pt x="1757362" y="257136"/>
                  </a:moveTo>
                  <a:lnTo>
                    <a:pt x="1743075" y="211416"/>
                  </a:lnTo>
                  <a:lnTo>
                    <a:pt x="1718310" y="172377"/>
                  </a:lnTo>
                  <a:lnTo>
                    <a:pt x="1684972" y="129527"/>
                  </a:lnTo>
                  <a:lnTo>
                    <a:pt x="1638300" y="97142"/>
                  </a:lnTo>
                  <a:lnTo>
                    <a:pt x="1572577" y="55245"/>
                  </a:lnTo>
                  <a:lnTo>
                    <a:pt x="1480185" y="17145"/>
                  </a:lnTo>
                  <a:lnTo>
                    <a:pt x="1408747" y="4762"/>
                  </a:lnTo>
                  <a:lnTo>
                    <a:pt x="1343025" y="0"/>
                  </a:lnTo>
                  <a:lnTo>
                    <a:pt x="1323975" y="2857"/>
                  </a:lnTo>
                  <a:lnTo>
                    <a:pt x="1316355" y="31432"/>
                  </a:lnTo>
                  <a:lnTo>
                    <a:pt x="1330642" y="59055"/>
                  </a:lnTo>
                  <a:lnTo>
                    <a:pt x="1357312" y="79997"/>
                  </a:lnTo>
                  <a:lnTo>
                    <a:pt x="1384935" y="82854"/>
                  </a:lnTo>
                  <a:lnTo>
                    <a:pt x="1445895" y="82854"/>
                  </a:lnTo>
                  <a:lnTo>
                    <a:pt x="1484947" y="92379"/>
                  </a:lnTo>
                  <a:lnTo>
                    <a:pt x="1541145" y="106667"/>
                  </a:lnTo>
                  <a:lnTo>
                    <a:pt x="1579245" y="121907"/>
                  </a:lnTo>
                  <a:lnTo>
                    <a:pt x="1624012" y="143802"/>
                  </a:lnTo>
                  <a:lnTo>
                    <a:pt x="1657350" y="167614"/>
                  </a:lnTo>
                  <a:lnTo>
                    <a:pt x="1699260" y="216179"/>
                  </a:lnTo>
                  <a:lnTo>
                    <a:pt x="1723072" y="272376"/>
                  </a:lnTo>
                  <a:lnTo>
                    <a:pt x="1720215" y="300939"/>
                  </a:lnTo>
                  <a:lnTo>
                    <a:pt x="1705927" y="314274"/>
                  </a:lnTo>
                  <a:lnTo>
                    <a:pt x="1691640" y="322846"/>
                  </a:lnTo>
                  <a:lnTo>
                    <a:pt x="1657350" y="322846"/>
                  </a:lnTo>
                  <a:lnTo>
                    <a:pt x="1625917" y="318084"/>
                  </a:lnTo>
                  <a:lnTo>
                    <a:pt x="1606867" y="296176"/>
                  </a:lnTo>
                  <a:lnTo>
                    <a:pt x="1577340" y="291414"/>
                  </a:lnTo>
                  <a:lnTo>
                    <a:pt x="1555432" y="313321"/>
                  </a:lnTo>
                  <a:lnTo>
                    <a:pt x="1544955" y="357124"/>
                  </a:lnTo>
                  <a:lnTo>
                    <a:pt x="1545907" y="392366"/>
                  </a:lnTo>
                  <a:lnTo>
                    <a:pt x="1560195" y="403796"/>
                  </a:lnTo>
                  <a:lnTo>
                    <a:pt x="1579245" y="403796"/>
                  </a:lnTo>
                  <a:lnTo>
                    <a:pt x="1605915" y="392366"/>
                  </a:lnTo>
                  <a:lnTo>
                    <a:pt x="1628775" y="375221"/>
                  </a:lnTo>
                  <a:lnTo>
                    <a:pt x="1681162" y="370459"/>
                  </a:lnTo>
                  <a:lnTo>
                    <a:pt x="1728787" y="357124"/>
                  </a:lnTo>
                  <a:lnTo>
                    <a:pt x="1750695" y="333324"/>
                  </a:lnTo>
                  <a:lnTo>
                    <a:pt x="1757362" y="300939"/>
                  </a:lnTo>
                  <a:lnTo>
                    <a:pt x="1757362" y="257136"/>
                  </a:lnTo>
                  <a:close/>
                </a:path>
                <a:path w="1769745" h="1480185">
                  <a:moveTo>
                    <a:pt x="1769745" y="1246606"/>
                  </a:moveTo>
                  <a:lnTo>
                    <a:pt x="1763077" y="1218031"/>
                  </a:lnTo>
                  <a:lnTo>
                    <a:pt x="1744027" y="1202791"/>
                  </a:lnTo>
                  <a:lnTo>
                    <a:pt x="1706880" y="1199934"/>
                  </a:lnTo>
                  <a:lnTo>
                    <a:pt x="1652587" y="1193266"/>
                  </a:lnTo>
                  <a:lnTo>
                    <a:pt x="1621155" y="1180896"/>
                  </a:lnTo>
                  <a:lnTo>
                    <a:pt x="1618297" y="1159941"/>
                  </a:lnTo>
                  <a:lnTo>
                    <a:pt x="1624012" y="1118997"/>
                  </a:lnTo>
                  <a:lnTo>
                    <a:pt x="1649730" y="1035189"/>
                  </a:lnTo>
                  <a:lnTo>
                    <a:pt x="1678305" y="945667"/>
                  </a:lnTo>
                  <a:lnTo>
                    <a:pt x="1687830" y="861860"/>
                  </a:lnTo>
                  <a:lnTo>
                    <a:pt x="1687830" y="808532"/>
                  </a:lnTo>
                  <a:lnTo>
                    <a:pt x="1674495" y="740918"/>
                  </a:lnTo>
                  <a:lnTo>
                    <a:pt x="1621155" y="625690"/>
                  </a:lnTo>
                  <a:lnTo>
                    <a:pt x="1580197" y="545693"/>
                  </a:lnTo>
                  <a:lnTo>
                    <a:pt x="1535430" y="526643"/>
                  </a:lnTo>
                  <a:lnTo>
                    <a:pt x="1494472" y="541883"/>
                  </a:lnTo>
                  <a:lnTo>
                    <a:pt x="1493850" y="549249"/>
                  </a:lnTo>
                  <a:lnTo>
                    <a:pt x="1475422" y="544741"/>
                  </a:lnTo>
                  <a:lnTo>
                    <a:pt x="1427797" y="572350"/>
                  </a:lnTo>
                  <a:lnTo>
                    <a:pt x="1407795" y="659015"/>
                  </a:lnTo>
                  <a:lnTo>
                    <a:pt x="1402080" y="693305"/>
                  </a:lnTo>
                  <a:lnTo>
                    <a:pt x="1395412" y="752348"/>
                  </a:lnTo>
                  <a:lnTo>
                    <a:pt x="1382077" y="817105"/>
                  </a:lnTo>
                  <a:lnTo>
                    <a:pt x="1379220" y="879957"/>
                  </a:lnTo>
                  <a:lnTo>
                    <a:pt x="1379220" y="947572"/>
                  </a:lnTo>
                  <a:lnTo>
                    <a:pt x="1385887" y="1003757"/>
                  </a:lnTo>
                  <a:lnTo>
                    <a:pt x="1407795" y="1080897"/>
                  </a:lnTo>
                  <a:lnTo>
                    <a:pt x="1430655" y="1155179"/>
                  </a:lnTo>
                  <a:lnTo>
                    <a:pt x="1440180" y="1198981"/>
                  </a:lnTo>
                  <a:lnTo>
                    <a:pt x="1437322" y="1217079"/>
                  </a:lnTo>
                  <a:lnTo>
                    <a:pt x="1382077" y="1241844"/>
                  </a:lnTo>
                  <a:lnTo>
                    <a:pt x="1356360" y="1254226"/>
                  </a:lnTo>
                  <a:lnTo>
                    <a:pt x="1353502" y="1276121"/>
                  </a:lnTo>
                  <a:lnTo>
                    <a:pt x="1369695" y="1335163"/>
                  </a:lnTo>
                  <a:lnTo>
                    <a:pt x="1398270" y="1335163"/>
                  </a:lnTo>
                  <a:lnTo>
                    <a:pt x="1434465" y="1298028"/>
                  </a:lnTo>
                  <a:lnTo>
                    <a:pt x="1475422" y="1263738"/>
                  </a:lnTo>
                  <a:lnTo>
                    <a:pt x="1504950" y="1236129"/>
                  </a:lnTo>
                  <a:lnTo>
                    <a:pt x="1504950" y="1208506"/>
                  </a:lnTo>
                  <a:lnTo>
                    <a:pt x="1485900" y="1189469"/>
                  </a:lnTo>
                  <a:lnTo>
                    <a:pt x="1469707" y="1164704"/>
                  </a:lnTo>
                  <a:lnTo>
                    <a:pt x="1446847" y="1108519"/>
                  </a:lnTo>
                  <a:lnTo>
                    <a:pt x="1430655" y="1038047"/>
                  </a:lnTo>
                  <a:lnTo>
                    <a:pt x="1421130" y="950429"/>
                  </a:lnTo>
                  <a:lnTo>
                    <a:pt x="1430655" y="863765"/>
                  </a:lnTo>
                  <a:lnTo>
                    <a:pt x="1446847" y="764730"/>
                  </a:lnTo>
                  <a:lnTo>
                    <a:pt x="1506474" y="605155"/>
                  </a:lnTo>
                  <a:lnTo>
                    <a:pt x="1510665" y="613308"/>
                  </a:lnTo>
                  <a:lnTo>
                    <a:pt x="1548765" y="657110"/>
                  </a:lnTo>
                  <a:lnTo>
                    <a:pt x="1596390" y="721868"/>
                  </a:lnTo>
                  <a:lnTo>
                    <a:pt x="1630680" y="778052"/>
                  </a:lnTo>
                  <a:lnTo>
                    <a:pt x="1640205" y="837107"/>
                  </a:lnTo>
                  <a:lnTo>
                    <a:pt x="1640205" y="896150"/>
                  </a:lnTo>
                  <a:lnTo>
                    <a:pt x="1633537" y="955192"/>
                  </a:lnTo>
                  <a:lnTo>
                    <a:pt x="1618297" y="1038047"/>
                  </a:lnTo>
                  <a:lnTo>
                    <a:pt x="1592580" y="1103757"/>
                  </a:lnTo>
                  <a:lnTo>
                    <a:pt x="1570672" y="1146606"/>
                  </a:lnTo>
                  <a:lnTo>
                    <a:pt x="1554480" y="1172324"/>
                  </a:lnTo>
                  <a:lnTo>
                    <a:pt x="1564005" y="1209459"/>
                  </a:lnTo>
                  <a:lnTo>
                    <a:pt x="1586865" y="1224699"/>
                  </a:lnTo>
                  <a:lnTo>
                    <a:pt x="1633537" y="1234224"/>
                  </a:lnTo>
                  <a:lnTo>
                    <a:pt x="1684020" y="1242796"/>
                  </a:lnTo>
                  <a:lnTo>
                    <a:pt x="1731645" y="1261833"/>
                  </a:lnTo>
                  <a:lnTo>
                    <a:pt x="1760220" y="1261833"/>
                  </a:lnTo>
                  <a:lnTo>
                    <a:pt x="1769745" y="124660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3" name="object 6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099379" y="2068612"/>
              <a:ext cx="90487" cy="119993"/>
            </a:xfrm>
            <a:prstGeom prst="rect">
              <a:avLst/>
            </a:prstGeom>
          </p:spPr>
        </p:pic>
      </p:grpSp>
      <p:grpSp>
        <p:nvGrpSpPr>
          <p:cNvPr id="64" name="object 64"/>
          <p:cNvGrpSpPr/>
          <p:nvPr/>
        </p:nvGrpSpPr>
        <p:grpSpPr>
          <a:xfrm>
            <a:off x="682507" y="1254020"/>
            <a:ext cx="4293870" cy="5031105"/>
            <a:chOff x="682507" y="1254020"/>
            <a:chExt cx="4293870" cy="5031105"/>
          </a:xfrm>
        </p:grpSpPr>
        <p:sp>
          <p:nvSpPr>
            <p:cNvPr id="65" name="object 65"/>
            <p:cNvSpPr/>
            <p:nvPr/>
          </p:nvSpPr>
          <p:spPr>
            <a:xfrm>
              <a:off x="682498" y="1254023"/>
              <a:ext cx="1351915" cy="1656080"/>
            </a:xfrm>
            <a:custGeom>
              <a:avLst/>
              <a:gdLst/>
              <a:ahLst/>
              <a:cxnLst/>
              <a:rect l="l" t="t" r="r" b="b"/>
              <a:pathLst>
                <a:path w="1351914" h="1656080">
                  <a:moveTo>
                    <a:pt x="1020876" y="400900"/>
                  </a:moveTo>
                  <a:lnTo>
                    <a:pt x="1008824" y="379476"/>
                  </a:lnTo>
                  <a:lnTo>
                    <a:pt x="892352" y="412280"/>
                  </a:lnTo>
                  <a:lnTo>
                    <a:pt x="882980" y="344678"/>
                  </a:lnTo>
                  <a:lnTo>
                    <a:pt x="864235" y="284441"/>
                  </a:lnTo>
                  <a:lnTo>
                    <a:pt x="829424" y="251650"/>
                  </a:lnTo>
                  <a:lnTo>
                    <a:pt x="769175" y="237591"/>
                  </a:lnTo>
                  <a:lnTo>
                    <a:pt x="717626" y="251650"/>
                  </a:lnTo>
                  <a:lnTo>
                    <a:pt x="668756" y="311886"/>
                  </a:lnTo>
                  <a:lnTo>
                    <a:pt x="657377" y="384162"/>
                  </a:lnTo>
                  <a:lnTo>
                    <a:pt x="668756" y="461137"/>
                  </a:lnTo>
                  <a:lnTo>
                    <a:pt x="687501" y="507987"/>
                  </a:lnTo>
                  <a:lnTo>
                    <a:pt x="710933" y="556844"/>
                  </a:lnTo>
                  <a:lnTo>
                    <a:pt x="736371" y="589635"/>
                  </a:lnTo>
                  <a:lnTo>
                    <a:pt x="764489" y="605701"/>
                  </a:lnTo>
                  <a:lnTo>
                    <a:pt x="803986" y="591642"/>
                  </a:lnTo>
                  <a:lnTo>
                    <a:pt x="843483" y="558850"/>
                  </a:lnTo>
                  <a:lnTo>
                    <a:pt x="868921" y="512660"/>
                  </a:lnTo>
                  <a:lnTo>
                    <a:pt x="892352" y="473176"/>
                  </a:lnTo>
                  <a:lnTo>
                    <a:pt x="899706" y="449757"/>
                  </a:lnTo>
                  <a:lnTo>
                    <a:pt x="999451" y="414947"/>
                  </a:lnTo>
                  <a:lnTo>
                    <a:pt x="1020876" y="400900"/>
                  </a:lnTo>
                  <a:close/>
                </a:path>
                <a:path w="1351914" h="1656080">
                  <a:moveTo>
                    <a:pt x="1351572" y="167322"/>
                  </a:moveTo>
                  <a:lnTo>
                    <a:pt x="1296009" y="172008"/>
                  </a:lnTo>
                  <a:lnTo>
                    <a:pt x="1286637" y="157949"/>
                  </a:lnTo>
                  <a:lnTo>
                    <a:pt x="1332826" y="107086"/>
                  </a:lnTo>
                  <a:lnTo>
                    <a:pt x="1323454" y="93027"/>
                  </a:lnTo>
                  <a:lnTo>
                    <a:pt x="1277264" y="139217"/>
                  </a:lnTo>
                  <a:lnTo>
                    <a:pt x="1267891" y="139217"/>
                  </a:lnTo>
                  <a:lnTo>
                    <a:pt x="1267891" y="74295"/>
                  </a:lnTo>
                  <a:lnTo>
                    <a:pt x="1258519" y="64922"/>
                  </a:lnTo>
                  <a:lnTo>
                    <a:pt x="1244460" y="69608"/>
                  </a:lnTo>
                  <a:lnTo>
                    <a:pt x="1249146" y="139217"/>
                  </a:lnTo>
                  <a:lnTo>
                    <a:pt x="1239774" y="143891"/>
                  </a:lnTo>
                  <a:lnTo>
                    <a:pt x="1202296" y="107086"/>
                  </a:lnTo>
                  <a:lnTo>
                    <a:pt x="1174851" y="102400"/>
                  </a:lnTo>
                  <a:lnTo>
                    <a:pt x="1179525" y="121145"/>
                  </a:lnTo>
                  <a:lnTo>
                    <a:pt x="1221041" y="162636"/>
                  </a:lnTo>
                  <a:lnTo>
                    <a:pt x="1221041" y="186055"/>
                  </a:lnTo>
                  <a:lnTo>
                    <a:pt x="1206982" y="232905"/>
                  </a:lnTo>
                  <a:lnTo>
                    <a:pt x="1206982" y="344678"/>
                  </a:lnTo>
                  <a:lnTo>
                    <a:pt x="1188237" y="433019"/>
                  </a:lnTo>
                  <a:lnTo>
                    <a:pt x="1170165" y="488569"/>
                  </a:lnTo>
                  <a:lnTo>
                    <a:pt x="1137361" y="558850"/>
                  </a:lnTo>
                  <a:lnTo>
                    <a:pt x="1099870" y="614400"/>
                  </a:lnTo>
                  <a:lnTo>
                    <a:pt x="1072426" y="642505"/>
                  </a:lnTo>
                  <a:lnTo>
                    <a:pt x="997445" y="665924"/>
                  </a:lnTo>
                  <a:lnTo>
                    <a:pt x="927823" y="675297"/>
                  </a:lnTo>
                  <a:lnTo>
                    <a:pt x="857542" y="684669"/>
                  </a:lnTo>
                  <a:lnTo>
                    <a:pt x="853503" y="683933"/>
                  </a:lnTo>
                  <a:lnTo>
                    <a:pt x="826071" y="653884"/>
                  </a:lnTo>
                  <a:lnTo>
                    <a:pt x="763143" y="633133"/>
                  </a:lnTo>
                  <a:lnTo>
                    <a:pt x="728345" y="635139"/>
                  </a:lnTo>
                  <a:lnTo>
                    <a:pt x="695439" y="655167"/>
                  </a:lnTo>
                  <a:lnTo>
                    <a:pt x="652018" y="629119"/>
                  </a:lnTo>
                  <a:lnTo>
                    <a:pt x="623912" y="629119"/>
                  </a:lnTo>
                  <a:lnTo>
                    <a:pt x="554291" y="558850"/>
                  </a:lnTo>
                  <a:lnTo>
                    <a:pt x="516801" y="517347"/>
                  </a:lnTo>
                  <a:lnTo>
                    <a:pt x="484670" y="461137"/>
                  </a:lnTo>
                  <a:lnTo>
                    <a:pt x="461238" y="386842"/>
                  </a:lnTo>
                  <a:lnTo>
                    <a:pt x="451866" y="321259"/>
                  </a:lnTo>
                  <a:lnTo>
                    <a:pt x="447179" y="218859"/>
                  </a:lnTo>
                  <a:lnTo>
                    <a:pt x="451866" y="163309"/>
                  </a:lnTo>
                  <a:lnTo>
                    <a:pt x="442493" y="121145"/>
                  </a:lnTo>
                  <a:lnTo>
                    <a:pt x="442493" y="88341"/>
                  </a:lnTo>
                  <a:lnTo>
                    <a:pt x="465924" y="28117"/>
                  </a:lnTo>
                  <a:lnTo>
                    <a:pt x="465924" y="4686"/>
                  </a:lnTo>
                  <a:lnTo>
                    <a:pt x="456552" y="4686"/>
                  </a:lnTo>
                  <a:lnTo>
                    <a:pt x="419061" y="78981"/>
                  </a:lnTo>
                  <a:lnTo>
                    <a:pt x="405003" y="74295"/>
                  </a:lnTo>
                  <a:lnTo>
                    <a:pt x="386930" y="4686"/>
                  </a:lnTo>
                  <a:lnTo>
                    <a:pt x="377558" y="0"/>
                  </a:lnTo>
                  <a:lnTo>
                    <a:pt x="368185" y="4686"/>
                  </a:lnTo>
                  <a:lnTo>
                    <a:pt x="382244" y="74295"/>
                  </a:lnTo>
                  <a:lnTo>
                    <a:pt x="368185" y="78981"/>
                  </a:lnTo>
                  <a:lnTo>
                    <a:pt x="302590" y="42164"/>
                  </a:lnTo>
                  <a:lnTo>
                    <a:pt x="288531" y="46850"/>
                  </a:lnTo>
                  <a:lnTo>
                    <a:pt x="288531" y="64922"/>
                  </a:lnTo>
                  <a:lnTo>
                    <a:pt x="368185" y="111772"/>
                  </a:lnTo>
                  <a:lnTo>
                    <a:pt x="358813" y="121145"/>
                  </a:lnTo>
                  <a:lnTo>
                    <a:pt x="302590" y="125831"/>
                  </a:lnTo>
                  <a:lnTo>
                    <a:pt x="284505" y="135191"/>
                  </a:lnTo>
                  <a:lnTo>
                    <a:pt x="297903" y="149250"/>
                  </a:lnTo>
                  <a:lnTo>
                    <a:pt x="377558" y="144564"/>
                  </a:lnTo>
                  <a:lnTo>
                    <a:pt x="405003" y="172681"/>
                  </a:lnTo>
                  <a:lnTo>
                    <a:pt x="409689" y="209486"/>
                  </a:lnTo>
                  <a:lnTo>
                    <a:pt x="409689" y="354050"/>
                  </a:lnTo>
                  <a:lnTo>
                    <a:pt x="428434" y="465823"/>
                  </a:lnTo>
                  <a:lnTo>
                    <a:pt x="456552" y="531406"/>
                  </a:lnTo>
                  <a:lnTo>
                    <a:pt x="516801" y="615061"/>
                  </a:lnTo>
                  <a:lnTo>
                    <a:pt x="609854" y="703414"/>
                  </a:lnTo>
                  <a:lnTo>
                    <a:pt x="622630" y="712368"/>
                  </a:lnTo>
                  <a:lnTo>
                    <a:pt x="605167" y="730846"/>
                  </a:lnTo>
                  <a:lnTo>
                    <a:pt x="553618" y="801128"/>
                  </a:lnTo>
                  <a:lnTo>
                    <a:pt x="518807" y="884783"/>
                  </a:lnTo>
                  <a:lnTo>
                    <a:pt x="483997" y="1013282"/>
                  </a:lnTo>
                  <a:lnTo>
                    <a:pt x="479310" y="1115682"/>
                  </a:lnTo>
                  <a:lnTo>
                    <a:pt x="493369" y="1194650"/>
                  </a:lnTo>
                  <a:lnTo>
                    <a:pt x="496722" y="1200264"/>
                  </a:lnTo>
                  <a:lnTo>
                    <a:pt x="489356" y="1248194"/>
                  </a:lnTo>
                  <a:lnTo>
                    <a:pt x="484670" y="1283004"/>
                  </a:lnTo>
                  <a:lnTo>
                    <a:pt x="454545" y="1366659"/>
                  </a:lnTo>
                  <a:lnTo>
                    <a:pt x="407682" y="1424889"/>
                  </a:lnTo>
                  <a:lnTo>
                    <a:pt x="372872" y="1450987"/>
                  </a:lnTo>
                  <a:lnTo>
                    <a:pt x="338061" y="1450987"/>
                  </a:lnTo>
                  <a:lnTo>
                    <a:pt x="302590" y="1424889"/>
                  </a:lnTo>
                  <a:lnTo>
                    <a:pt x="279819" y="1369339"/>
                  </a:lnTo>
                  <a:lnTo>
                    <a:pt x="253720" y="1276311"/>
                  </a:lnTo>
                  <a:lnTo>
                    <a:pt x="237655" y="1180604"/>
                  </a:lnTo>
                  <a:lnTo>
                    <a:pt x="240322" y="1108316"/>
                  </a:lnTo>
                  <a:lnTo>
                    <a:pt x="253720" y="1080211"/>
                  </a:lnTo>
                  <a:lnTo>
                    <a:pt x="251701" y="1054773"/>
                  </a:lnTo>
                  <a:lnTo>
                    <a:pt x="195478" y="1059459"/>
                  </a:lnTo>
                  <a:lnTo>
                    <a:pt x="155981" y="1068832"/>
                  </a:lnTo>
                  <a:lnTo>
                    <a:pt x="114477" y="1101623"/>
                  </a:lnTo>
                  <a:lnTo>
                    <a:pt x="72301" y="1131747"/>
                  </a:lnTo>
                  <a:lnTo>
                    <a:pt x="48869" y="1136434"/>
                  </a:lnTo>
                  <a:lnTo>
                    <a:pt x="23431" y="1129068"/>
                  </a:lnTo>
                  <a:lnTo>
                    <a:pt x="0" y="1150480"/>
                  </a:lnTo>
                  <a:lnTo>
                    <a:pt x="0" y="1173238"/>
                  </a:lnTo>
                  <a:lnTo>
                    <a:pt x="16065" y="1187297"/>
                  </a:lnTo>
                  <a:lnTo>
                    <a:pt x="69621" y="1187297"/>
                  </a:lnTo>
                  <a:lnTo>
                    <a:pt x="105105" y="1164539"/>
                  </a:lnTo>
                  <a:lnTo>
                    <a:pt x="135229" y="1122375"/>
                  </a:lnTo>
                  <a:lnTo>
                    <a:pt x="168033" y="1096937"/>
                  </a:lnTo>
                  <a:lnTo>
                    <a:pt x="195478" y="1101623"/>
                  </a:lnTo>
                  <a:lnTo>
                    <a:pt x="204851" y="1117688"/>
                  </a:lnTo>
                  <a:lnTo>
                    <a:pt x="204851" y="1208709"/>
                  </a:lnTo>
                  <a:lnTo>
                    <a:pt x="218909" y="1285671"/>
                  </a:lnTo>
                  <a:lnTo>
                    <a:pt x="237655" y="1397444"/>
                  </a:lnTo>
                  <a:lnTo>
                    <a:pt x="253720" y="1457680"/>
                  </a:lnTo>
                  <a:lnTo>
                    <a:pt x="307263" y="1513903"/>
                  </a:lnTo>
                  <a:lnTo>
                    <a:pt x="358813" y="1520596"/>
                  </a:lnTo>
                  <a:lnTo>
                    <a:pt x="412369" y="1501851"/>
                  </a:lnTo>
                  <a:lnTo>
                    <a:pt x="461238" y="1464373"/>
                  </a:lnTo>
                  <a:lnTo>
                    <a:pt x="519480" y="1394764"/>
                  </a:lnTo>
                  <a:lnTo>
                    <a:pt x="566343" y="1313116"/>
                  </a:lnTo>
                  <a:lnTo>
                    <a:pt x="573811" y="1290066"/>
                  </a:lnTo>
                  <a:lnTo>
                    <a:pt x="574370" y="1290358"/>
                  </a:lnTo>
                  <a:lnTo>
                    <a:pt x="625919" y="1290358"/>
                  </a:lnTo>
                  <a:lnTo>
                    <a:pt x="681482" y="1264932"/>
                  </a:lnTo>
                  <a:lnTo>
                    <a:pt x="728345" y="1241501"/>
                  </a:lnTo>
                  <a:lnTo>
                    <a:pt x="734593" y="1228788"/>
                  </a:lnTo>
                  <a:lnTo>
                    <a:pt x="820724" y="1228788"/>
                  </a:lnTo>
                  <a:lnTo>
                    <a:pt x="848829" y="1236154"/>
                  </a:lnTo>
                  <a:lnTo>
                    <a:pt x="867575" y="1261579"/>
                  </a:lnTo>
                  <a:lnTo>
                    <a:pt x="874941" y="1283004"/>
                  </a:lnTo>
                  <a:lnTo>
                    <a:pt x="860882" y="1319809"/>
                  </a:lnTo>
                  <a:lnTo>
                    <a:pt x="832764" y="1361973"/>
                  </a:lnTo>
                  <a:lnTo>
                    <a:pt x="790600" y="1417523"/>
                  </a:lnTo>
                  <a:lnTo>
                    <a:pt x="741730" y="1480439"/>
                  </a:lnTo>
                  <a:lnTo>
                    <a:pt x="708926" y="1522603"/>
                  </a:lnTo>
                  <a:lnTo>
                    <a:pt x="708926" y="1618310"/>
                  </a:lnTo>
                  <a:lnTo>
                    <a:pt x="720979" y="1634363"/>
                  </a:lnTo>
                  <a:lnTo>
                    <a:pt x="743737" y="1639049"/>
                  </a:lnTo>
                  <a:lnTo>
                    <a:pt x="820724" y="1625003"/>
                  </a:lnTo>
                  <a:lnTo>
                    <a:pt x="867575" y="1620316"/>
                  </a:lnTo>
                  <a:lnTo>
                    <a:pt x="911758" y="1646415"/>
                  </a:lnTo>
                  <a:lnTo>
                    <a:pt x="944562" y="1655787"/>
                  </a:lnTo>
                  <a:lnTo>
                    <a:pt x="965314" y="1648421"/>
                  </a:lnTo>
                  <a:lnTo>
                    <a:pt x="979373" y="1627670"/>
                  </a:lnTo>
                  <a:lnTo>
                    <a:pt x="965314" y="1604251"/>
                  </a:lnTo>
                  <a:lnTo>
                    <a:pt x="916444" y="1585506"/>
                  </a:lnTo>
                  <a:lnTo>
                    <a:pt x="870254" y="1585506"/>
                  </a:lnTo>
                  <a:lnTo>
                    <a:pt x="797953" y="1596885"/>
                  </a:lnTo>
                  <a:lnTo>
                    <a:pt x="751103" y="1596885"/>
                  </a:lnTo>
                  <a:lnTo>
                    <a:pt x="748423" y="1583499"/>
                  </a:lnTo>
                  <a:lnTo>
                    <a:pt x="743737" y="1562087"/>
                  </a:lnTo>
                  <a:lnTo>
                    <a:pt x="755789" y="1533969"/>
                  </a:lnTo>
                  <a:lnTo>
                    <a:pt x="771855" y="1494485"/>
                  </a:lnTo>
                  <a:lnTo>
                    <a:pt x="811352" y="1443621"/>
                  </a:lnTo>
                  <a:lnTo>
                    <a:pt x="862888" y="1387398"/>
                  </a:lnTo>
                  <a:lnTo>
                    <a:pt x="902385" y="1319809"/>
                  </a:lnTo>
                  <a:lnTo>
                    <a:pt x="916444" y="1275638"/>
                  </a:lnTo>
                  <a:lnTo>
                    <a:pt x="911758" y="1233474"/>
                  </a:lnTo>
                  <a:lnTo>
                    <a:pt x="891006" y="1206030"/>
                  </a:lnTo>
                  <a:lnTo>
                    <a:pt x="842137" y="1184617"/>
                  </a:lnTo>
                  <a:lnTo>
                    <a:pt x="749096" y="1179779"/>
                  </a:lnTo>
                  <a:lnTo>
                    <a:pt x="749096" y="1129741"/>
                  </a:lnTo>
                  <a:lnTo>
                    <a:pt x="735037" y="1068832"/>
                  </a:lnTo>
                  <a:lnTo>
                    <a:pt x="720979" y="1005916"/>
                  </a:lnTo>
                  <a:lnTo>
                    <a:pt x="735037" y="941006"/>
                  </a:lnTo>
                  <a:lnTo>
                    <a:pt x="756450" y="884783"/>
                  </a:lnTo>
                  <a:lnTo>
                    <a:pt x="807326" y="817181"/>
                  </a:lnTo>
                  <a:lnTo>
                    <a:pt x="841692" y="753859"/>
                  </a:lnTo>
                  <a:lnTo>
                    <a:pt x="937196" y="735533"/>
                  </a:lnTo>
                  <a:lnTo>
                    <a:pt x="1044308" y="698055"/>
                  </a:lnTo>
                  <a:lnTo>
                    <a:pt x="1132674" y="637819"/>
                  </a:lnTo>
                  <a:lnTo>
                    <a:pt x="1184211" y="558850"/>
                  </a:lnTo>
                  <a:lnTo>
                    <a:pt x="1230414" y="423659"/>
                  </a:lnTo>
                  <a:lnTo>
                    <a:pt x="1244460" y="297827"/>
                  </a:lnTo>
                  <a:lnTo>
                    <a:pt x="1244460" y="237591"/>
                  </a:lnTo>
                  <a:lnTo>
                    <a:pt x="1267891" y="200113"/>
                  </a:lnTo>
                  <a:lnTo>
                    <a:pt x="1309395" y="186055"/>
                  </a:lnTo>
                  <a:lnTo>
                    <a:pt x="1346885" y="186055"/>
                  </a:lnTo>
                  <a:lnTo>
                    <a:pt x="1351572" y="16732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/>
            <p:cNvSpPr/>
            <p:nvPr/>
          </p:nvSpPr>
          <p:spPr>
            <a:xfrm>
              <a:off x="1401338" y="4902967"/>
              <a:ext cx="707390" cy="1374140"/>
            </a:xfrm>
            <a:custGeom>
              <a:avLst/>
              <a:gdLst/>
              <a:ahLst/>
              <a:cxnLst/>
              <a:rect l="l" t="t" r="r" b="b"/>
              <a:pathLst>
                <a:path w="707389" h="1374139">
                  <a:moveTo>
                    <a:pt x="385788" y="1373781"/>
                  </a:moveTo>
                  <a:lnTo>
                    <a:pt x="265436" y="1272416"/>
                  </a:lnTo>
                  <a:lnTo>
                    <a:pt x="308301" y="1243572"/>
                  </a:lnTo>
                  <a:lnTo>
                    <a:pt x="308301" y="1209784"/>
                  </a:lnTo>
                  <a:lnTo>
                    <a:pt x="265436" y="1179292"/>
                  </a:lnTo>
                  <a:lnTo>
                    <a:pt x="308301" y="1152921"/>
                  </a:lnTo>
                  <a:lnTo>
                    <a:pt x="301706" y="1142208"/>
                  </a:lnTo>
                  <a:lnTo>
                    <a:pt x="264611" y="1118309"/>
                  </a:lnTo>
                  <a:lnTo>
                    <a:pt x="258016" y="1042491"/>
                  </a:lnTo>
                  <a:lnTo>
                    <a:pt x="253070" y="1035074"/>
                  </a:lnTo>
                  <a:lnTo>
                    <a:pt x="309125" y="991397"/>
                  </a:lnTo>
                  <a:lnTo>
                    <a:pt x="309125" y="953488"/>
                  </a:lnTo>
                  <a:lnTo>
                    <a:pt x="264611" y="908986"/>
                  </a:lnTo>
                  <a:lnTo>
                    <a:pt x="308301" y="869429"/>
                  </a:lnTo>
                  <a:lnTo>
                    <a:pt x="308301" y="829872"/>
                  </a:lnTo>
                  <a:lnTo>
                    <a:pt x="265436" y="778778"/>
                  </a:lnTo>
                  <a:lnTo>
                    <a:pt x="257192" y="695543"/>
                  </a:lnTo>
                  <a:lnTo>
                    <a:pt x="205259" y="695543"/>
                  </a:lnTo>
                  <a:lnTo>
                    <a:pt x="205259" y="583465"/>
                  </a:lnTo>
                  <a:lnTo>
                    <a:pt x="173934" y="583465"/>
                  </a:lnTo>
                  <a:lnTo>
                    <a:pt x="173934" y="485397"/>
                  </a:lnTo>
                  <a:lnTo>
                    <a:pt x="139312" y="485397"/>
                  </a:lnTo>
                  <a:lnTo>
                    <a:pt x="123650" y="438423"/>
                  </a:lnTo>
                  <a:lnTo>
                    <a:pt x="53581" y="438423"/>
                  </a:lnTo>
                  <a:lnTo>
                    <a:pt x="53581" y="397218"/>
                  </a:lnTo>
                  <a:lnTo>
                    <a:pt x="0" y="397218"/>
                  </a:lnTo>
                  <a:lnTo>
                    <a:pt x="0" y="203553"/>
                  </a:lnTo>
                  <a:lnTo>
                    <a:pt x="52757" y="203553"/>
                  </a:lnTo>
                  <a:lnTo>
                    <a:pt x="52757" y="175533"/>
                  </a:lnTo>
                  <a:lnTo>
                    <a:pt x="112109" y="175533"/>
                  </a:lnTo>
                  <a:lnTo>
                    <a:pt x="126123" y="163172"/>
                  </a:lnTo>
                  <a:lnTo>
                    <a:pt x="140136" y="131856"/>
                  </a:lnTo>
                  <a:lnTo>
                    <a:pt x="173934" y="131856"/>
                  </a:lnTo>
                  <a:lnTo>
                    <a:pt x="253895" y="0"/>
                  </a:lnTo>
                  <a:lnTo>
                    <a:pt x="467398" y="0"/>
                  </a:lnTo>
                  <a:lnTo>
                    <a:pt x="435842" y="41204"/>
                  </a:lnTo>
                  <a:lnTo>
                    <a:pt x="426825" y="52742"/>
                  </a:lnTo>
                  <a:lnTo>
                    <a:pt x="302531" y="52742"/>
                  </a:lnTo>
                  <a:lnTo>
                    <a:pt x="255544" y="136801"/>
                  </a:lnTo>
                  <a:lnTo>
                    <a:pt x="584362" y="136801"/>
                  </a:lnTo>
                  <a:lnTo>
                    <a:pt x="596818" y="176358"/>
                  </a:lnTo>
                  <a:lnTo>
                    <a:pt x="660292" y="176358"/>
                  </a:lnTo>
                  <a:lnTo>
                    <a:pt x="661008" y="203553"/>
                  </a:lnTo>
                  <a:lnTo>
                    <a:pt x="661117" y="207674"/>
                  </a:lnTo>
                  <a:lnTo>
                    <a:pt x="685022" y="208498"/>
                  </a:lnTo>
                  <a:lnTo>
                    <a:pt x="707279" y="208498"/>
                  </a:lnTo>
                  <a:lnTo>
                    <a:pt x="707279" y="400514"/>
                  </a:lnTo>
                  <a:lnTo>
                    <a:pt x="660292" y="401338"/>
                  </a:lnTo>
                  <a:lnTo>
                    <a:pt x="659535" y="438423"/>
                  </a:lnTo>
                  <a:lnTo>
                    <a:pt x="659468" y="441719"/>
                  </a:lnTo>
                  <a:lnTo>
                    <a:pt x="599292" y="441719"/>
                  </a:lnTo>
                  <a:lnTo>
                    <a:pt x="581980" y="489517"/>
                  </a:lnTo>
                  <a:lnTo>
                    <a:pt x="549007" y="490341"/>
                  </a:lnTo>
                  <a:lnTo>
                    <a:pt x="546639" y="583465"/>
                  </a:lnTo>
                  <a:lnTo>
                    <a:pt x="546534" y="587586"/>
                  </a:lnTo>
                  <a:lnTo>
                    <a:pt x="524277" y="587586"/>
                  </a:lnTo>
                  <a:lnTo>
                    <a:pt x="516858" y="602419"/>
                  </a:lnTo>
                  <a:lnTo>
                    <a:pt x="516858" y="699664"/>
                  </a:lnTo>
                  <a:lnTo>
                    <a:pt x="477290" y="700488"/>
                  </a:lnTo>
                  <a:lnTo>
                    <a:pt x="479585" y="1243572"/>
                  </a:lnTo>
                  <a:lnTo>
                    <a:pt x="479707" y="1272416"/>
                  </a:lnTo>
                  <a:lnTo>
                    <a:pt x="479763" y="1285602"/>
                  </a:lnTo>
                  <a:lnTo>
                    <a:pt x="385788" y="1373781"/>
                  </a:lnTo>
                  <a:close/>
                </a:path>
                <a:path w="707389" h="1374139">
                  <a:moveTo>
                    <a:pt x="584362" y="136801"/>
                  </a:moveTo>
                  <a:lnTo>
                    <a:pt x="469871" y="136801"/>
                  </a:lnTo>
                  <a:lnTo>
                    <a:pt x="426181" y="53566"/>
                  </a:lnTo>
                  <a:lnTo>
                    <a:pt x="426825" y="52742"/>
                  </a:lnTo>
                  <a:lnTo>
                    <a:pt x="427005" y="52742"/>
                  </a:lnTo>
                  <a:lnTo>
                    <a:pt x="435842" y="41204"/>
                  </a:lnTo>
                  <a:lnTo>
                    <a:pt x="467398" y="824"/>
                  </a:lnTo>
                  <a:lnTo>
                    <a:pt x="542412" y="131032"/>
                  </a:lnTo>
                  <a:lnTo>
                    <a:pt x="582805" y="131856"/>
                  </a:lnTo>
                  <a:lnTo>
                    <a:pt x="584362" y="136801"/>
                  </a:lnTo>
                  <a:close/>
                </a:path>
              </a:pathLst>
            </a:custGeom>
            <a:solidFill>
              <a:srgbClr val="FF9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/>
            <p:cNvSpPr/>
            <p:nvPr/>
          </p:nvSpPr>
          <p:spPr>
            <a:xfrm>
              <a:off x="1418649" y="4910383"/>
              <a:ext cx="708660" cy="1374775"/>
            </a:xfrm>
            <a:custGeom>
              <a:avLst/>
              <a:gdLst/>
              <a:ahLst/>
              <a:cxnLst/>
              <a:rect l="l" t="t" r="r" b="b"/>
              <a:pathLst>
                <a:path w="708660" h="1374775">
                  <a:moveTo>
                    <a:pt x="385789" y="1374605"/>
                  </a:moveTo>
                  <a:lnTo>
                    <a:pt x="265435" y="1272416"/>
                  </a:lnTo>
                  <a:lnTo>
                    <a:pt x="308301" y="1243573"/>
                  </a:lnTo>
                  <a:lnTo>
                    <a:pt x="308301" y="1209784"/>
                  </a:lnTo>
                  <a:lnTo>
                    <a:pt x="265435" y="1179292"/>
                  </a:lnTo>
                  <a:lnTo>
                    <a:pt x="308301" y="1152921"/>
                  </a:lnTo>
                  <a:lnTo>
                    <a:pt x="301706" y="1142208"/>
                  </a:lnTo>
                  <a:lnTo>
                    <a:pt x="264611" y="1118309"/>
                  </a:lnTo>
                  <a:lnTo>
                    <a:pt x="258017" y="1042491"/>
                  </a:lnTo>
                  <a:lnTo>
                    <a:pt x="253071" y="1035898"/>
                  </a:lnTo>
                  <a:lnTo>
                    <a:pt x="309125" y="991397"/>
                  </a:lnTo>
                  <a:lnTo>
                    <a:pt x="309125" y="953488"/>
                  </a:lnTo>
                  <a:lnTo>
                    <a:pt x="264611" y="908986"/>
                  </a:lnTo>
                  <a:lnTo>
                    <a:pt x="308301" y="869429"/>
                  </a:lnTo>
                  <a:lnTo>
                    <a:pt x="308301" y="829872"/>
                  </a:lnTo>
                  <a:lnTo>
                    <a:pt x="265435" y="778778"/>
                  </a:lnTo>
                  <a:lnTo>
                    <a:pt x="257192" y="695543"/>
                  </a:lnTo>
                  <a:lnTo>
                    <a:pt x="205259" y="695543"/>
                  </a:lnTo>
                  <a:lnTo>
                    <a:pt x="205259" y="583465"/>
                  </a:lnTo>
                  <a:lnTo>
                    <a:pt x="174759" y="583465"/>
                  </a:lnTo>
                  <a:lnTo>
                    <a:pt x="174759" y="485397"/>
                  </a:lnTo>
                  <a:lnTo>
                    <a:pt x="139312" y="485397"/>
                  </a:lnTo>
                  <a:lnTo>
                    <a:pt x="123650" y="438423"/>
                  </a:lnTo>
                  <a:lnTo>
                    <a:pt x="53581" y="438423"/>
                  </a:lnTo>
                  <a:lnTo>
                    <a:pt x="53581" y="397218"/>
                  </a:lnTo>
                  <a:lnTo>
                    <a:pt x="0" y="397218"/>
                  </a:lnTo>
                  <a:lnTo>
                    <a:pt x="0" y="203553"/>
                  </a:lnTo>
                  <a:lnTo>
                    <a:pt x="52757" y="203553"/>
                  </a:lnTo>
                  <a:lnTo>
                    <a:pt x="52757" y="175534"/>
                  </a:lnTo>
                  <a:lnTo>
                    <a:pt x="112109" y="175534"/>
                  </a:lnTo>
                  <a:lnTo>
                    <a:pt x="126123" y="163172"/>
                  </a:lnTo>
                  <a:lnTo>
                    <a:pt x="140136" y="131856"/>
                  </a:lnTo>
                  <a:lnTo>
                    <a:pt x="174759" y="131856"/>
                  </a:lnTo>
                  <a:lnTo>
                    <a:pt x="253895" y="0"/>
                  </a:lnTo>
                  <a:lnTo>
                    <a:pt x="467398" y="0"/>
                  </a:lnTo>
                  <a:lnTo>
                    <a:pt x="435835" y="41212"/>
                  </a:lnTo>
                  <a:lnTo>
                    <a:pt x="426825" y="52742"/>
                  </a:lnTo>
                  <a:lnTo>
                    <a:pt x="302531" y="52742"/>
                  </a:lnTo>
                  <a:lnTo>
                    <a:pt x="255543" y="136801"/>
                  </a:lnTo>
                  <a:lnTo>
                    <a:pt x="584362" y="136801"/>
                  </a:lnTo>
                  <a:lnTo>
                    <a:pt x="596818" y="176358"/>
                  </a:lnTo>
                  <a:lnTo>
                    <a:pt x="660292" y="176358"/>
                  </a:lnTo>
                  <a:lnTo>
                    <a:pt x="661008" y="203553"/>
                  </a:lnTo>
                  <a:lnTo>
                    <a:pt x="661117" y="207674"/>
                  </a:lnTo>
                  <a:lnTo>
                    <a:pt x="685022" y="208498"/>
                  </a:lnTo>
                  <a:lnTo>
                    <a:pt x="708104" y="208498"/>
                  </a:lnTo>
                  <a:lnTo>
                    <a:pt x="708104" y="400514"/>
                  </a:lnTo>
                  <a:lnTo>
                    <a:pt x="660292" y="401338"/>
                  </a:lnTo>
                  <a:lnTo>
                    <a:pt x="659535" y="438423"/>
                  </a:lnTo>
                  <a:lnTo>
                    <a:pt x="659468" y="441719"/>
                  </a:lnTo>
                  <a:lnTo>
                    <a:pt x="599291" y="441719"/>
                  </a:lnTo>
                  <a:lnTo>
                    <a:pt x="581980" y="489517"/>
                  </a:lnTo>
                  <a:lnTo>
                    <a:pt x="549007" y="490341"/>
                  </a:lnTo>
                  <a:lnTo>
                    <a:pt x="546639" y="583465"/>
                  </a:lnTo>
                  <a:lnTo>
                    <a:pt x="546534" y="587586"/>
                  </a:lnTo>
                  <a:lnTo>
                    <a:pt x="524277" y="587586"/>
                  </a:lnTo>
                  <a:lnTo>
                    <a:pt x="518507" y="595827"/>
                  </a:lnTo>
                  <a:lnTo>
                    <a:pt x="518507" y="700488"/>
                  </a:lnTo>
                  <a:lnTo>
                    <a:pt x="477290" y="700488"/>
                  </a:lnTo>
                  <a:lnTo>
                    <a:pt x="479585" y="1243573"/>
                  </a:lnTo>
                  <a:lnTo>
                    <a:pt x="479707" y="1272416"/>
                  </a:lnTo>
                  <a:lnTo>
                    <a:pt x="479763" y="1285602"/>
                  </a:lnTo>
                  <a:lnTo>
                    <a:pt x="385789" y="1374605"/>
                  </a:lnTo>
                  <a:close/>
                </a:path>
                <a:path w="708660" h="1374775">
                  <a:moveTo>
                    <a:pt x="584362" y="136801"/>
                  </a:moveTo>
                  <a:lnTo>
                    <a:pt x="469871" y="136801"/>
                  </a:lnTo>
                  <a:lnTo>
                    <a:pt x="426181" y="53567"/>
                  </a:lnTo>
                  <a:lnTo>
                    <a:pt x="426825" y="52742"/>
                  </a:lnTo>
                  <a:lnTo>
                    <a:pt x="427005" y="52742"/>
                  </a:lnTo>
                  <a:lnTo>
                    <a:pt x="435835" y="41212"/>
                  </a:lnTo>
                  <a:lnTo>
                    <a:pt x="467398" y="824"/>
                  </a:lnTo>
                  <a:lnTo>
                    <a:pt x="543236" y="131032"/>
                  </a:lnTo>
                  <a:lnTo>
                    <a:pt x="582805" y="131856"/>
                  </a:lnTo>
                  <a:lnTo>
                    <a:pt x="584362" y="136801"/>
                  </a:lnTo>
                  <a:close/>
                </a:path>
              </a:pathLst>
            </a:custGeom>
            <a:solidFill>
              <a:srgbClr val="BF7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/>
            <p:cNvSpPr/>
            <p:nvPr/>
          </p:nvSpPr>
          <p:spPr>
            <a:xfrm>
              <a:off x="1517570" y="5131244"/>
              <a:ext cx="500380" cy="157480"/>
            </a:xfrm>
            <a:custGeom>
              <a:avLst/>
              <a:gdLst/>
              <a:ahLst/>
              <a:cxnLst/>
              <a:rect l="l" t="t" r="r" b="b"/>
              <a:pathLst>
                <a:path w="500380" h="157479">
                  <a:moveTo>
                    <a:pt x="40392" y="157403"/>
                  </a:moveTo>
                  <a:lnTo>
                    <a:pt x="0" y="81586"/>
                  </a:lnTo>
                  <a:lnTo>
                    <a:pt x="43689" y="0"/>
                  </a:lnTo>
                  <a:lnTo>
                    <a:pt x="500371" y="0"/>
                  </a:lnTo>
                  <a:lnTo>
                    <a:pt x="496250" y="5768"/>
                  </a:lnTo>
                  <a:lnTo>
                    <a:pt x="48635" y="5768"/>
                  </a:lnTo>
                  <a:lnTo>
                    <a:pt x="8243" y="81586"/>
                  </a:lnTo>
                  <a:lnTo>
                    <a:pt x="47811" y="152459"/>
                  </a:lnTo>
                  <a:lnTo>
                    <a:pt x="40392" y="157403"/>
                  </a:lnTo>
                  <a:close/>
                </a:path>
              </a:pathLst>
            </a:custGeom>
            <a:solidFill>
              <a:srgbClr val="BF7F3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/>
            <p:cNvSpPr/>
            <p:nvPr/>
          </p:nvSpPr>
          <p:spPr>
            <a:xfrm>
              <a:off x="1474698" y="5076037"/>
              <a:ext cx="601345" cy="1176020"/>
            </a:xfrm>
            <a:custGeom>
              <a:avLst/>
              <a:gdLst/>
              <a:ahLst/>
              <a:cxnLst/>
              <a:rect l="l" t="t" r="r" b="b"/>
              <a:pathLst>
                <a:path w="601344" h="1176020">
                  <a:moveTo>
                    <a:pt x="290169" y="423583"/>
                  </a:moveTo>
                  <a:lnTo>
                    <a:pt x="274497" y="446659"/>
                  </a:lnTo>
                  <a:lnTo>
                    <a:pt x="276148" y="1162812"/>
                  </a:lnTo>
                  <a:lnTo>
                    <a:pt x="289344" y="1174343"/>
                  </a:lnTo>
                  <a:lnTo>
                    <a:pt x="290169" y="423583"/>
                  </a:lnTo>
                  <a:close/>
                </a:path>
                <a:path w="601344" h="1176020">
                  <a:moveTo>
                    <a:pt x="375069" y="1163637"/>
                  </a:moveTo>
                  <a:lnTo>
                    <a:pt x="372605" y="443369"/>
                  </a:lnTo>
                  <a:lnTo>
                    <a:pt x="361061" y="502704"/>
                  </a:lnTo>
                  <a:lnTo>
                    <a:pt x="362712" y="1175994"/>
                  </a:lnTo>
                  <a:lnTo>
                    <a:pt x="375069" y="1163637"/>
                  </a:lnTo>
                  <a:close/>
                </a:path>
                <a:path w="601344" h="1176020">
                  <a:moveTo>
                    <a:pt x="528396" y="0"/>
                  </a:moveTo>
                  <a:lnTo>
                    <a:pt x="59347" y="0"/>
                  </a:lnTo>
                  <a:lnTo>
                    <a:pt x="59347" y="8242"/>
                  </a:lnTo>
                  <a:lnTo>
                    <a:pt x="528396" y="8242"/>
                  </a:lnTo>
                  <a:lnTo>
                    <a:pt x="528396" y="0"/>
                  </a:lnTo>
                  <a:close/>
                </a:path>
                <a:path w="601344" h="1176020">
                  <a:moveTo>
                    <a:pt x="582803" y="129387"/>
                  </a:moveTo>
                  <a:lnTo>
                    <a:pt x="542417" y="54394"/>
                  </a:lnTo>
                  <a:lnTo>
                    <a:pt x="534987" y="59334"/>
                  </a:lnTo>
                  <a:lnTo>
                    <a:pt x="574560" y="129387"/>
                  </a:lnTo>
                  <a:lnTo>
                    <a:pt x="534174" y="206019"/>
                  </a:lnTo>
                  <a:lnTo>
                    <a:pt x="86550" y="206019"/>
                  </a:lnTo>
                  <a:lnTo>
                    <a:pt x="82435" y="211797"/>
                  </a:lnTo>
                  <a:lnTo>
                    <a:pt x="539115" y="211797"/>
                  </a:lnTo>
                  <a:lnTo>
                    <a:pt x="582803" y="129387"/>
                  </a:lnTo>
                  <a:close/>
                </a:path>
                <a:path w="601344" h="1176020">
                  <a:moveTo>
                    <a:pt x="600938" y="31318"/>
                  </a:moveTo>
                  <a:lnTo>
                    <a:pt x="0" y="31318"/>
                  </a:lnTo>
                  <a:lnTo>
                    <a:pt x="0" y="38735"/>
                  </a:lnTo>
                  <a:lnTo>
                    <a:pt x="600938" y="38735"/>
                  </a:lnTo>
                  <a:lnTo>
                    <a:pt x="600938" y="31318"/>
                  </a:lnTo>
                  <a:close/>
                </a:path>
              </a:pathLst>
            </a:custGeom>
            <a:solidFill>
              <a:srgbClr val="FF9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/>
            <p:cNvSpPr/>
            <p:nvPr/>
          </p:nvSpPr>
          <p:spPr>
            <a:xfrm>
              <a:off x="1473873" y="5309260"/>
              <a:ext cx="604520" cy="974090"/>
            </a:xfrm>
            <a:custGeom>
              <a:avLst/>
              <a:gdLst/>
              <a:ahLst/>
              <a:cxnLst/>
              <a:rect l="l" t="t" r="r" b="b"/>
              <a:pathLst>
                <a:path w="604519" h="974089">
                  <a:moveTo>
                    <a:pt x="373430" y="211785"/>
                  </a:moveTo>
                  <a:lnTo>
                    <a:pt x="327266" y="291731"/>
                  </a:lnTo>
                  <a:lnTo>
                    <a:pt x="330555" y="974090"/>
                  </a:lnTo>
                  <a:lnTo>
                    <a:pt x="344576" y="960081"/>
                  </a:lnTo>
                  <a:lnTo>
                    <a:pt x="344576" y="304088"/>
                  </a:lnTo>
                  <a:lnTo>
                    <a:pt x="362712" y="261239"/>
                  </a:lnTo>
                  <a:lnTo>
                    <a:pt x="373430" y="211785"/>
                  </a:lnTo>
                  <a:close/>
                </a:path>
                <a:path w="604519" h="974089">
                  <a:moveTo>
                    <a:pt x="472351" y="183769"/>
                  </a:moveTo>
                  <a:lnTo>
                    <a:pt x="150025" y="183769"/>
                  </a:lnTo>
                  <a:lnTo>
                    <a:pt x="150025" y="196951"/>
                  </a:lnTo>
                  <a:lnTo>
                    <a:pt x="183007" y="196951"/>
                  </a:lnTo>
                  <a:lnTo>
                    <a:pt x="183007" y="272770"/>
                  </a:lnTo>
                  <a:lnTo>
                    <a:pt x="204431" y="298323"/>
                  </a:lnTo>
                  <a:lnTo>
                    <a:pt x="211035" y="218389"/>
                  </a:lnTo>
                  <a:lnTo>
                    <a:pt x="275323" y="218389"/>
                  </a:lnTo>
                  <a:lnTo>
                    <a:pt x="290169" y="196951"/>
                  </a:lnTo>
                  <a:lnTo>
                    <a:pt x="464096" y="196951"/>
                  </a:lnTo>
                  <a:lnTo>
                    <a:pt x="472351" y="183769"/>
                  </a:lnTo>
                  <a:close/>
                </a:path>
                <a:path w="604519" h="974089">
                  <a:moveTo>
                    <a:pt x="492950" y="90652"/>
                  </a:moveTo>
                  <a:lnTo>
                    <a:pt x="123647" y="90652"/>
                  </a:lnTo>
                  <a:lnTo>
                    <a:pt x="123647" y="107124"/>
                  </a:lnTo>
                  <a:lnTo>
                    <a:pt x="492950" y="107124"/>
                  </a:lnTo>
                  <a:lnTo>
                    <a:pt x="492950" y="90652"/>
                  </a:lnTo>
                  <a:close/>
                </a:path>
                <a:path w="604519" h="974089">
                  <a:moveTo>
                    <a:pt x="545706" y="37909"/>
                  </a:moveTo>
                  <a:lnTo>
                    <a:pt x="69240" y="38735"/>
                  </a:lnTo>
                  <a:lnTo>
                    <a:pt x="73367" y="53568"/>
                  </a:lnTo>
                  <a:lnTo>
                    <a:pt x="540766" y="52743"/>
                  </a:lnTo>
                  <a:lnTo>
                    <a:pt x="545706" y="37909"/>
                  </a:lnTo>
                  <a:close/>
                </a:path>
                <a:path w="604519" h="974089">
                  <a:moveTo>
                    <a:pt x="604240" y="0"/>
                  </a:moveTo>
                  <a:lnTo>
                    <a:pt x="0" y="0"/>
                  </a:lnTo>
                  <a:lnTo>
                    <a:pt x="0" y="18122"/>
                  </a:lnTo>
                  <a:lnTo>
                    <a:pt x="604240" y="18122"/>
                  </a:lnTo>
                  <a:lnTo>
                    <a:pt x="604240" y="0"/>
                  </a:lnTo>
                  <a:close/>
                </a:path>
              </a:pathLst>
            </a:custGeom>
            <a:solidFill>
              <a:srgbClr val="BF7F3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1" name="object 7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385970" y="4598142"/>
              <a:ext cx="589858" cy="673754"/>
            </a:xfrm>
            <a:prstGeom prst="rect">
              <a:avLst/>
            </a:prstGeom>
          </p:spPr>
        </p:pic>
      </p:grpSp>
      <p:grpSp>
        <p:nvGrpSpPr>
          <p:cNvPr id="72" name="object 72"/>
          <p:cNvGrpSpPr/>
          <p:nvPr/>
        </p:nvGrpSpPr>
        <p:grpSpPr>
          <a:xfrm>
            <a:off x="8344107" y="1327970"/>
            <a:ext cx="1589405" cy="1660525"/>
            <a:chOff x="8344107" y="1327970"/>
            <a:chExt cx="1589405" cy="1660525"/>
          </a:xfrm>
        </p:grpSpPr>
        <p:sp>
          <p:nvSpPr>
            <p:cNvPr id="73" name="object 73"/>
            <p:cNvSpPr/>
            <p:nvPr/>
          </p:nvSpPr>
          <p:spPr>
            <a:xfrm>
              <a:off x="9484330" y="1800946"/>
              <a:ext cx="60960" cy="919480"/>
            </a:xfrm>
            <a:custGeom>
              <a:avLst/>
              <a:gdLst/>
              <a:ahLst/>
              <a:cxnLst/>
              <a:rect l="l" t="t" r="r" b="b"/>
              <a:pathLst>
                <a:path w="60959" h="919480">
                  <a:moveTo>
                    <a:pt x="14566" y="919454"/>
                  </a:moveTo>
                  <a:lnTo>
                    <a:pt x="0" y="9273"/>
                  </a:lnTo>
                  <a:lnTo>
                    <a:pt x="35755" y="0"/>
                  </a:lnTo>
                  <a:lnTo>
                    <a:pt x="51647" y="469001"/>
                  </a:lnTo>
                  <a:lnTo>
                    <a:pt x="60917" y="757821"/>
                  </a:lnTo>
                  <a:lnTo>
                    <a:pt x="37080" y="764446"/>
                  </a:lnTo>
                  <a:lnTo>
                    <a:pt x="33107" y="804191"/>
                  </a:lnTo>
                  <a:lnTo>
                    <a:pt x="37080" y="883683"/>
                  </a:lnTo>
                  <a:lnTo>
                    <a:pt x="14566" y="919454"/>
                  </a:lnTo>
                  <a:close/>
                </a:path>
              </a:pathLst>
            </a:custGeom>
            <a:solidFill>
              <a:srgbClr val="B2B2B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/>
            <p:cNvSpPr/>
            <p:nvPr/>
          </p:nvSpPr>
          <p:spPr>
            <a:xfrm>
              <a:off x="9520085" y="1785048"/>
              <a:ext cx="110489" cy="890905"/>
            </a:xfrm>
            <a:custGeom>
              <a:avLst/>
              <a:gdLst/>
              <a:ahLst/>
              <a:cxnLst/>
              <a:rect l="l" t="t" r="r" b="b"/>
              <a:pathLst>
                <a:path w="110490" h="890905">
                  <a:moveTo>
                    <a:pt x="86079" y="890307"/>
                  </a:moveTo>
                  <a:lnTo>
                    <a:pt x="48999" y="865135"/>
                  </a:lnTo>
                  <a:lnTo>
                    <a:pt x="22512" y="805516"/>
                  </a:lnTo>
                  <a:lnTo>
                    <a:pt x="15891" y="582939"/>
                  </a:lnTo>
                  <a:lnTo>
                    <a:pt x="11918" y="331215"/>
                  </a:lnTo>
                  <a:lnTo>
                    <a:pt x="0" y="14573"/>
                  </a:lnTo>
                  <a:lnTo>
                    <a:pt x="79458" y="0"/>
                  </a:lnTo>
                  <a:lnTo>
                    <a:pt x="109916" y="813465"/>
                  </a:lnTo>
                  <a:lnTo>
                    <a:pt x="100646" y="865135"/>
                  </a:lnTo>
                  <a:lnTo>
                    <a:pt x="86079" y="890307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5" name="object 7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9192983" y="1443233"/>
              <a:ext cx="186726" cy="400108"/>
            </a:xfrm>
            <a:prstGeom prst="rect">
              <a:avLst/>
            </a:prstGeom>
          </p:spPr>
        </p:pic>
        <p:sp>
          <p:nvSpPr>
            <p:cNvPr id="76" name="object 76"/>
            <p:cNvSpPr/>
            <p:nvPr/>
          </p:nvSpPr>
          <p:spPr>
            <a:xfrm>
              <a:off x="9203578" y="1335919"/>
              <a:ext cx="636270" cy="504825"/>
            </a:xfrm>
            <a:custGeom>
              <a:avLst/>
              <a:gdLst/>
              <a:ahLst/>
              <a:cxnLst/>
              <a:rect l="l" t="t" r="r" b="b"/>
              <a:pathLst>
                <a:path w="636270" h="504825">
                  <a:moveTo>
                    <a:pt x="170834" y="504772"/>
                  </a:moveTo>
                  <a:lnTo>
                    <a:pt x="170834" y="341814"/>
                  </a:lnTo>
                  <a:lnTo>
                    <a:pt x="152294" y="235825"/>
                  </a:lnTo>
                  <a:lnTo>
                    <a:pt x="125808" y="168257"/>
                  </a:lnTo>
                  <a:lnTo>
                    <a:pt x="84755" y="131161"/>
                  </a:lnTo>
                  <a:lnTo>
                    <a:pt x="37080" y="108638"/>
                  </a:lnTo>
                  <a:lnTo>
                    <a:pt x="0" y="117912"/>
                  </a:lnTo>
                  <a:lnTo>
                    <a:pt x="33107" y="92740"/>
                  </a:lnTo>
                  <a:lnTo>
                    <a:pt x="476747" y="0"/>
                  </a:lnTo>
                  <a:lnTo>
                    <a:pt x="541638" y="27822"/>
                  </a:lnTo>
                  <a:lnTo>
                    <a:pt x="585340" y="82141"/>
                  </a:lnTo>
                  <a:lnTo>
                    <a:pt x="609177" y="131161"/>
                  </a:lnTo>
                  <a:lnTo>
                    <a:pt x="635663" y="352413"/>
                  </a:lnTo>
                  <a:lnTo>
                    <a:pt x="584016" y="372286"/>
                  </a:lnTo>
                  <a:lnTo>
                    <a:pt x="199969" y="491524"/>
                  </a:lnTo>
                  <a:lnTo>
                    <a:pt x="170834" y="504772"/>
                  </a:lnTo>
                  <a:close/>
                </a:path>
              </a:pathLst>
            </a:custGeom>
            <a:solidFill>
              <a:srgbClr val="CBCBC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7" name="object 77"/>
            <p:cNvSpPr/>
            <p:nvPr/>
          </p:nvSpPr>
          <p:spPr>
            <a:xfrm>
              <a:off x="9631327" y="1498877"/>
              <a:ext cx="115570" cy="159385"/>
            </a:xfrm>
            <a:custGeom>
              <a:avLst/>
              <a:gdLst/>
              <a:ahLst/>
              <a:cxnLst/>
              <a:rect l="l" t="t" r="r" b="b"/>
              <a:pathLst>
                <a:path w="115570" h="159385">
                  <a:moveTo>
                    <a:pt x="27809" y="158983"/>
                  </a:moveTo>
                  <a:lnTo>
                    <a:pt x="0" y="25172"/>
                  </a:lnTo>
                  <a:lnTo>
                    <a:pt x="86079" y="0"/>
                  </a:lnTo>
                  <a:lnTo>
                    <a:pt x="115213" y="133811"/>
                  </a:lnTo>
                  <a:lnTo>
                    <a:pt x="27809" y="158983"/>
                  </a:lnTo>
                  <a:close/>
                </a:path>
              </a:pathLst>
            </a:custGeom>
            <a:solidFill>
              <a:srgbClr val="A5002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8" name="object 78"/>
            <p:cNvSpPr/>
            <p:nvPr/>
          </p:nvSpPr>
          <p:spPr>
            <a:xfrm>
              <a:off x="9410168" y="1481654"/>
              <a:ext cx="327660" cy="109220"/>
            </a:xfrm>
            <a:custGeom>
              <a:avLst/>
              <a:gdLst/>
              <a:ahLst/>
              <a:cxnLst/>
              <a:rect l="l" t="t" r="r" b="b"/>
              <a:pathLst>
                <a:path w="327659" h="109219">
                  <a:moveTo>
                    <a:pt x="13243" y="108638"/>
                  </a:moveTo>
                  <a:lnTo>
                    <a:pt x="0" y="84791"/>
                  </a:lnTo>
                  <a:lnTo>
                    <a:pt x="320480" y="0"/>
                  </a:lnTo>
                  <a:lnTo>
                    <a:pt x="327102" y="23847"/>
                  </a:lnTo>
                  <a:lnTo>
                    <a:pt x="13243" y="10863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9" name="object 79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9622056" y="1496227"/>
              <a:ext cx="136403" cy="173557"/>
            </a:xfrm>
            <a:prstGeom prst="rect">
              <a:avLst/>
            </a:prstGeom>
          </p:spPr>
        </p:pic>
        <p:sp>
          <p:nvSpPr>
            <p:cNvPr id="80" name="object 80"/>
            <p:cNvSpPr/>
            <p:nvPr/>
          </p:nvSpPr>
          <p:spPr>
            <a:xfrm>
              <a:off x="9477705" y="1782406"/>
              <a:ext cx="164465" cy="935355"/>
            </a:xfrm>
            <a:custGeom>
              <a:avLst/>
              <a:gdLst/>
              <a:ahLst/>
              <a:cxnLst/>
              <a:rect l="l" t="t" r="r" b="b"/>
              <a:pathLst>
                <a:path w="164465" h="935355">
                  <a:moveTo>
                    <a:pt x="35750" y="892949"/>
                  </a:moveTo>
                  <a:lnTo>
                    <a:pt x="33108" y="798893"/>
                  </a:lnTo>
                  <a:lnTo>
                    <a:pt x="18542" y="26492"/>
                  </a:lnTo>
                  <a:lnTo>
                    <a:pt x="0" y="29146"/>
                  </a:lnTo>
                  <a:lnTo>
                    <a:pt x="6616" y="926071"/>
                  </a:lnTo>
                  <a:lnTo>
                    <a:pt x="23837" y="935355"/>
                  </a:lnTo>
                  <a:lnTo>
                    <a:pt x="35750" y="892949"/>
                  </a:lnTo>
                  <a:close/>
                </a:path>
                <a:path w="164465" h="935355">
                  <a:moveTo>
                    <a:pt x="83426" y="854532"/>
                  </a:moveTo>
                  <a:lnTo>
                    <a:pt x="56946" y="21196"/>
                  </a:lnTo>
                  <a:lnTo>
                    <a:pt x="35750" y="23850"/>
                  </a:lnTo>
                  <a:lnTo>
                    <a:pt x="60909" y="788289"/>
                  </a:lnTo>
                  <a:lnTo>
                    <a:pt x="83426" y="854532"/>
                  </a:lnTo>
                  <a:close/>
                </a:path>
                <a:path w="164465" h="935355">
                  <a:moveTo>
                    <a:pt x="164211" y="785647"/>
                  </a:moveTo>
                  <a:lnTo>
                    <a:pt x="132422" y="0"/>
                  </a:lnTo>
                  <a:lnTo>
                    <a:pt x="112560" y="3975"/>
                  </a:lnTo>
                  <a:lnTo>
                    <a:pt x="137718" y="830681"/>
                  </a:lnTo>
                  <a:lnTo>
                    <a:pt x="164211" y="78564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1" name="object 81"/>
            <p:cNvSpPr/>
            <p:nvPr/>
          </p:nvSpPr>
          <p:spPr>
            <a:xfrm>
              <a:off x="9334684" y="2568041"/>
              <a:ext cx="593725" cy="231140"/>
            </a:xfrm>
            <a:custGeom>
              <a:avLst/>
              <a:gdLst/>
              <a:ahLst/>
              <a:cxnLst/>
              <a:rect l="l" t="t" r="r" b="b"/>
              <a:pathLst>
                <a:path w="593725" h="231139">
                  <a:moveTo>
                    <a:pt x="251616" y="230526"/>
                  </a:moveTo>
                  <a:lnTo>
                    <a:pt x="190699" y="227876"/>
                  </a:lnTo>
                  <a:lnTo>
                    <a:pt x="139051" y="215952"/>
                  </a:lnTo>
                  <a:lnTo>
                    <a:pt x="72835" y="215952"/>
                  </a:lnTo>
                  <a:lnTo>
                    <a:pt x="0" y="227876"/>
                  </a:lnTo>
                  <a:lnTo>
                    <a:pt x="26486" y="193429"/>
                  </a:lnTo>
                  <a:lnTo>
                    <a:pt x="94025" y="173557"/>
                  </a:lnTo>
                  <a:lnTo>
                    <a:pt x="68863" y="115263"/>
                  </a:lnTo>
                  <a:lnTo>
                    <a:pt x="54295" y="82141"/>
                  </a:lnTo>
                  <a:lnTo>
                    <a:pt x="164212" y="155009"/>
                  </a:lnTo>
                  <a:lnTo>
                    <a:pt x="181428" y="129836"/>
                  </a:lnTo>
                  <a:lnTo>
                    <a:pt x="181428" y="35771"/>
                  </a:lnTo>
                  <a:lnTo>
                    <a:pt x="197320" y="0"/>
                  </a:lnTo>
                  <a:lnTo>
                    <a:pt x="227779" y="72867"/>
                  </a:lnTo>
                  <a:lnTo>
                    <a:pt x="274129" y="115263"/>
                  </a:lnTo>
                  <a:lnTo>
                    <a:pt x="295318" y="18548"/>
                  </a:lnTo>
                  <a:lnTo>
                    <a:pt x="319155" y="9274"/>
                  </a:lnTo>
                  <a:lnTo>
                    <a:pt x="336371" y="45045"/>
                  </a:lnTo>
                  <a:lnTo>
                    <a:pt x="361533" y="96714"/>
                  </a:lnTo>
                  <a:lnTo>
                    <a:pt x="406559" y="33121"/>
                  </a:lnTo>
                  <a:lnTo>
                    <a:pt x="406559" y="94065"/>
                  </a:lnTo>
                  <a:lnTo>
                    <a:pt x="410532" y="121887"/>
                  </a:lnTo>
                  <a:lnTo>
                    <a:pt x="431721" y="136460"/>
                  </a:lnTo>
                  <a:lnTo>
                    <a:pt x="565475" y="15898"/>
                  </a:lnTo>
                  <a:lnTo>
                    <a:pt x="593286" y="21197"/>
                  </a:lnTo>
                  <a:lnTo>
                    <a:pt x="589313" y="60943"/>
                  </a:lnTo>
                  <a:lnTo>
                    <a:pt x="561503" y="105989"/>
                  </a:lnTo>
                  <a:lnTo>
                    <a:pt x="497936" y="193429"/>
                  </a:lnTo>
                  <a:lnTo>
                    <a:pt x="425099" y="194755"/>
                  </a:lnTo>
                  <a:lnTo>
                    <a:pt x="403911" y="211978"/>
                  </a:lnTo>
                  <a:lnTo>
                    <a:pt x="368155" y="204028"/>
                  </a:lnTo>
                  <a:lnTo>
                    <a:pt x="340344" y="202704"/>
                  </a:lnTo>
                  <a:lnTo>
                    <a:pt x="303264" y="225226"/>
                  </a:lnTo>
                  <a:lnTo>
                    <a:pt x="251616" y="230526"/>
                  </a:lnTo>
                  <a:close/>
                </a:path>
              </a:pathLst>
            </a:custGeom>
            <a:solidFill>
              <a:srgbClr val="0099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2" name="object 82"/>
            <p:cNvSpPr/>
            <p:nvPr/>
          </p:nvSpPr>
          <p:spPr>
            <a:xfrm>
              <a:off x="9300251" y="2536245"/>
              <a:ext cx="633095" cy="269240"/>
            </a:xfrm>
            <a:custGeom>
              <a:avLst/>
              <a:gdLst/>
              <a:ahLst/>
              <a:cxnLst/>
              <a:rect l="l" t="t" r="r" b="b"/>
              <a:pathLst>
                <a:path w="633095" h="269239">
                  <a:moveTo>
                    <a:pt x="42377" y="268947"/>
                  </a:moveTo>
                  <a:lnTo>
                    <a:pt x="19864" y="268947"/>
                  </a:lnTo>
                  <a:lnTo>
                    <a:pt x="7946" y="263647"/>
                  </a:lnTo>
                  <a:lnTo>
                    <a:pt x="0" y="254373"/>
                  </a:lnTo>
                  <a:lnTo>
                    <a:pt x="5297" y="247749"/>
                  </a:lnTo>
                  <a:lnTo>
                    <a:pt x="21188" y="221251"/>
                  </a:lnTo>
                  <a:lnTo>
                    <a:pt x="63566" y="202703"/>
                  </a:lnTo>
                  <a:lnTo>
                    <a:pt x="108592" y="198729"/>
                  </a:lnTo>
                  <a:lnTo>
                    <a:pt x="108592" y="184155"/>
                  </a:lnTo>
                  <a:lnTo>
                    <a:pt x="87404" y="147059"/>
                  </a:lnTo>
                  <a:lnTo>
                    <a:pt x="84755" y="140435"/>
                  </a:lnTo>
                  <a:lnTo>
                    <a:pt x="71511" y="113937"/>
                  </a:lnTo>
                  <a:lnTo>
                    <a:pt x="72836" y="88765"/>
                  </a:lnTo>
                  <a:lnTo>
                    <a:pt x="99322" y="88765"/>
                  </a:lnTo>
                  <a:lnTo>
                    <a:pt x="115213" y="104664"/>
                  </a:lnTo>
                  <a:lnTo>
                    <a:pt x="165537" y="147059"/>
                  </a:lnTo>
                  <a:lnTo>
                    <a:pt x="195996" y="165607"/>
                  </a:lnTo>
                  <a:lnTo>
                    <a:pt x="202617" y="158983"/>
                  </a:lnTo>
                  <a:lnTo>
                    <a:pt x="202617" y="52994"/>
                  </a:lnTo>
                  <a:lnTo>
                    <a:pt x="214536" y="11923"/>
                  </a:lnTo>
                  <a:lnTo>
                    <a:pt x="226455" y="3974"/>
                  </a:lnTo>
                  <a:lnTo>
                    <a:pt x="233076" y="0"/>
                  </a:lnTo>
                  <a:lnTo>
                    <a:pt x="244995" y="11923"/>
                  </a:lnTo>
                  <a:lnTo>
                    <a:pt x="256913" y="67567"/>
                  </a:lnTo>
                  <a:lnTo>
                    <a:pt x="284724" y="109963"/>
                  </a:lnTo>
                  <a:lnTo>
                    <a:pt x="301940" y="123212"/>
                  </a:lnTo>
                  <a:lnTo>
                    <a:pt x="315183" y="51669"/>
                  </a:lnTo>
                  <a:lnTo>
                    <a:pt x="335047" y="21197"/>
                  </a:lnTo>
                  <a:lnTo>
                    <a:pt x="357561" y="15898"/>
                  </a:lnTo>
                  <a:lnTo>
                    <a:pt x="374776" y="43720"/>
                  </a:lnTo>
                  <a:lnTo>
                    <a:pt x="388019" y="88765"/>
                  </a:lnTo>
                  <a:lnTo>
                    <a:pt x="402587" y="100689"/>
                  </a:lnTo>
                  <a:lnTo>
                    <a:pt x="414505" y="60943"/>
                  </a:lnTo>
                  <a:lnTo>
                    <a:pt x="435694" y="43720"/>
                  </a:lnTo>
                  <a:lnTo>
                    <a:pt x="451586" y="43720"/>
                  </a:lnTo>
                  <a:lnTo>
                    <a:pt x="456883" y="82141"/>
                  </a:lnTo>
                  <a:lnTo>
                    <a:pt x="451586" y="128511"/>
                  </a:lnTo>
                  <a:lnTo>
                    <a:pt x="466153" y="147059"/>
                  </a:lnTo>
                  <a:lnTo>
                    <a:pt x="517801" y="107314"/>
                  </a:lnTo>
                  <a:lnTo>
                    <a:pt x="578719" y="49019"/>
                  </a:lnTo>
                  <a:lnTo>
                    <a:pt x="607853" y="33121"/>
                  </a:lnTo>
                  <a:lnTo>
                    <a:pt x="626393" y="37096"/>
                  </a:lnTo>
                  <a:lnTo>
                    <a:pt x="633015" y="46370"/>
                  </a:lnTo>
                  <a:lnTo>
                    <a:pt x="629042" y="91415"/>
                  </a:lnTo>
                  <a:lnTo>
                    <a:pt x="598583" y="158983"/>
                  </a:lnTo>
                  <a:lnTo>
                    <a:pt x="548260" y="226551"/>
                  </a:lnTo>
                  <a:lnTo>
                    <a:pt x="532368" y="233175"/>
                  </a:lnTo>
                  <a:lnTo>
                    <a:pt x="520449" y="226551"/>
                  </a:lnTo>
                  <a:lnTo>
                    <a:pt x="513828" y="214627"/>
                  </a:lnTo>
                  <a:lnTo>
                    <a:pt x="536341" y="184155"/>
                  </a:lnTo>
                  <a:lnTo>
                    <a:pt x="581367" y="137785"/>
                  </a:lnTo>
                  <a:lnTo>
                    <a:pt x="611826" y="86116"/>
                  </a:lnTo>
                  <a:lnTo>
                    <a:pt x="611826" y="67567"/>
                  </a:lnTo>
                  <a:lnTo>
                    <a:pt x="602556" y="64918"/>
                  </a:lnTo>
                  <a:lnTo>
                    <a:pt x="584016" y="79491"/>
                  </a:lnTo>
                  <a:lnTo>
                    <a:pt x="493963" y="174881"/>
                  </a:lnTo>
                  <a:lnTo>
                    <a:pt x="471450" y="184155"/>
                  </a:lnTo>
                  <a:lnTo>
                    <a:pt x="451586" y="181506"/>
                  </a:lnTo>
                  <a:lnTo>
                    <a:pt x="438343" y="170907"/>
                  </a:lnTo>
                  <a:lnTo>
                    <a:pt x="429073" y="149709"/>
                  </a:lnTo>
                  <a:lnTo>
                    <a:pt x="430397" y="98039"/>
                  </a:lnTo>
                  <a:lnTo>
                    <a:pt x="421127" y="131161"/>
                  </a:lnTo>
                  <a:lnTo>
                    <a:pt x="411857" y="141760"/>
                  </a:lnTo>
                  <a:lnTo>
                    <a:pt x="402587" y="147059"/>
                  </a:lnTo>
                  <a:lnTo>
                    <a:pt x="381398" y="132486"/>
                  </a:lnTo>
                  <a:lnTo>
                    <a:pt x="368155" y="104664"/>
                  </a:lnTo>
                  <a:lnTo>
                    <a:pt x="357561" y="64918"/>
                  </a:lnTo>
                  <a:lnTo>
                    <a:pt x="348291" y="58293"/>
                  </a:lnTo>
                  <a:lnTo>
                    <a:pt x="339020" y="70217"/>
                  </a:lnTo>
                  <a:lnTo>
                    <a:pt x="327101" y="113937"/>
                  </a:lnTo>
                  <a:lnTo>
                    <a:pt x="327101" y="135135"/>
                  </a:lnTo>
                  <a:lnTo>
                    <a:pt x="341669" y="158983"/>
                  </a:lnTo>
                  <a:lnTo>
                    <a:pt x="353587" y="181506"/>
                  </a:lnTo>
                  <a:lnTo>
                    <a:pt x="348291" y="196079"/>
                  </a:lnTo>
                  <a:lnTo>
                    <a:pt x="332399" y="201379"/>
                  </a:lnTo>
                  <a:lnTo>
                    <a:pt x="313859" y="186805"/>
                  </a:lnTo>
                  <a:lnTo>
                    <a:pt x="292670" y="158983"/>
                  </a:lnTo>
                  <a:lnTo>
                    <a:pt x="259562" y="121887"/>
                  </a:lnTo>
                  <a:lnTo>
                    <a:pt x="230427" y="62268"/>
                  </a:lnTo>
                  <a:lnTo>
                    <a:pt x="229103" y="86116"/>
                  </a:lnTo>
                  <a:lnTo>
                    <a:pt x="235725" y="141760"/>
                  </a:lnTo>
                  <a:lnTo>
                    <a:pt x="229103" y="170907"/>
                  </a:lnTo>
                  <a:lnTo>
                    <a:pt x="217185" y="198729"/>
                  </a:lnTo>
                  <a:lnTo>
                    <a:pt x="193347" y="198729"/>
                  </a:lnTo>
                  <a:lnTo>
                    <a:pt x="117862" y="141760"/>
                  </a:lnTo>
                  <a:lnTo>
                    <a:pt x="135078" y="161633"/>
                  </a:lnTo>
                  <a:lnTo>
                    <a:pt x="148321" y="202703"/>
                  </a:lnTo>
                  <a:lnTo>
                    <a:pt x="141699" y="219927"/>
                  </a:lnTo>
                  <a:lnTo>
                    <a:pt x="113890" y="223901"/>
                  </a:lnTo>
                  <a:lnTo>
                    <a:pt x="75485" y="229200"/>
                  </a:lnTo>
                  <a:lnTo>
                    <a:pt x="59593" y="245099"/>
                  </a:lnTo>
                  <a:lnTo>
                    <a:pt x="42377" y="268947"/>
                  </a:lnTo>
                  <a:close/>
                </a:path>
              </a:pathLst>
            </a:custGeom>
            <a:solidFill>
              <a:srgbClr val="00663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3" name="object 83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9228740" y="1555846"/>
              <a:ext cx="150969" cy="208003"/>
            </a:xfrm>
            <a:prstGeom prst="rect">
              <a:avLst/>
            </a:prstGeom>
          </p:spPr>
        </p:pic>
        <p:sp>
          <p:nvSpPr>
            <p:cNvPr id="84" name="object 84"/>
            <p:cNvSpPr/>
            <p:nvPr/>
          </p:nvSpPr>
          <p:spPr>
            <a:xfrm>
              <a:off x="9179740" y="1327970"/>
              <a:ext cx="675640" cy="530225"/>
            </a:xfrm>
            <a:custGeom>
              <a:avLst/>
              <a:gdLst/>
              <a:ahLst/>
              <a:cxnLst/>
              <a:rect l="l" t="t" r="r" b="b"/>
              <a:pathLst>
                <a:path w="675640" h="530225">
                  <a:moveTo>
                    <a:pt x="92700" y="105989"/>
                  </a:moveTo>
                  <a:lnTo>
                    <a:pt x="63565" y="105989"/>
                  </a:lnTo>
                  <a:lnTo>
                    <a:pt x="39728" y="100689"/>
                  </a:lnTo>
                  <a:lnTo>
                    <a:pt x="143023" y="74192"/>
                  </a:lnTo>
                  <a:lnTo>
                    <a:pt x="256913" y="52994"/>
                  </a:lnTo>
                  <a:lnTo>
                    <a:pt x="495287" y="0"/>
                  </a:lnTo>
                  <a:lnTo>
                    <a:pt x="532368" y="9274"/>
                  </a:lnTo>
                  <a:lnTo>
                    <a:pt x="550195" y="18548"/>
                  </a:lnTo>
                  <a:lnTo>
                    <a:pt x="493963" y="18548"/>
                  </a:lnTo>
                  <a:lnTo>
                    <a:pt x="92700" y="105989"/>
                  </a:lnTo>
                  <a:close/>
                </a:path>
                <a:path w="675640" h="530225">
                  <a:moveTo>
                    <a:pt x="293332" y="495498"/>
                  </a:moveTo>
                  <a:lnTo>
                    <a:pt x="209239" y="495498"/>
                  </a:lnTo>
                  <a:lnTo>
                    <a:pt x="647582" y="356388"/>
                  </a:lnTo>
                  <a:lnTo>
                    <a:pt x="615799" y="133811"/>
                  </a:lnTo>
                  <a:lnTo>
                    <a:pt x="599907" y="98039"/>
                  </a:lnTo>
                  <a:lnTo>
                    <a:pt x="550908" y="47695"/>
                  </a:lnTo>
                  <a:lnTo>
                    <a:pt x="493963" y="18548"/>
                  </a:lnTo>
                  <a:lnTo>
                    <a:pt x="550195" y="18548"/>
                  </a:lnTo>
                  <a:lnTo>
                    <a:pt x="594610" y="51669"/>
                  </a:lnTo>
                  <a:lnTo>
                    <a:pt x="635663" y="119237"/>
                  </a:lnTo>
                  <a:lnTo>
                    <a:pt x="656853" y="258348"/>
                  </a:lnTo>
                  <a:lnTo>
                    <a:pt x="675393" y="363012"/>
                  </a:lnTo>
                  <a:lnTo>
                    <a:pt x="670095" y="376261"/>
                  </a:lnTo>
                  <a:lnTo>
                    <a:pt x="642285" y="390834"/>
                  </a:lnTo>
                  <a:lnTo>
                    <a:pt x="414505" y="455752"/>
                  </a:lnTo>
                  <a:lnTo>
                    <a:pt x="293332" y="495498"/>
                  </a:lnTo>
                  <a:close/>
                </a:path>
                <a:path w="675640" h="530225">
                  <a:moveTo>
                    <a:pt x="27809" y="422631"/>
                  </a:moveTo>
                  <a:lnTo>
                    <a:pt x="19864" y="393484"/>
                  </a:lnTo>
                  <a:lnTo>
                    <a:pt x="9269" y="313992"/>
                  </a:lnTo>
                  <a:lnTo>
                    <a:pt x="6801" y="259673"/>
                  </a:lnTo>
                  <a:lnTo>
                    <a:pt x="6741" y="258348"/>
                  </a:lnTo>
                  <a:lnTo>
                    <a:pt x="6621" y="255698"/>
                  </a:lnTo>
                  <a:lnTo>
                    <a:pt x="0" y="204028"/>
                  </a:lnTo>
                  <a:lnTo>
                    <a:pt x="2648" y="164282"/>
                  </a:lnTo>
                  <a:lnTo>
                    <a:pt x="9269" y="137785"/>
                  </a:lnTo>
                  <a:lnTo>
                    <a:pt x="18539" y="117912"/>
                  </a:lnTo>
                  <a:lnTo>
                    <a:pt x="42377" y="107314"/>
                  </a:lnTo>
                  <a:lnTo>
                    <a:pt x="74160" y="108638"/>
                  </a:lnTo>
                  <a:lnTo>
                    <a:pt x="99322" y="109963"/>
                  </a:lnTo>
                  <a:lnTo>
                    <a:pt x="119187" y="121887"/>
                  </a:lnTo>
                  <a:lnTo>
                    <a:pt x="126114" y="127186"/>
                  </a:lnTo>
                  <a:lnTo>
                    <a:pt x="50323" y="127186"/>
                  </a:lnTo>
                  <a:lnTo>
                    <a:pt x="33107" y="139110"/>
                  </a:lnTo>
                  <a:lnTo>
                    <a:pt x="25161" y="170907"/>
                  </a:lnTo>
                  <a:lnTo>
                    <a:pt x="23998" y="218602"/>
                  </a:lnTo>
                  <a:lnTo>
                    <a:pt x="23901" y="222577"/>
                  </a:lnTo>
                  <a:lnTo>
                    <a:pt x="23837" y="225226"/>
                  </a:lnTo>
                  <a:lnTo>
                    <a:pt x="31783" y="300743"/>
                  </a:lnTo>
                  <a:lnTo>
                    <a:pt x="41053" y="370961"/>
                  </a:lnTo>
                  <a:lnTo>
                    <a:pt x="41053" y="397713"/>
                  </a:lnTo>
                  <a:lnTo>
                    <a:pt x="38404" y="398783"/>
                  </a:lnTo>
                  <a:lnTo>
                    <a:pt x="35461" y="409382"/>
                  </a:lnTo>
                  <a:lnTo>
                    <a:pt x="35338" y="409828"/>
                  </a:lnTo>
                  <a:lnTo>
                    <a:pt x="27809" y="422631"/>
                  </a:lnTo>
                  <a:close/>
                </a:path>
                <a:path w="675640" h="530225">
                  <a:moveTo>
                    <a:pt x="281215" y="499473"/>
                  </a:moveTo>
                  <a:lnTo>
                    <a:pt x="185401" y="499473"/>
                  </a:lnTo>
                  <a:lnTo>
                    <a:pt x="184813" y="430580"/>
                  </a:lnTo>
                  <a:lnTo>
                    <a:pt x="184745" y="422631"/>
                  </a:lnTo>
                  <a:lnTo>
                    <a:pt x="184636" y="409828"/>
                  </a:lnTo>
                  <a:lnTo>
                    <a:pt x="184541" y="398783"/>
                  </a:lnTo>
                  <a:lnTo>
                    <a:pt x="184417" y="384210"/>
                  </a:lnTo>
                  <a:lnTo>
                    <a:pt x="184304" y="370961"/>
                  </a:lnTo>
                  <a:lnTo>
                    <a:pt x="184179" y="356388"/>
                  </a:lnTo>
                  <a:lnTo>
                    <a:pt x="184077" y="344464"/>
                  </a:lnTo>
                  <a:lnTo>
                    <a:pt x="174807" y="270271"/>
                  </a:lnTo>
                  <a:lnTo>
                    <a:pt x="158915" y="218602"/>
                  </a:lnTo>
                  <a:lnTo>
                    <a:pt x="141699" y="178856"/>
                  </a:lnTo>
                  <a:lnTo>
                    <a:pt x="88727" y="135135"/>
                  </a:lnTo>
                  <a:lnTo>
                    <a:pt x="50323" y="127186"/>
                  </a:lnTo>
                  <a:lnTo>
                    <a:pt x="126114" y="127186"/>
                  </a:lnTo>
                  <a:lnTo>
                    <a:pt x="161564" y="169582"/>
                  </a:lnTo>
                  <a:lnTo>
                    <a:pt x="186726" y="222577"/>
                  </a:lnTo>
                  <a:lnTo>
                    <a:pt x="198645" y="259673"/>
                  </a:lnTo>
                  <a:lnTo>
                    <a:pt x="202617" y="310017"/>
                  </a:lnTo>
                  <a:lnTo>
                    <a:pt x="210563" y="386859"/>
                  </a:lnTo>
                  <a:lnTo>
                    <a:pt x="209239" y="495498"/>
                  </a:lnTo>
                  <a:lnTo>
                    <a:pt x="293332" y="495498"/>
                  </a:lnTo>
                  <a:lnTo>
                    <a:pt x="281215" y="499473"/>
                  </a:lnTo>
                  <a:close/>
                </a:path>
                <a:path w="675640" h="530225">
                  <a:moveTo>
                    <a:pt x="189374" y="529945"/>
                  </a:moveTo>
                  <a:lnTo>
                    <a:pt x="166862" y="521995"/>
                  </a:lnTo>
                  <a:lnTo>
                    <a:pt x="41053" y="430580"/>
                  </a:lnTo>
                  <a:lnTo>
                    <a:pt x="31783" y="422631"/>
                  </a:lnTo>
                  <a:lnTo>
                    <a:pt x="35338" y="409828"/>
                  </a:lnTo>
                  <a:lnTo>
                    <a:pt x="41053" y="400108"/>
                  </a:lnTo>
                  <a:lnTo>
                    <a:pt x="41053" y="397713"/>
                  </a:lnTo>
                  <a:lnTo>
                    <a:pt x="107267" y="370961"/>
                  </a:lnTo>
                  <a:lnTo>
                    <a:pt x="111241" y="384210"/>
                  </a:lnTo>
                  <a:lnTo>
                    <a:pt x="62241" y="409382"/>
                  </a:lnTo>
                  <a:lnTo>
                    <a:pt x="185401" y="499473"/>
                  </a:lnTo>
                  <a:lnTo>
                    <a:pt x="281215" y="499473"/>
                  </a:lnTo>
                  <a:lnTo>
                    <a:pt x="189374" y="52994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5" name="object 85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9219469" y="1549222"/>
              <a:ext cx="154943" cy="226551"/>
            </a:xfrm>
            <a:prstGeom prst="rect">
              <a:avLst/>
            </a:prstGeom>
          </p:spPr>
        </p:pic>
        <p:pic>
          <p:nvPicPr>
            <p:cNvPr id="86" name="object 86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9045986" y="1734702"/>
              <a:ext cx="324453" cy="295444"/>
            </a:xfrm>
            <a:prstGeom prst="rect">
              <a:avLst/>
            </a:prstGeom>
          </p:spPr>
        </p:pic>
        <p:sp>
          <p:nvSpPr>
            <p:cNvPr id="87" name="object 87"/>
            <p:cNvSpPr/>
            <p:nvPr/>
          </p:nvSpPr>
          <p:spPr>
            <a:xfrm>
              <a:off x="8465934" y="1779752"/>
              <a:ext cx="841375" cy="1208405"/>
            </a:xfrm>
            <a:custGeom>
              <a:avLst/>
              <a:gdLst/>
              <a:ahLst/>
              <a:cxnLst/>
              <a:rect l="l" t="t" r="r" b="b"/>
              <a:pathLst>
                <a:path w="841375" h="1208405">
                  <a:moveTo>
                    <a:pt x="406565" y="43726"/>
                  </a:moveTo>
                  <a:lnTo>
                    <a:pt x="403910" y="29146"/>
                  </a:lnTo>
                  <a:lnTo>
                    <a:pt x="388023" y="22529"/>
                  </a:lnTo>
                  <a:lnTo>
                    <a:pt x="369481" y="26504"/>
                  </a:lnTo>
                  <a:lnTo>
                    <a:pt x="350939" y="43726"/>
                  </a:lnTo>
                  <a:lnTo>
                    <a:pt x="332397" y="62268"/>
                  </a:lnTo>
                  <a:lnTo>
                    <a:pt x="299288" y="80822"/>
                  </a:lnTo>
                  <a:lnTo>
                    <a:pt x="282079" y="47701"/>
                  </a:lnTo>
                  <a:lnTo>
                    <a:pt x="259562" y="23850"/>
                  </a:lnTo>
                  <a:lnTo>
                    <a:pt x="233083" y="7950"/>
                  </a:lnTo>
                  <a:lnTo>
                    <a:pt x="205270" y="0"/>
                  </a:lnTo>
                  <a:lnTo>
                    <a:pt x="177457" y="0"/>
                  </a:lnTo>
                  <a:lnTo>
                    <a:pt x="135077" y="17221"/>
                  </a:lnTo>
                  <a:lnTo>
                    <a:pt x="103301" y="56972"/>
                  </a:lnTo>
                  <a:lnTo>
                    <a:pt x="88734" y="113944"/>
                  </a:lnTo>
                  <a:lnTo>
                    <a:pt x="91376" y="153682"/>
                  </a:lnTo>
                  <a:lnTo>
                    <a:pt x="100647" y="192112"/>
                  </a:lnTo>
                  <a:lnTo>
                    <a:pt x="133756" y="255701"/>
                  </a:lnTo>
                  <a:lnTo>
                    <a:pt x="162890" y="288823"/>
                  </a:lnTo>
                  <a:lnTo>
                    <a:pt x="223812" y="311340"/>
                  </a:lnTo>
                  <a:lnTo>
                    <a:pt x="250291" y="310019"/>
                  </a:lnTo>
                  <a:lnTo>
                    <a:pt x="292671" y="290144"/>
                  </a:lnTo>
                  <a:lnTo>
                    <a:pt x="320484" y="255701"/>
                  </a:lnTo>
                  <a:lnTo>
                    <a:pt x="329755" y="204025"/>
                  </a:lnTo>
                  <a:lnTo>
                    <a:pt x="324459" y="177533"/>
                  </a:lnTo>
                  <a:lnTo>
                    <a:pt x="321805" y="151041"/>
                  </a:lnTo>
                  <a:lnTo>
                    <a:pt x="315188" y="128511"/>
                  </a:lnTo>
                  <a:lnTo>
                    <a:pt x="312534" y="108635"/>
                  </a:lnTo>
                  <a:lnTo>
                    <a:pt x="376097" y="83464"/>
                  </a:lnTo>
                  <a:lnTo>
                    <a:pt x="403910" y="59626"/>
                  </a:lnTo>
                  <a:lnTo>
                    <a:pt x="406565" y="43726"/>
                  </a:lnTo>
                  <a:close/>
                </a:path>
                <a:path w="841375" h="1208405">
                  <a:moveTo>
                    <a:pt x="840930" y="231851"/>
                  </a:moveTo>
                  <a:lnTo>
                    <a:pt x="835634" y="215950"/>
                  </a:lnTo>
                  <a:lnTo>
                    <a:pt x="819746" y="205359"/>
                  </a:lnTo>
                  <a:lnTo>
                    <a:pt x="794588" y="210654"/>
                  </a:lnTo>
                  <a:lnTo>
                    <a:pt x="758825" y="222580"/>
                  </a:lnTo>
                  <a:lnTo>
                    <a:pt x="749554" y="213309"/>
                  </a:lnTo>
                  <a:lnTo>
                    <a:pt x="770750" y="180187"/>
                  </a:lnTo>
                  <a:lnTo>
                    <a:pt x="798550" y="161632"/>
                  </a:lnTo>
                  <a:lnTo>
                    <a:pt x="791933" y="140436"/>
                  </a:lnTo>
                  <a:lnTo>
                    <a:pt x="761479" y="145732"/>
                  </a:lnTo>
                  <a:lnTo>
                    <a:pt x="744258" y="164287"/>
                  </a:lnTo>
                  <a:lnTo>
                    <a:pt x="734987" y="182829"/>
                  </a:lnTo>
                  <a:lnTo>
                    <a:pt x="721741" y="208000"/>
                  </a:lnTo>
                  <a:lnTo>
                    <a:pt x="709828" y="219925"/>
                  </a:lnTo>
                  <a:lnTo>
                    <a:pt x="688632" y="210654"/>
                  </a:lnTo>
                  <a:lnTo>
                    <a:pt x="679373" y="186804"/>
                  </a:lnTo>
                  <a:lnTo>
                    <a:pt x="664806" y="173558"/>
                  </a:lnTo>
                  <a:lnTo>
                    <a:pt x="648906" y="177533"/>
                  </a:lnTo>
                  <a:lnTo>
                    <a:pt x="640969" y="198729"/>
                  </a:lnTo>
                  <a:lnTo>
                    <a:pt x="658177" y="213309"/>
                  </a:lnTo>
                  <a:lnTo>
                    <a:pt x="679373" y="234505"/>
                  </a:lnTo>
                  <a:lnTo>
                    <a:pt x="709828" y="255701"/>
                  </a:lnTo>
                  <a:lnTo>
                    <a:pt x="712470" y="275577"/>
                  </a:lnTo>
                  <a:lnTo>
                    <a:pt x="688632" y="325920"/>
                  </a:lnTo>
                  <a:lnTo>
                    <a:pt x="660831" y="376262"/>
                  </a:lnTo>
                  <a:lnTo>
                    <a:pt x="648906" y="418655"/>
                  </a:lnTo>
                  <a:lnTo>
                    <a:pt x="630364" y="433235"/>
                  </a:lnTo>
                  <a:lnTo>
                    <a:pt x="561505" y="433235"/>
                  </a:lnTo>
                  <a:lnTo>
                    <a:pt x="543420" y="430987"/>
                  </a:lnTo>
                  <a:lnTo>
                    <a:pt x="545617" y="426605"/>
                  </a:lnTo>
                  <a:lnTo>
                    <a:pt x="553554" y="384213"/>
                  </a:lnTo>
                  <a:lnTo>
                    <a:pt x="560184" y="325920"/>
                  </a:lnTo>
                  <a:lnTo>
                    <a:pt x="562825" y="259676"/>
                  </a:lnTo>
                  <a:lnTo>
                    <a:pt x="560184" y="192112"/>
                  </a:lnTo>
                  <a:lnTo>
                    <a:pt x="576072" y="213309"/>
                  </a:lnTo>
                  <a:lnTo>
                    <a:pt x="597255" y="208000"/>
                  </a:lnTo>
                  <a:lnTo>
                    <a:pt x="602564" y="192112"/>
                  </a:lnTo>
                  <a:lnTo>
                    <a:pt x="590638" y="177533"/>
                  </a:lnTo>
                  <a:lnTo>
                    <a:pt x="574751" y="153682"/>
                  </a:lnTo>
                  <a:lnTo>
                    <a:pt x="574751" y="131165"/>
                  </a:lnTo>
                  <a:lnTo>
                    <a:pt x="590638" y="113944"/>
                  </a:lnTo>
                  <a:lnTo>
                    <a:pt x="611822" y="103339"/>
                  </a:lnTo>
                  <a:lnTo>
                    <a:pt x="630364" y="86118"/>
                  </a:lnTo>
                  <a:lnTo>
                    <a:pt x="626402" y="70218"/>
                  </a:lnTo>
                  <a:lnTo>
                    <a:pt x="609180" y="64922"/>
                  </a:lnTo>
                  <a:lnTo>
                    <a:pt x="595934" y="82143"/>
                  </a:lnTo>
                  <a:lnTo>
                    <a:pt x="578726" y="98044"/>
                  </a:lnTo>
                  <a:lnTo>
                    <a:pt x="565480" y="100685"/>
                  </a:lnTo>
                  <a:lnTo>
                    <a:pt x="565480" y="88773"/>
                  </a:lnTo>
                  <a:lnTo>
                    <a:pt x="578726" y="72872"/>
                  </a:lnTo>
                  <a:lnTo>
                    <a:pt x="593293" y="51676"/>
                  </a:lnTo>
                  <a:lnTo>
                    <a:pt x="584022" y="37096"/>
                  </a:lnTo>
                  <a:lnTo>
                    <a:pt x="562825" y="42392"/>
                  </a:lnTo>
                  <a:lnTo>
                    <a:pt x="550913" y="64922"/>
                  </a:lnTo>
                  <a:lnTo>
                    <a:pt x="541642" y="92748"/>
                  </a:lnTo>
                  <a:lnTo>
                    <a:pt x="536346" y="119240"/>
                  </a:lnTo>
                  <a:lnTo>
                    <a:pt x="538988" y="158991"/>
                  </a:lnTo>
                  <a:lnTo>
                    <a:pt x="536346" y="196088"/>
                  </a:lnTo>
                  <a:lnTo>
                    <a:pt x="524421" y="274243"/>
                  </a:lnTo>
                  <a:lnTo>
                    <a:pt x="520446" y="335191"/>
                  </a:lnTo>
                  <a:lnTo>
                    <a:pt x="505879" y="374942"/>
                  </a:lnTo>
                  <a:lnTo>
                    <a:pt x="501916" y="390842"/>
                  </a:lnTo>
                  <a:lnTo>
                    <a:pt x="475424" y="393484"/>
                  </a:lnTo>
                  <a:lnTo>
                    <a:pt x="433044" y="381558"/>
                  </a:lnTo>
                  <a:lnTo>
                    <a:pt x="386702" y="360362"/>
                  </a:lnTo>
                  <a:lnTo>
                    <a:pt x="346964" y="348437"/>
                  </a:lnTo>
                  <a:lnTo>
                    <a:pt x="340017" y="348957"/>
                  </a:lnTo>
                  <a:lnTo>
                    <a:pt x="321805" y="341820"/>
                  </a:lnTo>
                  <a:lnTo>
                    <a:pt x="286054" y="341820"/>
                  </a:lnTo>
                  <a:lnTo>
                    <a:pt x="252945" y="348437"/>
                  </a:lnTo>
                  <a:lnTo>
                    <a:pt x="209245" y="369633"/>
                  </a:lnTo>
                  <a:lnTo>
                    <a:pt x="181432" y="396138"/>
                  </a:lnTo>
                  <a:lnTo>
                    <a:pt x="150977" y="417334"/>
                  </a:lnTo>
                  <a:lnTo>
                    <a:pt x="112572" y="442506"/>
                  </a:lnTo>
                  <a:lnTo>
                    <a:pt x="78130" y="472973"/>
                  </a:lnTo>
                  <a:lnTo>
                    <a:pt x="41059" y="506095"/>
                  </a:lnTo>
                  <a:lnTo>
                    <a:pt x="47675" y="503453"/>
                  </a:lnTo>
                  <a:lnTo>
                    <a:pt x="23837" y="532599"/>
                  </a:lnTo>
                  <a:lnTo>
                    <a:pt x="2654" y="564388"/>
                  </a:lnTo>
                  <a:lnTo>
                    <a:pt x="10591" y="563067"/>
                  </a:lnTo>
                  <a:lnTo>
                    <a:pt x="0" y="605459"/>
                  </a:lnTo>
                  <a:lnTo>
                    <a:pt x="0" y="651840"/>
                  </a:lnTo>
                  <a:lnTo>
                    <a:pt x="2654" y="679653"/>
                  </a:lnTo>
                  <a:lnTo>
                    <a:pt x="19862" y="712774"/>
                  </a:lnTo>
                  <a:lnTo>
                    <a:pt x="31610" y="725233"/>
                  </a:lnTo>
                  <a:lnTo>
                    <a:pt x="33108" y="729996"/>
                  </a:lnTo>
                  <a:lnTo>
                    <a:pt x="51650" y="769747"/>
                  </a:lnTo>
                  <a:lnTo>
                    <a:pt x="80784" y="806843"/>
                  </a:lnTo>
                  <a:lnTo>
                    <a:pt x="108597" y="845261"/>
                  </a:lnTo>
                  <a:lnTo>
                    <a:pt x="141706" y="877062"/>
                  </a:lnTo>
                  <a:lnTo>
                    <a:pt x="164211" y="898258"/>
                  </a:lnTo>
                  <a:lnTo>
                    <a:pt x="157594" y="915479"/>
                  </a:lnTo>
                  <a:lnTo>
                    <a:pt x="145681" y="948601"/>
                  </a:lnTo>
                  <a:lnTo>
                    <a:pt x="141706" y="988352"/>
                  </a:lnTo>
                  <a:lnTo>
                    <a:pt x="129781" y="1028090"/>
                  </a:lnTo>
                  <a:lnTo>
                    <a:pt x="124485" y="1067841"/>
                  </a:lnTo>
                  <a:lnTo>
                    <a:pt x="120510" y="1102283"/>
                  </a:lnTo>
                  <a:lnTo>
                    <a:pt x="111239" y="1131430"/>
                  </a:lnTo>
                  <a:lnTo>
                    <a:pt x="111239" y="1161910"/>
                  </a:lnTo>
                  <a:lnTo>
                    <a:pt x="117868" y="1184427"/>
                  </a:lnTo>
                  <a:lnTo>
                    <a:pt x="129781" y="1201648"/>
                  </a:lnTo>
                  <a:lnTo>
                    <a:pt x="148323" y="1208278"/>
                  </a:lnTo>
                  <a:lnTo>
                    <a:pt x="164211" y="1202982"/>
                  </a:lnTo>
                  <a:lnTo>
                    <a:pt x="193344" y="1183106"/>
                  </a:lnTo>
                  <a:lnTo>
                    <a:pt x="237058" y="1161910"/>
                  </a:lnTo>
                  <a:lnTo>
                    <a:pt x="252971" y="1155420"/>
                  </a:lnTo>
                  <a:lnTo>
                    <a:pt x="258241" y="1181785"/>
                  </a:lnTo>
                  <a:lnTo>
                    <a:pt x="274129" y="1193698"/>
                  </a:lnTo>
                  <a:lnTo>
                    <a:pt x="291350" y="1200327"/>
                  </a:lnTo>
                  <a:lnTo>
                    <a:pt x="313867" y="1191056"/>
                  </a:lnTo>
                  <a:lnTo>
                    <a:pt x="344322" y="1181785"/>
                  </a:lnTo>
                  <a:lnTo>
                    <a:pt x="410540" y="1175156"/>
                  </a:lnTo>
                  <a:lnTo>
                    <a:pt x="459536" y="1155280"/>
                  </a:lnTo>
                  <a:lnTo>
                    <a:pt x="476745" y="1142034"/>
                  </a:lnTo>
                  <a:lnTo>
                    <a:pt x="466153" y="1103617"/>
                  </a:lnTo>
                  <a:lnTo>
                    <a:pt x="456882" y="1081087"/>
                  </a:lnTo>
                  <a:lnTo>
                    <a:pt x="431723" y="1075791"/>
                  </a:lnTo>
                  <a:lnTo>
                    <a:pt x="413181" y="1093012"/>
                  </a:lnTo>
                  <a:lnTo>
                    <a:pt x="380072" y="1123480"/>
                  </a:lnTo>
                  <a:lnTo>
                    <a:pt x="337693" y="1142034"/>
                  </a:lnTo>
                  <a:lnTo>
                    <a:pt x="317055" y="1130427"/>
                  </a:lnTo>
                  <a:lnTo>
                    <a:pt x="325780" y="1119505"/>
                  </a:lnTo>
                  <a:lnTo>
                    <a:pt x="331076" y="1111567"/>
                  </a:lnTo>
                  <a:lnTo>
                    <a:pt x="328434" y="1095667"/>
                  </a:lnTo>
                  <a:lnTo>
                    <a:pt x="302298" y="1080731"/>
                  </a:lnTo>
                  <a:lnTo>
                    <a:pt x="301942" y="1075791"/>
                  </a:lnTo>
                  <a:lnTo>
                    <a:pt x="304596" y="1038694"/>
                  </a:lnTo>
                  <a:lnTo>
                    <a:pt x="307238" y="1032065"/>
                  </a:lnTo>
                  <a:lnTo>
                    <a:pt x="316509" y="980401"/>
                  </a:lnTo>
                  <a:lnTo>
                    <a:pt x="337693" y="926084"/>
                  </a:lnTo>
                  <a:lnTo>
                    <a:pt x="337693" y="879716"/>
                  </a:lnTo>
                  <a:lnTo>
                    <a:pt x="328434" y="865136"/>
                  </a:lnTo>
                  <a:lnTo>
                    <a:pt x="292671" y="816114"/>
                  </a:lnTo>
                  <a:lnTo>
                    <a:pt x="274129" y="788301"/>
                  </a:lnTo>
                  <a:lnTo>
                    <a:pt x="274129" y="914158"/>
                  </a:lnTo>
                  <a:lnTo>
                    <a:pt x="270154" y="951255"/>
                  </a:lnTo>
                  <a:lnTo>
                    <a:pt x="262216" y="1008227"/>
                  </a:lnTo>
                  <a:lnTo>
                    <a:pt x="260883" y="1051941"/>
                  </a:lnTo>
                  <a:lnTo>
                    <a:pt x="261988" y="1087221"/>
                  </a:lnTo>
                  <a:lnTo>
                    <a:pt x="254266" y="1093012"/>
                  </a:lnTo>
                  <a:lnTo>
                    <a:pt x="225132" y="1119505"/>
                  </a:lnTo>
                  <a:lnTo>
                    <a:pt x="197319" y="1140714"/>
                  </a:lnTo>
                  <a:lnTo>
                    <a:pt x="172161" y="1149985"/>
                  </a:lnTo>
                  <a:lnTo>
                    <a:pt x="157594" y="1140714"/>
                  </a:lnTo>
                  <a:lnTo>
                    <a:pt x="153619" y="1119505"/>
                  </a:lnTo>
                  <a:lnTo>
                    <a:pt x="157594" y="1081087"/>
                  </a:lnTo>
                  <a:lnTo>
                    <a:pt x="169506" y="1050620"/>
                  </a:lnTo>
                  <a:lnTo>
                    <a:pt x="188048" y="997623"/>
                  </a:lnTo>
                  <a:lnTo>
                    <a:pt x="209245" y="934034"/>
                  </a:lnTo>
                  <a:lnTo>
                    <a:pt x="215861" y="907529"/>
                  </a:lnTo>
                  <a:lnTo>
                    <a:pt x="214541" y="882357"/>
                  </a:lnTo>
                  <a:lnTo>
                    <a:pt x="193344" y="842619"/>
                  </a:lnTo>
                  <a:lnTo>
                    <a:pt x="173520" y="807466"/>
                  </a:lnTo>
                  <a:lnTo>
                    <a:pt x="209245" y="829360"/>
                  </a:lnTo>
                  <a:lnTo>
                    <a:pt x="243674" y="859840"/>
                  </a:lnTo>
                  <a:lnTo>
                    <a:pt x="267512" y="890308"/>
                  </a:lnTo>
                  <a:lnTo>
                    <a:pt x="274129" y="914158"/>
                  </a:lnTo>
                  <a:lnTo>
                    <a:pt x="274129" y="788301"/>
                  </a:lnTo>
                  <a:lnTo>
                    <a:pt x="252945" y="756500"/>
                  </a:lnTo>
                  <a:lnTo>
                    <a:pt x="218516" y="712774"/>
                  </a:lnTo>
                  <a:lnTo>
                    <a:pt x="201434" y="692861"/>
                  </a:lnTo>
                  <a:lnTo>
                    <a:pt x="209245" y="679653"/>
                  </a:lnTo>
                  <a:lnTo>
                    <a:pt x="209245" y="645210"/>
                  </a:lnTo>
                  <a:lnTo>
                    <a:pt x="206590" y="612089"/>
                  </a:lnTo>
                  <a:lnTo>
                    <a:pt x="209245" y="585597"/>
                  </a:lnTo>
                  <a:lnTo>
                    <a:pt x="227787" y="564388"/>
                  </a:lnTo>
                  <a:lnTo>
                    <a:pt x="260883" y="545846"/>
                  </a:lnTo>
                  <a:lnTo>
                    <a:pt x="291350" y="533920"/>
                  </a:lnTo>
                  <a:lnTo>
                    <a:pt x="325780" y="518020"/>
                  </a:lnTo>
                  <a:lnTo>
                    <a:pt x="361530" y="494169"/>
                  </a:lnTo>
                  <a:lnTo>
                    <a:pt x="365721" y="489978"/>
                  </a:lnTo>
                  <a:lnTo>
                    <a:pt x="439674" y="495503"/>
                  </a:lnTo>
                  <a:lnTo>
                    <a:pt x="536346" y="500799"/>
                  </a:lnTo>
                  <a:lnTo>
                    <a:pt x="621093" y="488873"/>
                  </a:lnTo>
                  <a:lnTo>
                    <a:pt x="667448" y="479602"/>
                  </a:lnTo>
                  <a:lnTo>
                    <a:pt x="707174" y="449135"/>
                  </a:lnTo>
                  <a:lnTo>
                    <a:pt x="713803" y="402755"/>
                  </a:lnTo>
                  <a:lnTo>
                    <a:pt x="723074" y="351091"/>
                  </a:lnTo>
                  <a:lnTo>
                    <a:pt x="740283" y="306044"/>
                  </a:lnTo>
                  <a:lnTo>
                    <a:pt x="756183" y="271602"/>
                  </a:lnTo>
                  <a:lnTo>
                    <a:pt x="770750" y="245097"/>
                  </a:lnTo>
                  <a:lnTo>
                    <a:pt x="801204" y="238480"/>
                  </a:lnTo>
                  <a:lnTo>
                    <a:pt x="831659" y="243776"/>
                  </a:lnTo>
                  <a:lnTo>
                    <a:pt x="840930" y="23185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8" name="object 88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8700344" y="1500202"/>
              <a:ext cx="70187" cy="161633"/>
            </a:xfrm>
            <a:prstGeom prst="rect">
              <a:avLst/>
            </a:prstGeom>
          </p:spPr>
        </p:pic>
        <p:pic>
          <p:nvPicPr>
            <p:cNvPr id="89" name="object 89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8491105" y="1504176"/>
              <a:ext cx="72835" cy="161633"/>
            </a:xfrm>
            <a:prstGeom prst="rect">
              <a:avLst/>
            </a:prstGeom>
          </p:spPr>
        </p:pic>
        <p:pic>
          <p:nvPicPr>
            <p:cNvPr id="90" name="object 90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8344107" y="1696282"/>
              <a:ext cx="156267" cy="83466"/>
            </a:xfrm>
            <a:prstGeom prst="rect">
              <a:avLst/>
            </a:prstGeom>
          </p:spPr>
        </p:pic>
      </p:grpSp>
      <p:grpSp>
        <p:nvGrpSpPr>
          <p:cNvPr id="91" name="object 91"/>
          <p:cNvGrpSpPr/>
          <p:nvPr/>
        </p:nvGrpSpPr>
        <p:grpSpPr>
          <a:xfrm>
            <a:off x="8578234" y="4879961"/>
            <a:ext cx="725805" cy="1382395"/>
            <a:chOff x="8578234" y="4879961"/>
            <a:chExt cx="725805" cy="1382395"/>
          </a:xfrm>
        </p:grpSpPr>
        <p:sp>
          <p:nvSpPr>
            <p:cNvPr id="92" name="object 92"/>
            <p:cNvSpPr/>
            <p:nvPr/>
          </p:nvSpPr>
          <p:spPr>
            <a:xfrm>
              <a:off x="8578234" y="4879961"/>
              <a:ext cx="707390" cy="1374140"/>
            </a:xfrm>
            <a:custGeom>
              <a:avLst/>
              <a:gdLst/>
              <a:ahLst/>
              <a:cxnLst/>
              <a:rect l="l" t="t" r="r" b="b"/>
              <a:pathLst>
                <a:path w="707390" h="1374139">
                  <a:moveTo>
                    <a:pt x="385788" y="1373781"/>
                  </a:moveTo>
                  <a:lnTo>
                    <a:pt x="265435" y="1272416"/>
                  </a:lnTo>
                  <a:lnTo>
                    <a:pt x="308301" y="1243572"/>
                  </a:lnTo>
                  <a:lnTo>
                    <a:pt x="308301" y="1209784"/>
                  </a:lnTo>
                  <a:lnTo>
                    <a:pt x="265435" y="1179292"/>
                  </a:lnTo>
                  <a:lnTo>
                    <a:pt x="308301" y="1152921"/>
                  </a:lnTo>
                  <a:lnTo>
                    <a:pt x="301706" y="1142208"/>
                  </a:lnTo>
                  <a:lnTo>
                    <a:pt x="264611" y="1118309"/>
                  </a:lnTo>
                  <a:lnTo>
                    <a:pt x="258016" y="1042491"/>
                  </a:lnTo>
                  <a:lnTo>
                    <a:pt x="253070" y="1035074"/>
                  </a:lnTo>
                  <a:lnTo>
                    <a:pt x="309125" y="991397"/>
                  </a:lnTo>
                  <a:lnTo>
                    <a:pt x="309125" y="953488"/>
                  </a:lnTo>
                  <a:lnTo>
                    <a:pt x="264611" y="908986"/>
                  </a:lnTo>
                  <a:lnTo>
                    <a:pt x="308301" y="869429"/>
                  </a:lnTo>
                  <a:lnTo>
                    <a:pt x="308301" y="829872"/>
                  </a:lnTo>
                  <a:lnTo>
                    <a:pt x="265435" y="778778"/>
                  </a:lnTo>
                  <a:lnTo>
                    <a:pt x="257192" y="695543"/>
                  </a:lnTo>
                  <a:lnTo>
                    <a:pt x="205259" y="695543"/>
                  </a:lnTo>
                  <a:lnTo>
                    <a:pt x="205259" y="583465"/>
                  </a:lnTo>
                  <a:lnTo>
                    <a:pt x="173934" y="583465"/>
                  </a:lnTo>
                  <a:lnTo>
                    <a:pt x="173934" y="485397"/>
                  </a:lnTo>
                  <a:lnTo>
                    <a:pt x="139312" y="485397"/>
                  </a:lnTo>
                  <a:lnTo>
                    <a:pt x="123649" y="438423"/>
                  </a:lnTo>
                  <a:lnTo>
                    <a:pt x="53581" y="438423"/>
                  </a:lnTo>
                  <a:lnTo>
                    <a:pt x="53581" y="397218"/>
                  </a:lnTo>
                  <a:lnTo>
                    <a:pt x="0" y="397218"/>
                  </a:lnTo>
                  <a:lnTo>
                    <a:pt x="0" y="203553"/>
                  </a:lnTo>
                  <a:lnTo>
                    <a:pt x="52757" y="203553"/>
                  </a:lnTo>
                  <a:lnTo>
                    <a:pt x="52757" y="175534"/>
                  </a:lnTo>
                  <a:lnTo>
                    <a:pt x="112109" y="175534"/>
                  </a:lnTo>
                  <a:lnTo>
                    <a:pt x="126123" y="163172"/>
                  </a:lnTo>
                  <a:lnTo>
                    <a:pt x="140136" y="131856"/>
                  </a:lnTo>
                  <a:lnTo>
                    <a:pt x="173934" y="131856"/>
                  </a:lnTo>
                  <a:lnTo>
                    <a:pt x="253895" y="0"/>
                  </a:lnTo>
                  <a:lnTo>
                    <a:pt x="467397" y="0"/>
                  </a:lnTo>
                  <a:lnTo>
                    <a:pt x="435854" y="41188"/>
                  </a:lnTo>
                  <a:lnTo>
                    <a:pt x="426825" y="52742"/>
                  </a:lnTo>
                  <a:lnTo>
                    <a:pt x="302531" y="52742"/>
                  </a:lnTo>
                  <a:lnTo>
                    <a:pt x="255543" y="136801"/>
                  </a:lnTo>
                  <a:lnTo>
                    <a:pt x="584361" y="136801"/>
                  </a:lnTo>
                  <a:lnTo>
                    <a:pt x="596818" y="176358"/>
                  </a:lnTo>
                  <a:lnTo>
                    <a:pt x="660292" y="176358"/>
                  </a:lnTo>
                  <a:lnTo>
                    <a:pt x="661008" y="203553"/>
                  </a:lnTo>
                  <a:lnTo>
                    <a:pt x="661117" y="207674"/>
                  </a:lnTo>
                  <a:lnTo>
                    <a:pt x="685022" y="208498"/>
                  </a:lnTo>
                  <a:lnTo>
                    <a:pt x="707279" y="208498"/>
                  </a:lnTo>
                  <a:lnTo>
                    <a:pt x="707279" y="400514"/>
                  </a:lnTo>
                  <a:lnTo>
                    <a:pt x="660292" y="401338"/>
                  </a:lnTo>
                  <a:lnTo>
                    <a:pt x="659535" y="438423"/>
                  </a:lnTo>
                  <a:lnTo>
                    <a:pt x="659468" y="441719"/>
                  </a:lnTo>
                  <a:lnTo>
                    <a:pt x="599291" y="441719"/>
                  </a:lnTo>
                  <a:lnTo>
                    <a:pt x="581980" y="489517"/>
                  </a:lnTo>
                  <a:lnTo>
                    <a:pt x="549006" y="490341"/>
                  </a:lnTo>
                  <a:lnTo>
                    <a:pt x="546638" y="583465"/>
                  </a:lnTo>
                  <a:lnTo>
                    <a:pt x="546534" y="587586"/>
                  </a:lnTo>
                  <a:lnTo>
                    <a:pt x="524277" y="587586"/>
                  </a:lnTo>
                  <a:lnTo>
                    <a:pt x="516858" y="602419"/>
                  </a:lnTo>
                  <a:lnTo>
                    <a:pt x="516858" y="699664"/>
                  </a:lnTo>
                  <a:lnTo>
                    <a:pt x="477290" y="700488"/>
                  </a:lnTo>
                  <a:lnTo>
                    <a:pt x="479585" y="1243572"/>
                  </a:lnTo>
                  <a:lnTo>
                    <a:pt x="479707" y="1272416"/>
                  </a:lnTo>
                  <a:lnTo>
                    <a:pt x="479762" y="1285602"/>
                  </a:lnTo>
                  <a:lnTo>
                    <a:pt x="385788" y="1373781"/>
                  </a:lnTo>
                  <a:close/>
                </a:path>
                <a:path w="707390" h="1374139">
                  <a:moveTo>
                    <a:pt x="584361" y="136801"/>
                  </a:moveTo>
                  <a:lnTo>
                    <a:pt x="469871" y="136801"/>
                  </a:lnTo>
                  <a:lnTo>
                    <a:pt x="426180" y="53566"/>
                  </a:lnTo>
                  <a:lnTo>
                    <a:pt x="426825" y="52742"/>
                  </a:lnTo>
                  <a:lnTo>
                    <a:pt x="427005" y="52742"/>
                  </a:lnTo>
                  <a:lnTo>
                    <a:pt x="435854" y="41188"/>
                  </a:lnTo>
                  <a:lnTo>
                    <a:pt x="467397" y="824"/>
                  </a:lnTo>
                  <a:lnTo>
                    <a:pt x="542412" y="131032"/>
                  </a:lnTo>
                  <a:lnTo>
                    <a:pt x="582804" y="131856"/>
                  </a:lnTo>
                  <a:lnTo>
                    <a:pt x="584361" y="136801"/>
                  </a:lnTo>
                  <a:close/>
                </a:path>
              </a:pathLst>
            </a:custGeom>
            <a:solidFill>
              <a:srgbClr val="FF9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3" name="object 93"/>
            <p:cNvSpPr/>
            <p:nvPr/>
          </p:nvSpPr>
          <p:spPr>
            <a:xfrm>
              <a:off x="8595545" y="4887377"/>
              <a:ext cx="708660" cy="1374775"/>
            </a:xfrm>
            <a:custGeom>
              <a:avLst/>
              <a:gdLst/>
              <a:ahLst/>
              <a:cxnLst/>
              <a:rect l="l" t="t" r="r" b="b"/>
              <a:pathLst>
                <a:path w="708659" h="1374775">
                  <a:moveTo>
                    <a:pt x="385788" y="1374605"/>
                  </a:moveTo>
                  <a:lnTo>
                    <a:pt x="265436" y="1272416"/>
                  </a:lnTo>
                  <a:lnTo>
                    <a:pt x="308301" y="1243573"/>
                  </a:lnTo>
                  <a:lnTo>
                    <a:pt x="308301" y="1209784"/>
                  </a:lnTo>
                  <a:lnTo>
                    <a:pt x="265436" y="1179292"/>
                  </a:lnTo>
                  <a:lnTo>
                    <a:pt x="308301" y="1152921"/>
                  </a:lnTo>
                  <a:lnTo>
                    <a:pt x="301707" y="1142208"/>
                  </a:lnTo>
                  <a:lnTo>
                    <a:pt x="264611" y="1118309"/>
                  </a:lnTo>
                  <a:lnTo>
                    <a:pt x="258016" y="1042491"/>
                  </a:lnTo>
                  <a:lnTo>
                    <a:pt x="253071" y="1035898"/>
                  </a:lnTo>
                  <a:lnTo>
                    <a:pt x="309126" y="991397"/>
                  </a:lnTo>
                  <a:lnTo>
                    <a:pt x="309126" y="953488"/>
                  </a:lnTo>
                  <a:lnTo>
                    <a:pt x="264611" y="908986"/>
                  </a:lnTo>
                  <a:lnTo>
                    <a:pt x="308301" y="869429"/>
                  </a:lnTo>
                  <a:lnTo>
                    <a:pt x="308301" y="829872"/>
                  </a:lnTo>
                  <a:lnTo>
                    <a:pt x="265436" y="778778"/>
                  </a:lnTo>
                  <a:lnTo>
                    <a:pt x="257192" y="695543"/>
                  </a:lnTo>
                  <a:lnTo>
                    <a:pt x="205259" y="695543"/>
                  </a:lnTo>
                  <a:lnTo>
                    <a:pt x="205259" y="583465"/>
                  </a:lnTo>
                  <a:lnTo>
                    <a:pt x="174759" y="583465"/>
                  </a:lnTo>
                  <a:lnTo>
                    <a:pt x="174759" y="485397"/>
                  </a:lnTo>
                  <a:lnTo>
                    <a:pt x="139313" y="485397"/>
                  </a:lnTo>
                  <a:lnTo>
                    <a:pt x="123650" y="438423"/>
                  </a:lnTo>
                  <a:lnTo>
                    <a:pt x="53582" y="438423"/>
                  </a:lnTo>
                  <a:lnTo>
                    <a:pt x="53582" y="397218"/>
                  </a:lnTo>
                  <a:lnTo>
                    <a:pt x="0" y="397218"/>
                  </a:lnTo>
                  <a:lnTo>
                    <a:pt x="0" y="203553"/>
                  </a:lnTo>
                  <a:lnTo>
                    <a:pt x="52757" y="203553"/>
                  </a:lnTo>
                  <a:lnTo>
                    <a:pt x="52757" y="175534"/>
                  </a:lnTo>
                  <a:lnTo>
                    <a:pt x="112109" y="175534"/>
                  </a:lnTo>
                  <a:lnTo>
                    <a:pt x="126123" y="163172"/>
                  </a:lnTo>
                  <a:lnTo>
                    <a:pt x="140137" y="131856"/>
                  </a:lnTo>
                  <a:lnTo>
                    <a:pt x="174759" y="131856"/>
                  </a:lnTo>
                  <a:lnTo>
                    <a:pt x="253895" y="0"/>
                  </a:lnTo>
                  <a:lnTo>
                    <a:pt x="467398" y="0"/>
                  </a:lnTo>
                  <a:lnTo>
                    <a:pt x="435825" y="41226"/>
                  </a:lnTo>
                  <a:lnTo>
                    <a:pt x="426825" y="52742"/>
                  </a:lnTo>
                  <a:lnTo>
                    <a:pt x="302531" y="52742"/>
                  </a:lnTo>
                  <a:lnTo>
                    <a:pt x="255544" y="136801"/>
                  </a:lnTo>
                  <a:lnTo>
                    <a:pt x="584362" y="136801"/>
                  </a:lnTo>
                  <a:lnTo>
                    <a:pt x="596819" y="176358"/>
                  </a:lnTo>
                  <a:lnTo>
                    <a:pt x="660293" y="176358"/>
                  </a:lnTo>
                  <a:lnTo>
                    <a:pt x="661008" y="203553"/>
                  </a:lnTo>
                  <a:lnTo>
                    <a:pt x="661117" y="207674"/>
                  </a:lnTo>
                  <a:lnTo>
                    <a:pt x="685023" y="208498"/>
                  </a:lnTo>
                  <a:lnTo>
                    <a:pt x="708104" y="208498"/>
                  </a:lnTo>
                  <a:lnTo>
                    <a:pt x="708104" y="400514"/>
                  </a:lnTo>
                  <a:lnTo>
                    <a:pt x="660293" y="401338"/>
                  </a:lnTo>
                  <a:lnTo>
                    <a:pt x="659535" y="438423"/>
                  </a:lnTo>
                  <a:lnTo>
                    <a:pt x="659468" y="441719"/>
                  </a:lnTo>
                  <a:lnTo>
                    <a:pt x="599292" y="441719"/>
                  </a:lnTo>
                  <a:lnTo>
                    <a:pt x="581980" y="489517"/>
                  </a:lnTo>
                  <a:lnTo>
                    <a:pt x="549007" y="490341"/>
                  </a:lnTo>
                  <a:lnTo>
                    <a:pt x="546639" y="583465"/>
                  </a:lnTo>
                  <a:lnTo>
                    <a:pt x="546534" y="587586"/>
                  </a:lnTo>
                  <a:lnTo>
                    <a:pt x="524277" y="587586"/>
                  </a:lnTo>
                  <a:lnTo>
                    <a:pt x="518507" y="595827"/>
                  </a:lnTo>
                  <a:lnTo>
                    <a:pt x="518507" y="700488"/>
                  </a:lnTo>
                  <a:lnTo>
                    <a:pt x="477290" y="700488"/>
                  </a:lnTo>
                  <a:lnTo>
                    <a:pt x="479586" y="1243573"/>
                  </a:lnTo>
                  <a:lnTo>
                    <a:pt x="479708" y="1272416"/>
                  </a:lnTo>
                  <a:lnTo>
                    <a:pt x="479763" y="1285602"/>
                  </a:lnTo>
                  <a:lnTo>
                    <a:pt x="385788" y="1374605"/>
                  </a:lnTo>
                  <a:close/>
                </a:path>
                <a:path w="708659" h="1374775">
                  <a:moveTo>
                    <a:pt x="584362" y="136801"/>
                  </a:moveTo>
                  <a:lnTo>
                    <a:pt x="469871" y="136801"/>
                  </a:lnTo>
                  <a:lnTo>
                    <a:pt x="426181" y="53567"/>
                  </a:lnTo>
                  <a:lnTo>
                    <a:pt x="426825" y="52742"/>
                  </a:lnTo>
                  <a:lnTo>
                    <a:pt x="427005" y="52742"/>
                  </a:lnTo>
                  <a:lnTo>
                    <a:pt x="435825" y="41226"/>
                  </a:lnTo>
                  <a:lnTo>
                    <a:pt x="467398" y="824"/>
                  </a:lnTo>
                  <a:lnTo>
                    <a:pt x="543237" y="131032"/>
                  </a:lnTo>
                  <a:lnTo>
                    <a:pt x="582805" y="131856"/>
                  </a:lnTo>
                  <a:lnTo>
                    <a:pt x="584362" y="136801"/>
                  </a:lnTo>
                  <a:close/>
                </a:path>
              </a:pathLst>
            </a:custGeom>
            <a:solidFill>
              <a:srgbClr val="BF7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4" name="object 94"/>
            <p:cNvSpPr/>
            <p:nvPr/>
          </p:nvSpPr>
          <p:spPr>
            <a:xfrm>
              <a:off x="8694465" y="5108237"/>
              <a:ext cx="500380" cy="157480"/>
            </a:xfrm>
            <a:custGeom>
              <a:avLst/>
              <a:gdLst/>
              <a:ahLst/>
              <a:cxnLst/>
              <a:rect l="l" t="t" r="r" b="b"/>
              <a:pathLst>
                <a:path w="500379" h="157479">
                  <a:moveTo>
                    <a:pt x="40392" y="157403"/>
                  </a:moveTo>
                  <a:lnTo>
                    <a:pt x="0" y="81586"/>
                  </a:lnTo>
                  <a:lnTo>
                    <a:pt x="43689" y="0"/>
                  </a:lnTo>
                  <a:lnTo>
                    <a:pt x="500371" y="0"/>
                  </a:lnTo>
                  <a:lnTo>
                    <a:pt x="496250" y="5768"/>
                  </a:lnTo>
                  <a:lnTo>
                    <a:pt x="48635" y="5768"/>
                  </a:lnTo>
                  <a:lnTo>
                    <a:pt x="8243" y="81586"/>
                  </a:lnTo>
                  <a:lnTo>
                    <a:pt x="47811" y="152459"/>
                  </a:lnTo>
                  <a:lnTo>
                    <a:pt x="40392" y="157403"/>
                  </a:lnTo>
                  <a:close/>
                </a:path>
              </a:pathLst>
            </a:custGeom>
            <a:solidFill>
              <a:srgbClr val="BF7F3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5" name="object 95"/>
            <p:cNvSpPr/>
            <p:nvPr/>
          </p:nvSpPr>
          <p:spPr>
            <a:xfrm>
              <a:off x="8651596" y="5053024"/>
              <a:ext cx="601345" cy="1176020"/>
            </a:xfrm>
            <a:custGeom>
              <a:avLst/>
              <a:gdLst/>
              <a:ahLst/>
              <a:cxnLst/>
              <a:rect l="l" t="t" r="r" b="b"/>
              <a:pathLst>
                <a:path w="601345" h="1176020">
                  <a:moveTo>
                    <a:pt x="290169" y="423595"/>
                  </a:moveTo>
                  <a:lnTo>
                    <a:pt x="274497" y="446671"/>
                  </a:lnTo>
                  <a:lnTo>
                    <a:pt x="276148" y="1162812"/>
                  </a:lnTo>
                  <a:lnTo>
                    <a:pt x="289344" y="1174356"/>
                  </a:lnTo>
                  <a:lnTo>
                    <a:pt x="290169" y="423595"/>
                  </a:lnTo>
                  <a:close/>
                </a:path>
                <a:path w="601345" h="1176020">
                  <a:moveTo>
                    <a:pt x="375069" y="1163637"/>
                  </a:moveTo>
                  <a:lnTo>
                    <a:pt x="372592" y="443369"/>
                  </a:lnTo>
                  <a:lnTo>
                    <a:pt x="361061" y="502704"/>
                  </a:lnTo>
                  <a:lnTo>
                    <a:pt x="362712" y="1175994"/>
                  </a:lnTo>
                  <a:lnTo>
                    <a:pt x="375069" y="1163637"/>
                  </a:lnTo>
                  <a:close/>
                </a:path>
                <a:path w="601345" h="1176020">
                  <a:moveTo>
                    <a:pt x="528396" y="0"/>
                  </a:moveTo>
                  <a:lnTo>
                    <a:pt x="59347" y="0"/>
                  </a:lnTo>
                  <a:lnTo>
                    <a:pt x="59347" y="8242"/>
                  </a:lnTo>
                  <a:lnTo>
                    <a:pt x="528396" y="8242"/>
                  </a:lnTo>
                  <a:lnTo>
                    <a:pt x="528396" y="0"/>
                  </a:lnTo>
                  <a:close/>
                </a:path>
                <a:path w="601345" h="1176020">
                  <a:moveTo>
                    <a:pt x="582803" y="129387"/>
                  </a:moveTo>
                  <a:lnTo>
                    <a:pt x="542417" y="54394"/>
                  </a:lnTo>
                  <a:lnTo>
                    <a:pt x="534987" y="59334"/>
                  </a:lnTo>
                  <a:lnTo>
                    <a:pt x="574560" y="129387"/>
                  </a:lnTo>
                  <a:lnTo>
                    <a:pt x="534162" y="206032"/>
                  </a:lnTo>
                  <a:lnTo>
                    <a:pt x="86550" y="206032"/>
                  </a:lnTo>
                  <a:lnTo>
                    <a:pt x="82435" y="211797"/>
                  </a:lnTo>
                  <a:lnTo>
                    <a:pt x="539115" y="211797"/>
                  </a:lnTo>
                  <a:lnTo>
                    <a:pt x="582803" y="129387"/>
                  </a:lnTo>
                  <a:close/>
                </a:path>
                <a:path w="601345" h="1176020">
                  <a:moveTo>
                    <a:pt x="600938" y="31318"/>
                  </a:moveTo>
                  <a:lnTo>
                    <a:pt x="0" y="31318"/>
                  </a:lnTo>
                  <a:lnTo>
                    <a:pt x="0" y="38735"/>
                  </a:lnTo>
                  <a:lnTo>
                    <a:pt x="600938" y="38735"/>
                  </a:lnTo>
                  <a:lnTo>
                    <a:pt x="600938" y="31318"/>
                  </a:lnTo>
                  <a:close/>
                </a:path>
              </a:pathLst>
            </a:custGeom>
            <a:solidFill>
              <a:srgbClr val="FF9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6" name="object 96"/>
            <p:cNvSpPr/>
            <p:nvPr/>
          </p:nvSpPr>
          <p:spPr>
            <a:xfrm>
              <a:off x="8650770" y="5286247"/>
              <a:ext cx="604520" cy="974090"/>
            </a:xfrm>
            <a:custGeom>
              <a:avLst/>
              <a:gdLst/>
              <a:ahLst/>
              <a:cxnLst/>
              <a:rect l="l" t="t" r="r" b="b"/>
              <a:pathLst>
                <a:path w="604520" h="974089">
                  <a:moveTo>
                    <a:pt x="373418" y="211797"/>
                  </a:moveTo>
                  <a:lnTo>
                    <a:pt x="327266" y="291731"/>
                  </a:lnTo>
                  <a:lnTo>
                    <a:pt x="330555" y="974090"/>
                  </a:lnTo>
                  <a:lnTo>
                    <a:pt x="344576" y="960081"/>
                  </a:lnTo>
                  <a:lnTo>
                    <a:pt x="344576" y="304101"/>
                  </a:lnTo>
                  <a:lnTo>
                    <a:pt x="362712" y="261239"/>
                  </a:lnTo>
                  <a:lnTo>
                    <a:pt x="373418" y="211797"/>
                  </a:lnTo>
                  <a:close/>
                </a:path>
                <a:path w="604520" h="974089">
                  <a:moveTo>
                    <a:pt x="472338" y="183781"/>
                  </a:moveTo>
                  <a:lnTo>
                    <a:pt x="150025" y="183781"/>
                  </a:lnTo>
                  <a:lnTo>
                    <a:pt x="150025" y="196964"/>
                  </a:lnTo>
                  <a:lnTo>
                    <a:pt x="183007" y="196964"/>
                  </a:lnTo>
                  <a:lnTo>
                    <a:pt x="183007" y="272783"/>
                  </a:lnTo>
                  <a:lnTo>
                    <a:pt x="204431" y="298323"/>
                  </a:lnTo>
                  <a:lnTo>
                    <a:pt x="211023" y="218389"/>
                  </a:lnTo>
                  <a:lnTo>
                    <a:pt x="275323" y="218389"/>
                  </a:lnTo>
                  <a:lnTo>
                    <a:pt x="290169" y="196964"/>
                  </a:lnTo>
                  <a:lnTo>
                    <a:pt x="464096" y="196964"/>
                  </a:lnTo>
                  <a:lnTo>
                    <a:pt x="472338" y="183781"/>
                  </a:lnTo>
                  <a:close/>
                </a:path>
                <a:path w="604520" h="974089">
                  <a:moveTo>
                    <a:pt x="492950" y="90652"/>
                  </a:moveTo>
                  <a:lnTo>
                    <a:pt x="123647" y="90652"/>
                  </a:lnTo>
                  <a:lnTo>
                    <a:pt x="123647" y="107137"/>
                  </a:lnTo>
                  <a:lnTo>
                    <a:pt x="492950" y="107137"/>
                  </a:lnTo>
                  <a:lnTo>
                    <a:pt x="492950" y="90652"/>
                  </a:lnTo>
                  <a:close/>
                </a:path>
                <a:path w="604520" h="974089">
                  <a:moveTo>
                    <a:pt x="545706" y="37909"/>
                  </a:moveTo>
                  <a:lnTo>
                    <a:pt x="69240" y="38735"/>
                  </a:lnTo>
                  <a:lnTo>
                    <a:pt x="73367" y="53568"/>
                  </a:lnTo>
                  <a:lnTo>
                    <a:pt x="540766" y="52743"/>
                  </a:lnTo>
                  <a:lnTo>
                    <a:pt x="545706" y="37909"/>
                  </a:lnTo>
                  <a:close/>
                </a:path>
                <a:path w="604520" h="974089">
                  <a:moveTo>
                    <a:pt x="604240" y="0"/>
                  </a:moveTo>
                  <a:lnTo>
                    <a:pt x="0" y="0"/>
                  </a:lnTo>
                  <a:lnTo>
                    <a:pt x="0" y="18135"/>
                  </a:lnTo>
                  <a:lnTo>
                    <a:pt x="604240" y="18135"/>
                  </a:lnTo>
                  <a:lnTo>
                    <a:pt x="604240" y="0"/>
                  </a:lnTo>
                  <a:close/>
                </a:path>
              </a:pathLst>
            </a:custGeom>
            <a:solidFill>
              <a:srgbClr val="BF7F3F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97" name="object 97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6540024" y="4598142"/>
            <a:ext cx="589859" cy="673754"/>
          </a:xfrm>
          <a:prstGeom prst="rect">
            <a:avLst/>
          </a:prstGeom>
        </p:spPr>
      </p:pic>
      <p:sp>
        <p:nvSpPr>
          <p:cNvPr id="98" name="object 9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680"/>
              </a:lnSpc>
            </a:pPr>
            <a:fld id="{81D60167-4931-47E6-BA6A-407CBD079E47}" type="slidenum">
              <a:rPr dirty="0" spc="-25"/>
              <a:t>49</a:t>
            </a:fld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992560" y="839040"/>
            <a:ext cx="7188200" cy="593725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700"/>
              <a:t>Data</a:t>
            </a:r>
            <a:r>
              <a:rPr dirty="0" sz="3700" spc="-25"/>
              <a:t> </a:t>
            </a:r>
            <a:r>
              <a:rPr dirty="0" sz="3700"/>
              <a:t>authentication:</a:t>
            </a:r>
            <a:r>
              <a:rPr dirty="0" sz="3700" spc="-15"/>
              <a:t> </a:t>
            </a:r>
            <a:r>
              <a:rPr dirty="0" sz="3700"/>
              <a:t>MAC</a:t>
            </a:r>
            <a:r>
              <a:rPr dirty="0" sz="3700" spc="-10"/>
              <a:t> algorithms</a:t>
            </a:r>
            <a:endParaRPr sz="3700"/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680"/>
              </a:lnSpc>
            </a:pPr>
            <a:fld id="{81D60167-4931-47E6-BA6A-407CBD079E47}" type="slidenum">
              <a:rPr dirty="0" spc="-25"/>
              <a:t>49</a:t>
            </a:fld>
          </a:p>
        </p:txBody>
      </p:sp>
      <p:sp>
        <p:nvSpPr>
          <p:cNvPr id="3" name="object 3"/>
          <p:cNvSpPr txBox="1"/>
          <p:nvPr/>
        </p:nvSpPr>
        <p:spPr>
          <a:xfrm>
            <a:off x="2103988" y="1548645"/>
            <a:ext cx="7729220" cy="4279900"/>
          </a:xfrm>
          <a:prstGeom prst="rect">
            <a:avLst/>
          </a:prstGeom>
        </p:spPr>
        <p:txBody>
          <a:bodyPr wrap="square" lIns="0" tIns="109220" rIns="0" bIns="0" rtlCol="0" vert="horz">
            <a:spAutoFit/>
          </a:bodyPr>
          <a:lstStyle/>
          <a:p>
            <a:pPr marL="379730" indent="-354330">
              <a:lnSpc>
                <a:spcPct val="100000"/>
              </a:lnSpc>
              <a:spcBef>
                <a:spcPts val="860"/>
              </a:spcBef>
              <a:buChar char="•"/>
              <a:tabLst>
                <a:tab pos="379730" algn="l"/>
              </a:tabLst>
            </a:pPr>
            <a:r>
              <a:rPr dirty="0" sz="3300">
                <a:latin typeface="Times New Roman"/>
                <a:cs typeface="Times New Roman"/>
              </a:rPr>
              <a:t>typical</a:t>
            </a:r>
            <a:r>
              <a:rPr dirty="0" sz="3300" spc="-10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MAC</a:t>
            </a:r>
            <a:r>
              <a:rPr dirty="0" sz="3300" spc="-10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lengths:</a:t>
            </a:r>
            <a:r>
              <a:rPr dirty="0" sz="3300" spc="-10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32..96</a:t>
            </a:r>
            <a:r>
              <a:rPr dirty="0" sz="3300" spc="-10">
                <a:latin typeface="Times New Roman"/>
                <a:cs typeface="Times New Roman"/>
              </a:rPr>
              <a:t> </a:t>
            </a:r>
            <a:r>
              <a:rPr dirty="0" sz="3300" spc="-20">
                <a:latin typeface="Times New Roman"/>
                <a:cs typeface="Times New Roman"/>
              </a:rPr>
              <a:t>bits</a:t>
            </a:r>
            <a:endParaRPr sz="3300">
              <a:latin typeface="Times New Roman"/>
              <a:cs typeface="Times New Roman"/>
            </a:endParaRPr>
          </a:p>
          <a:p>
            <a:pPr lvl="1" marL="792480" marR="654050" indent="-294640">
              <a:lnSpc>
                <a:spcPct val="102000"/>
              </a:lnSpc>
              <a:spcBef>
                <a:spcPts val="585"/>
              </a:spcBef>
              <a:buChar char="–"/>
              <a:tabLst>
                <a:tab pos="800735" algn="l"/>
              </a:tabLst>
            </a:pPr>
            <a:r>
              <a:rPr dirty="0" sz="2900">
                <a:latin typeface="Times New Roman"/>
                <a:cs typeface="Times New Roman"/>
              </a:rPr>
              <a:t>Forgery</a:t>
            </a:r>
            <a:r>
              <a:rPr dirty="0" sz="2900" spc="-45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attacks:</a:t>
            </a:r>
            <a:r>
              <a:rPr dirty="0" sz="2900" spc="-40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2</a:t>
            </a:r>
            <a:r>
              <a:rPr dirty="0" baseline="24853" sz="2850">
                <a:latin typeface="Times New Roman"/>
                <a:cs typeface="Times New Roman"/>
              </a:rPr>
              <a:t>m</a:t>
            </a:r>
            <a:r>
              <a:rPr dirty="0" baseline="24853" sz="2850" spc="315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steps</a:t>
            </a:r>
            <a:r>
              <a:rPr dirty="0" sz="2900" spc="-40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with</a:t>
            </a:r>
            <a:r>
              <a:rPr dirty="0" sz="2900" spc="-40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m</a:t>
            </a:r>
            <a:r>
              <a:rPr dirty="0" sz="2900" spc="-45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the</a:t>
            </a:r>
            <a:r>
              <a:rPr dirty="0" sz="2900" spc="-40">
                <a:latin typeface="Times New Roman"/>
                <a:cs typeface="Times New Roman"/>
              </a:rPr>
              <a:t> </a:t>
            </a:r>
            <a:r>
              <a:rPr dirty="0" sz="2900" spc="-25">
                <a:latin typeface="Times New Roman"/>
                <a:cs typeface="Times New Roman"/>
              </a:rPr>
              <a:t>MAC </a:t>
            </a:r>
            <a:r>
              <a:rPr dirty="0" sz="2900" spc="-25">
                <a:latin typeface="Times New Roman"/>
                <a:cs typeface="Times New Roman"/>
              </a:rPr>
              <a:t>	</a:t>
            </a:r>
            <a:r>
              <a:rPr dirty="0" sz="2900">
                <a:latin typeface="Times New Roman"/>
                <a:cs typeface="Times New Roman"/>
              </a:rPr>
              <a:t>length</a:t>
            </a:r>
            <a:r>
              <a:rPr dirty="0" sz="2900" spc="-40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in</a:t>
            </a:r>
            <a:r>
              <a:rPr dirty="0" sz="2900" spc="-35">
                <a:latin typeface="Times New Roman"/>
                <a:cs typeface="Times New Roman"/>
              </a:rPr>
              <a:t> </a:t>
            </a:r>
            <a:r>
              <a:rPr dirty="0" sz="2900" spc="-20">
                <a:latin typeface="Times New Roman"/>
                <a:cs typeface="Times New Roman"/>
              </a:rPr>
              <a:t>bits</a:t>
            </a:r>
            <a:endParaRPr sz="2900">
              <a:latin typeface="Times New Roman"/>
              <a:cs typeface="Times New Roman"/>
            </a:endParaRPr>
          </a:p>
          <a:p>
            <a:pPr marL="379730" indent="-354330">
              <a:lnSpc>
                <a:spcPct val="100000"/>
              </a:lnSpc>
              <a:spcBef>
                <a:spcPts val="745"/>
              </a:spcBef>
              <a:buChar char="•"/>
              <a:tabLst>
                <a:tab pos="379730" algn="l"/>
              </a:tabLst>
            </a:pPr>
            <a:r>
              <a:rPr dirty="0" sz="3300">
                <a:latin typeface="Times New Roman"/>
                <a:cs typeface="Times New Roman"/>
              </a:rPr>
              <a:t>typical</a:t>
            </a:r>
            <a:r>
              <a:rPr dirty="0" sz="3300" spc="-1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key</a:t>
            </a:r>
            <a:r>
              <a:rPr dirty="0" sz="3300" spc="-10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lengths:</a:t>
            </a:r>
            <a:r>
              <a:rPr dirty="0" sz="3300" spc="-10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(56)..112..160</a:t>
            </a:r>
            <a:r>
              <a:rPr dirty="0" sz="3300" spc="-10">
                <a:latin typeface="Times New Roman"/>
                <a:cs typeface="Times New Roman"/>
              </a:rPr>
              <a:t> </a:t>
            </a:r>
            <a:r>
              <a:rPr dirty="0" sz="3300" spc="-20">
                <a:latin typeface="Times New Roman"/>
                <a:cs typeface="Times New Roman"/>
              </a:rPr>
              <a:t>bits</a:t>
            </a:r>
            <a:endParaRPr sz="3300">
              <a:latin typeface="Times New Roman"/>
              <a:cs typeface="Times New Roman"/>
            </a:endParaRPr>
          </a:p>
          <a:p>
            <a:pPr lvl="1" marL="792480" marR="120014" indent="-294640">
              <a:lnSpc>
                <a:spcPct val="102000"/>
              </a:lnSpc>
              <a:spcBef>
                <a:spcPts val="620"/>
              </a:spcBef>
              <a:buChar char="–"/>
              <a:tabLst>
                <a:tab pos="800735" algn="l"/>
              </a:tabLst>
            </a:pPr>
            <a:r>
              <a:rPr dirty="0" sz="2900">
                <a:latin typeface="Times New Roman"/>
                <a:cs typeface="Times New Roman"/>
              </a:rPr>
              <a:t>Exhaustive</a:t>
            </a:r>
            <a:r>
              <a:rPr dirty="0" sz="2900" spc="-50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key</a:t>
            </a:r>
            <a:r>
              <a:rPr dirty="0" sz="2900" spc="-45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search:</a:t>
            </a:r>
            <a:r>
              <a:rPr dirty="0" sz="2900" spc="-45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2</a:t>
            </a:r>
            <a:r>
              <a:rPr dirty="0" baseline="24853" sz="2850">
                <a:latin typeface="Times New Roman"/>
                <a:cs typeface="Times New Roman"/>
              </a:rPr>
              <a:t>k</a:t>
            </a:r>
            <a:r>
              <a:rPr dirty="0" baseline="24853" sz="2850" spc="307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steps</a:t>
            </a:r>
            <a:r>
              <a:rPr dirty="0" sz="2900" spc="-50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with</a:t>
            </a:r>
            <a:r>
              <a:rPr dirty="0" sz="2900" spc="-45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k</a:t>
            </a:r>
            <a:r>
              <a:rPr dirty="0" sz="2900" spc="-45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the</a:t>
            </a:r>
            <a:r>
              <a:rPr dirty="0" sz="2900" spc="-45">
                <a:latin typeface="Times New Roman"/>
                <a:cs typeface="Times New Roman"/>
              </a:rPr>
              <a:t> </a:t>
            </a:r>
            <a:r>
              <a:rPr dirty="0" sz="2900" spc="-25">
                <a:latin typeface="Times New Roman"/>
                <a:cs typeface="Times New Roman"/>
              </a:rPr>
              <a:t>key </a:t>
            </a:r>
            <a:r>
              <a:rPr dirty="0" sz="2900" spc="-25">
                <a:latin typeface="Times New Roman"/>
                <a:cs typeface="Times New Roman"/>
              </a:rPr>
              <a:t>	</a:t>
            </a:r>
            <a:r>
              <a:rPr dirty="0" sz="2900">
                <a:latin typeface="Times New Roman"/>
                <a:cs typeface="Times New Roman"/>
              </a:rPr>
              <a:t>length</a:t>
            </a:r>
            <a:r>
              <a:rPr dirty="0" sz="2900" spc="-40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in</a:t>
            </a:r>
            <a:r>
              <a:rPr dirty="0" sz="2900" spc="-35">
                <a:latin typeface="Times New Roman"/>
                <a:cs typeface="Times New Roman"/>
              </a:rPr>
              <a:t> </a:t>
            </a:r>
            <a:r>
              <a:rPr dirty="0" sz="2900" spc="-20">
                <a:latin typeface="Times New Roman"/>
                <a:cs typeface="Times New Roman"/>
              </a:rPr>
              <a:t>bits</a:t>
            </a:r>
            <a:endParaRPr sz="2900">
              <a:latin typeface="Times New Roman"/>
              <a:cs typeface="Times New Roman"/>
            </a:endParaRPr>
          </a:p>
          <a:p>
            <a:pPr marL="379730" marR="17780" indent="-354965">
              <a:lnSpc>
                <a:spcPct val="100000"/>
              </a:lnSpc>
              <a:spcBef>
                <a:spcPts val="745"/>
              </a:spcBef>
              <a:buChar char="•"/>
              <a:tabLst>
                <a:tab pos="379730" algn="l"/>
              </a:tabLst>
            </a:pPr>
            <a:r>
              <a:rPr dirty="0" sz="3300">
                <a:latin typeface="Times New Roman"/>
                <a:cs typeface="Times New Roman"/>
              </a:rPr>
              <a:t>birthday</a:t>
            </a:r>
            <a:r>
              <a:rPr dirty="0" sz="3300" spc="-3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attacks:</a:t>
            </a:r>
            <a:r>
              <a:rPr dirty="0" sz="3300" spc="-20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security</a:t>
            </a:r>
            <a:r>
              <a:rPr dirty="0" sz="3300" spc="-20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level</a:t>
            </a:r>
            <a:r>
              <a:rPr dirty="0" sz="3300" spc="-20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smaller</a:t>
            </a:r>
            <a:r>
              <a:rPr dirty="0" sz="3300" spc="-20">
                <a:latin typeface="Times New Roman"/>
                <a:cs typeface="Times New Roman"/>
              </a:rPr>
              <a:t> than </a:t>
            </a:r>
            <a:r>
              <a:rPr dirty="0" sz="3300" spc="-10">
                <a:latin typeface="Times New Roman"/>
                <a:cs typeface="Times New Roman"/>
              </a:rPr>
              <a:t>expected</a:t>
            </a:r>
            <a:endParaRPr sz="33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04924" rIns="0" bIns="0" rtlCol="0" vert="horz">
            <a:spAutoFit/>
          </a:bodyPr>
          <a:lstStyle/>
          <a:p>
            <a:pPr marL="2684780">
              <a:lnSpc>
                <a:spcPct val="100000"/>
              </a:lnSpc>
              <a:spcBef>
                <a:spcPts val="105"/>
              </a:spcBef>
            </a:pPr>
            <a:r>
              <a:rPr dirty="0"/>
              <a:t>MAC</a:t>
            </a:r>
            <a:r>
              <a:rPr dirty="0" spc="-85"/>
              <a:t> </a:t>
            </a:r>
            <a:r>
              <a:rPr dirty="0" spc="-10"/>
              <a:t>algorithms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680"/>
              </a:lnSpc>
            </a:pPr>
            <a:fld id="{81D60167-4931-47E6-BA6A-407CBD079E47}" type="slidenum">
              <a:rPr dirty="0" spc="-25"/>
              <a:t>49</a:t>
            </a:fld>
          </a:p>
        </p:txBody>
      </p:sp>
      <p:sp>
        <p:nvSpPr>
          <p:cNvPr id="3" name="object 3"/>
          <p:cNvSpPr txBox="1"/>
          <p:nvPr/>
        </p:nvSpPr>
        <p:spPr>
          <a:xfrm>
            <a:off x="1643486" y="1998554"/>
            <a:ext cx="7413625" cy="439737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67030" indent="-354330">
              <a:lnSpc>
                <a:spcPct val="100000"/>
              </a:lnSpc>
              <a:spcBef>
                <a:spcPts val="95"/>
              </a:spcBef>
              <a:buChar char="•"/>
              <a:tabLst>
                <a:tab pos="367030" algn="l"/>
              </a:tabLst>
            </a:pPr>
            <a:r>
              <a:rPr dirty="0" sz="2900">
                <a:latin typeface="Times New Roman"/>
                <a:cs typeface="Times New Roman"/>
              </a:rPr>
              <a:t>Banking:</a:t>
            </a:r>
            <a:r>
              <a:rPr dirty="0" sz="2900" spc="-45">
                <a:latin typeface="Times New Roman"/>
                <a:cs typeface="Times New Roman"/>
              </a:rPr>
              <a:t> </a:t>
            </a:r>
            <a:r>
              <a:rPr dirty="0" sz="2900" spc="-30">
                <a:latin typeface="Times New Roman"/>
                <a:cs typeface="Times New Roman"/>
              </a:rPr>
              <a:t>CBC-</a:t>
            </a:r>
            <a:r>
              <a:rPr dirty="0" sz="2900">
                <a:latin typeface="Times New Roman"/>
                <a:cs typeface="Times New Roman"/>
              </a:rPr>
              <a:t>MAC</a:t>
            </a:r>
            <a:r>
              <a:rPr dirty="0" sz="2900" spc="-40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based</a:t>
            </a:r>
            <a:r>
              <a:rPr dirty="0" sz="2900" spc="-45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on</a:t>
            </a:r>
            <a:r>
              <a:rPr dirty="0" sz="2900" spc="-40">
                <a:latin typeface="Times New Roman"/>
                <a:cs typeface="Times New Roman"/>
              </a:rPr>
              <a:t> </a:t>
            </a:r>
            <a:r>
              <a:rPr dirty="0" sz="2900" spc="-10">
                <a:latin typeface="Times New Roman"/>
                <a:cs typeface="Times New Roman"/>
              </a:rPr>
              <a:t>triple-</a:t>
            </a:r>
            <a:r>
              <a:rPr dirty="0" sz="2900" spc="-25">
                <a:latin typeface="Times New Roman"/>
                <a:cs typeface="Times New Roman"/>
              </a:rPr>
              <a:t>DES</a:t>
            </a:r>
            <a:endParaRPr sz="2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40"/>
              </a:spcBef>
              <a:buFont typeface="Times New Roman"/>
              <a:buChar char="•"/>
            </a:pPr>
            <a:endParaRPr sz="2900">
              <a:latin typeface="Times New Roman"/>
              <a:cs typeface="Times New Roman"/>
            </a:endParaRPr>
          </a:p>
          <a:p>
            <a:pPr marL="367030" indent="-354330">
              <a:lnSpc>
                <a:spcPct val="100000"/>
              </a:lnSpc>
              <a:spcBef>
                <a:spcPts val="5"/>
              </a:spcBef>
              <a:buChar char="•"/>
              <a:tabLst>
                <a:tab pos="367030" algn="l"/>
              </a:tabLst>
            </a:pPr>
            <a:r>
              <a:rPr dirty="0" sz="2900">
                <a:latin typeface="Times New Roman"/>
                <a:cs typeface="Times New Roman"/>
              </a:rPr>
              <a:t>Internet:</a:t>
            </a:r>
            <a:r>
              <a:rPr dirty="0" sz="2900" spc="-50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HMAC</a:t>
            </a:r>
            <a:r>
              <a:rPr dirty="0" sz="2900" spc="-50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and</a:t>
            </a:r>
            <a:r>
              <a:rPr dirty="0" sz="2900" spc="-50">
                <a:latin typeface="Times New Roman"/>
                <a:cs typeface="Times New Roman"/>
              </a:rPr>
              <a:t> </a:t>
            </a:r>
            <a:r>
              <a:rPr dirty="0" sz="2900" spc="-30">
                <a:latin typeface="Times New Roman"/>
                <a:cs typeface="Times New Roman"/>
              </a:rPr>
              <a:t>CBC-</a:t>
            </a:r>
            <a:r>
              <a:rPr dirty="0" sz="2900">
                <a:latin typeface="Times New Roman"/>
                <a:cs typeface="Times New Roman"/>
              </a:rPr>
              <a:t>MAC</a:t>
            </a:r>
            <a:r>
              <a:rPr dirty="0" sz="2900" spc="-50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based</a:t>
            </a:r>
            <a:r>
              <a:rPr dirty="0" sz="2900" spc="-50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on</a:t>
            </a:r>
            <a:r>
              <a:rPr dirty="0" sz="2900" spc="-50">
                <a:latin typeface="Times New Roman"/>
                <a:cs typeface="Times New Roman"/>
              </a:rPr>
              <a:t> </a:t>
            </a:r>
            <a:r>
              <a:rPr dirty="0" sz="2900" spc="-25">
                <a:latin typeface="Times New Roman"/>
                <a:cs typeface="Times New Roman"/>
              </a:rPr>
              <a:t>AES</a:t>
            </a:r>
            <a:endParaRPr sz="2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714"/>
              </a:spcBef>
              <a:buFont typeface="Times New Roman"/>
              <a:buChar char="•"/>
            </a:pPr>
            <a:endParaRPr sz="2900">
              <a:latin typeface="Times New Roman"/>
              <a:cs typeface="Times New Roman"/>
            </a:endParaRPr>
          </a:p>
          <a:p>
            <a:pPr marL="367030" marR="291465" indent="-354965">
              <a:lnSpc>
                <a:spcPts val="3440"/>
              </a:lnSpc>
              <a:buChar char="•"/>
              <a:tabLst>
                <a:tab pos="367030" algn="l"/>
              </a:tabLst>
            </a:pPr>
            <a:r>
              <a:rPr dirty="0" sz="2900">
                <a:latin typeface="Times New Roman"/>
                <a:cs typeface="Times New Roman"/>
              </a:rPr>
              <a:t>information</a:t>
            </a:r>
            <a:r>
              <a:rPr dirty="0" sz="2900" spc="-60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theoretic</a:t>
            </a:r>
            <a:r>
              <a:rPr dirty="0" sz="2900" spc="-55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secure</a:t>
            </a:r>
            <a:r>
              <a:rPr dirty="0" sz="2900" spc="-60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MAC</a:t>
            </a:r>
            <a:r>
              <a:rPr dirty="0" sz="2900" spc="-55">
                <a:latin typeface="Times New Roman"/>
                <a:cs typeface="Times New Roman"/>
              </a:rPr>
              <a:t> </a:t>
            </a:r>
            <a:r>
              <a:rPr dirty="0" sz="2900" spc="-10">
                <a:latin typeface="Times New Roman"/>
                <a:cs typeface="Times New Roman"/>
              </a:rPr>
              <a:t>algorithms </a:t>
            </a:r>
            <a:r>
              <a:rPr dirty="0" sz="2900">
                <a:latin typeface="Times New Roman"/>
                <a:cs typeface="Times New Roman"/>
              </a:rPr>
              <a:t>(authentication</a:t>
            </a:r>
            <a:r>
              <a:rPr dirty="0" sz="2900" spc="-135">
                <a:latin typeface="Times New Roman"/>
                <a:cs typeface="Times New Roman"/>
              </a:rPr>
              <a:t> </a:t>
            </a:r>
            <a:r>
              <a:rPr dirty="0" sz="2900" spc="-10">
                <a:latin typeface="Times New Roman"/>
                <a:cs typeface="Times New Roman"/>
              </a:rPr>
              <a:t>codes):</a:t>
            </a:r>
            <a:endParaRPr sz="2900">
              <a:latin typeface="Times New Roman"/>
              <a:cs typeface="Times New Roman"/>
            </a:endParaRPr>
          </a:p>
          <a:p>
            <a:pPr lvl="1" marL="781050" indent="-295275">
              <a:lnSpc>
                <a:spcPct val="100000"/>
              </a:lnSpc>
              <a:spcBef>
                <a:spcPts val="465"/>
              </a:spcBef>
              <a:buChar char="–"/>
              <a:tabLst>
                <a:tab pos="781050" algn="l"/>
              </a:tabLst>
            </a:pPr>
            <a:r>
              <a:rPr dirty="0" sz="2450">
                <a:latin typeface="Times New Roman"/>
                <a:cs typeface="Times New Roman"/>
              </a:rPr>
              <a:t>highly</a:t>
            </a:r>
            <a:r>
              <a:rPr dirty="0" sz="2450" spc="50">
                <a:latin typeface="Times New Roman"/>
                <a:cs typeface="Times New Roman"/>
              </a:rPr>
              <a:t> </a:t>
            </a:r>
            <a:r>
              <a:rPr dirty="0" sz="2450" spc="-10">
                <a:latin typeface="Times New Roman"/>
                <a:cs typeface="Times New Roman"/>
              </a:rPr>
              <a:t>efficient</a:t>
            </a:r>
            <a:endParaRPr sz="2450">
              <a:latin typeface="Times New Roman"/>
              <a:cs typeface="Times New Roman"/>
            </a:endParaRPr>
          </a:p>
          <a:p>
            <a:pPr lvl="1" marL="781050" indent="-295275">
              <a:lnSpc>
                <a:spcPct val="100000"/>
              </a:lnSpc>
              <a:spcBef>
                <a:spcPts val="685"/>
              </a:spcBef>
              <a:buChar char="–"/>
              <a:tabLst>
                <a:tab pos="781050" algn="l"/>
              </a:tabLst>
            </a:pPr>
            <a:r>
              <a:rPr dirty="0" sz="2450">
                <a:latin typeface="Times New Roman"/>
                <a:cs typeface="Times New Roman"/>
              </a:rPr>
              <a:t>rather</a:t>
            </a:r>
            <a:r>
              <a:rPr dirty="0" sz="2450" spc="40">
                <a:latin typeface="Times New Roman"/>
                <a:cs typeface="Times New Roman"/>
              </a:rPr>
              <a:t> </a:t>
            </a:r>
            <a:r>
              <a:rPr dirty="0" sz="2450">
                <a:latin typeface="Times New Roman"/>
                <a:cs typeface="Times New Roman"/>
              </a:rPr>
              <a:t>long</a:t>
            </a:r>
            <a:r>
              <a:rPr dirty="0" sz="2450" spc="55">
                <a:latin typeface="Times New Roman"/>
                <a:cs typeface="Times New Roman"/>
              </a:rPr>
              <a:t> </a:t>
            </a:r>
            <a:r>
              <a:rPr dirty="0" sz="2450" spc="-20">
                <a:latin typeface="Times New Roman"/>
                <a:cs typeface="Times New Roman"/>
              </a:rPr>
              <a:t>keys</a:t>
            </a:r>
            <a:endParaRPr sz="2450">
              <a:latin typeface="Times New Roman"/>
              <a:cs typeface="Times New Roman"/>
            </a:endParaRPr>
          </a:p>
          <a:p>
            <a:pPr lvl="1" marL="781050" indent="-295275">
              <a:lnSpc>
                <a:spcPct val="100000"/>
              </a:lnSpc>
              <a:spcBef>
                <a:spcPts val="680"/>
              </a:spcBef>
              <a:buChar char="–"/>
              <a:tabLst>
                <a:tab pos="781050" algn="l"/>
              </a:tabLst>
            </a:pPr>
            <a:r>
              <a:rPr dirty="0" sz="2450">
                <a:latin typeface="Times New Roman"/>
                <a:cs typeface="Times New Roman"/>
              </a:rPr>
              <a:t>part</a:t>
            </a:r>
            <a:r>
              <a:rPr dirty="0" sz="2450" spc="35">
                <a:latin typeface="Times New Roman"/>
                <a:cs typeface="Times New Roman"/>
              </a:rPr>
              <a:t> </a:t>
            </a:r>
            <a:r>
              <a:rPr dirty="0" sz="2450">
                <a:latin typeface="Times New Roman"/>
                <a:cs typeface="Times New Roman"/>
              </a:rPr>
              <a:t>of</a:t>
            </a:r>
            <a:r>
              <a:rPr dirty="0" sz="2450" spc="45">
                <a:latin typeface="Times New Roman"/>
                <a:cs typeface="Times New Roman"/>
              </a:rPr>
              <a:t> </a:t>
            </a:r>
            <a:r>
              <a:rPr dirty="0" sz="2450">
                <a:latin typeface="Times New Roman"/>
                <a:cs typeface="Times New Roman"/>
              </a:rPr>
              <a:t>the</a:t>
            </a:r>
            <a:r>
              <a:rPr dirty="0" sz="2450" spc="40">
                <a:latin typeface="Times New Roman"/>
                <a:cs typeface="Times New Roman"/>
              </a:rPr>
              <a:t> </a:t>
            </a:r>
            <a:r>
              <a:rPr dirty="0" sz="2450">
                <a:latin typeface="Times New Roman"/>
                <a:cs typeface="Times New Roman"/>
              </a:rPr>
              <a:t>key</a:t>
            </a:r>
            <a:r>
              <a:rPr dirty="0" sz="2450" spc="45">
                <a:latin typeface="Times New Roman"/>
                <a:cs typeface="Times New Roman"/>
              </a:rPr>
              <a:t> </a:t>
            </a:r>
            <a:r>
              <a:rPr dirty="0" sz="2450">
                <a:latin typeface="Times New Roman"/>
                <a:cs typeface="Times New Roman"/>
              </a:rPr>
              <a:t>refreshed</a:t>
            </a:r>
            <a:r>
              <a:rPr dirty="0" sz="2450" spc="45">
                <a:latin typeface="Times New Roman"/>
                <a:cs typeface="Times New Roman"/>
              </a:rPr>
              <a:t> </a:t>
            </a:r>
            <a:r>
              <a:rPr dirty="0" sz="2450">
                <a:latin typeface="Times New Roman"/>
                <a:cs typeface="Times New Roman"/>
              </a:rPr>
              <a:t>per</a:t>
            </a:r>
            <a:r>
              <a:rPr dirty="0" sz="2450" spc="45">
                <a:latin typeface="Times New Roman"/>
                <a:cs typeface="Times New Roman"/>
              </a:rPr>
              <a:t> </a:t>
            </a:r>
            <a:r>
              <a:rPr dirty="0" sz="2450" spc="-10">
                <a:latin typeface="Times New Roman"/>
                <a:cs typeface="Times New Roman"/>
              </a:rPr>
              <a:t>message</a:t>
            </a:r>
            <a:endParaRPr sz="24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411566" y="314497"/>
            <a:ext cx="5561330" cy="656590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4150" spc="-35"/>
              <a:t>CBC-</a:t>
            </a:r>
            <a:r>
              <a:rPr dirty="0" sz="4150"/>
              <a:t>MAC</a:t>
            </a:r>
            <a:r>
              <a:rPr dirty="0" sz="4150" spc="-75"/>
              <a:t> </a:t>
            </a:r>
            <a:r>
              <a:rPr dirty="0" sz="4150"/>
              <a:t>based</a:t>
            </a:r>
            <a:r>
              <a:rPr dirty="0" sz="4150" spc="-70"/>
              <a:t> </a:t>
            </a:r>
            <a:r>
              <a:rPr dirty="0" sz="4150"/>
              <a:t>on</a:t>
            </a:r>
            <a:r>
              <a:rPr dirty="0" sz="4150" spc="-70"/>
              <a:t> </a:t>
            </a:r>
            <a:r>
              <a:rPr dirty="0" sz="4150" spc="-25"/>
              <a:t>AES</a:t>
            </a:r>
            <a:endParaRPr sz="4150"/>
          </a:p>
        </p:txBody>
      </p:sp>
      <p:grpSp>
        <p:nvGrpSpPr>
          <p:cNvPr id="3" name="object 3"/>
          <p:cNvGrpSpPr/>
          <p:nvPr/>
        </p:nvGrpSpPr>
        <p:grpSpPr>
          <a:xfrm>
            <a:off x="873338" y="2979584"/>
            <a:ext cx="727710" cy="1104265"/>
            <a:chOff x="873338" y="2979584"/>
            <a:chExt cx="727710" cy="1104265"/>
          </a:xfrm>
        </p:grpSpPr>
        <p:sp>
          <p:nvSpPr>
            <p:cNvPr id="4" name="object 4"/>
            <p:cNvSpPr/>
            <p:nvPr/>
          </p:nvSpPr>
          <p:spPr>
            <a:xfrm>
              <a:off x="979902" y="3880018"/>
              <a:ext cx="614680" cy="197485"/>
            </a:xfrm>
            <a:custGeom>
              <a:avLst/>
              <a:gdLst/>
              <a:ahLst/>
              <a:cxnLst/>
              <a:rect l="l" t="t" r="r" b="b"/>
              <a:pathLst>
                <a:path w="614680" h="197485">
                  <a:moveTo>
                    <a:pt x="460878" y="0"/>
                  </a:moveTo>
                  <a:lnTo>
                    <a:pt x="460878" y="49300"/>
                  </a:lnTo>
                  <a:lnTo>
                    <a:pt x="0" y="49300"/>
                  </a:lnTo>
                  <a:lnTo>
                    <a:pt x="0" y="147897"/>
                  </a:lnTo>
                  <a:lnTo>
                    <a:pt x="460878" y="147897"/>
                  </a:lnTo>
                  <a:lnTo>
                    <a:pt x="460878" y="197196"/>
                  </a:lnTo>
                  <a:lnTo>
                    <a:pt x="614505" y="98598"/>
                  </a:lnTo>
                  <a:lnTo>
                    <a:pt x="460878" y="0"/>
                  </a:lnTo>
                  <a:close/>
                </a:path>
              </a:pathLst>
            </a:custGeom>
            <a:solidFill>
              <a:srgbClr val="FF26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979902" y="3880019"/>
              <a:ext cx="614680" cy="197485"/>
            </a:xfrm>
            <a:custGeom>
              <a:avLst/>
              <a:gdLst/>
              <a:ahLst/>
              <a:cxnLst/>
              <a:rect l="l" t="t" r="r" b="b"/>
              <a:pathLst>
                <a:path w="614680" h="197485">
                  <a:moveTo>
                    <a:pt x="460878" y="197196"/>
                  </a:moveTo>
                  <a:lnTo>
                    <a:pt x="614505" y="98598"/>
                  </a:lnTo>
                  <a:lnTo>
                    <a:pt x="460878" y="0"/>
                  </a:lnTo>
                  <a:lnTo>
                    <a:pt x="460878" y="49299"/>
                  </a:lnTo>
                  <a:lnTo>
                    <a:pt x="0" y="49299"/>
                  </a:lnTo>
                  <a:lnTo>
                    <a:pt x="0" y="147896"/>
                  </a:lnTo>
                  <a:lnTo>
                    <a:pt x="460878" y="147896"/>
                  </a:lnTo>
                  <a:lnTo>
                    <a:pt x="460878" y="197196"/>
                  </a:lnTo>
                  <a:close/>
                </a:path>
              </a:pathLst>
            </a:custGeom>
            <a:ln w="13146">
              <a:solidFill>
                <a:srgbClr val="FF26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873338" y="2979584"/>
              <a:ext cx="402590" cy="860425"/>
            </a:xfrm>
            <a:custGeom>
              <a:avLst/>
              <a:gdLst/>
              <a:ahLst/>
              <a:cxnLst/>
              <a:rect l="l" t="t" r="r" b="b"/>
              <a:pathLst>
                <a:path w="402590" h="860425">
                  <a:moveTo>
                    <a:pt x="219576" y="860248"/>
                  </a:moveTo>
                  <a:lnTo>
                    <a:pt x="151075" y="796774"/>
                  </a:lnTo>
                  <a:lnTo>
                    <a:pt x="175473" y="778713"/>
                  </a:lnTo>
                  <a:lnTo>
                    <a:pt x="175473" y="757555"/>
                  </a:lnTo>
                  <a:lnTo>
                    <a:pt x="151075" y="738461"/>
                  </a:lnTo>
                  <a:lnTo>
                    <a:pt x="175473" y="721948"/>
                  </a:lnTo>
                  <a:lnTo>
                    <a:pt x="171719" y="715239"/>
                  </a:lnTo>
                  <a:lnTo>
                    <a:pt x="150606" y="700274"/>
                  </a:lnTo>
                  <a:lnTo>
                    <a:pt x="146853" y="652798"/>
                  </a:lnTo>
                  <a:lnTo>
                    <a:pt x="144038" y="648153"/>
                  </a:lnTo>
                  <a:lnTo>
                    <a:pt x="175942" y="620803"/>
                  </a:lnTo>
                  <a:lnTo>
                    <a:pt x="175942" y="597065"/>
                  </a:lnTo>
                  <a:lnTo>
                    <a:pt x="150606" y="569198"/>
                  </a:lnTo>
                  <a:lnTo>
                    <a:pt x="175473" y="544428"/>
                  </a:lnTo>
                  <a:lnTo>
                    <a:pt x="175473" y="519658"/>
                  </a:lnTo>
                  <a:lnTo>
                    <a:pt x="151075" y="487663"/>
                  </a:lnTo>
                  <a:lnTo>
                    <a:pt x="146384" y="435542"/>
                  </a:lnTo>
                  <a:lnTo>
                    <a:pt x="116825" y="435542"/>
                  </a:lnTo>
                  <a:lnTo>
                    <a:pt x="116825" y="365360"/>
                  </a:lnTo>
                  <a:lnTo>
                    <a:pt x="98996" y="365360"/>
                  </a:lnTo>
                  <a:lnTo>
                    <a:pt x="98996" y="303951"/>
                  </a:lnTo>
                  <a:lnTo>
                    <a:pt x="79291" y="303951"/>
                  </a:lnTo>
                  <a:lnTo>
                    <a:pt x="70377" y="274536"/>
                  </a:lnTo>
                  <a:lnTo>
                    <a:pt x="30496" y="274536"/>
                  </a:lnTo>
                  <a:lnTo>
                    <a:pt x="30496" y="248734"/>
                  </a:lnTo>
                  <a:lnTo>
                    <a:pt x="0" y="248734"/>
                  </a:lnTo>
                  <a:lnTo>
                    <a:pt x="0" y="127463"/>
                  </a:lnTo>
                  <a:lnTo>
                    <a:pt x="30027" y="127463"/>
                  </a:lnTo>
                  <a:lnTo>
                    <a:pt x="30027" y="109917"/>
                  </a:lnTo>
                  <a:lnTo>
                    <a:pt x="63808" y="109917"/>
                  </a:lnTo>
                  <a:lnTo>
                    <a:pt x="71784" y="102177"/>
                  </a:lnTo>
                  <a:lnTo>
                    <a:pt x="79760" y="82567"/>
                  </a:lnTo>
                  <a:lnTo>
                    <a:pt x="98996" y="82567"/>
                  </a:lnTo>
                  <a:lnTo>
                    <a:pt x="144507" y="0"/>
                  </a:lnTo>
                  <a:lnTo>
                    <a:pt x="266024" y="0"/>
                  </a:lnTo>
                  <a:lnTo>
                    <a:pt x="248070" y="25793"/>
                  </a:lnTo>
                  <a:lnTo>
                    <a:pt x="242932" y="33027"/>
                  </a:lnTo>
                  <a:lnTo>
                    <a:pt x="172189" y="33027"/>
                  </a:lnTo>
                  <a:lnTo>
                    <a:pt x="145445" y="85663"/>
                  </a:lnTo>
                  <a:lnTo>
                    <a:pt x="332596" y="85663"/>
                  </a:lnTo>
                  <a:lnTo>
                    <a:pt x="339686" y="110433"/>
                  </a:lnTo>
                  <a:lnTo>
                    <a:pt x="375813" y="110433"/>
                  </a:lnTo>
                  <a:lnTo>
                    <a:pt x="376220" y="127463"/>
                  </a:lnTo>
                  <a:lnTo>
                    <a:pt x="376282" y="130043"/>
                  </a:lnTo>
                  <a:lnTo>
                    <a:pt x="389888" y="130559"/>
                  </a:lnTo>
                  <a:lnTo>
                    <a:pt x="402556" y="130559"/>
                  </a:lnTo>
                  <a:lnTo>
                    <a:pt x="402556" y="250798"/>
                  </a:lnTo>
                  <a:lnTo>
                    <a:pt x="375813" y="251314"/>
                  </a:lnTo>
                  <a:lnTo>
                    <a:pt x="375382" y="274536"/>
                  </a:lnTo>
                  <a:lnTo>
                    <a:pt x="375343" y="276600"/>
                  </a:lnTo>
                  <a:lnTo>
                    <a:pt x="341093" y="276600"/>
                  </a:lnTo>
                  <a:lnTo>
                    <a:pt x="331241" y="306531"/>
                  </a:lnTo>
                  <a:lnTo>
                    <a:pt x="312473" y="307047"/>
                  </a:lnTo>
                  <a:lnTo>
                    <a:pt x="311125" y="365360"/>
                  </a:lnTo>
                  <a:lnTo>
                    <a:pt x="311066" y="367940"/>
                  </a:lnTo>
                  <a:lnTo>
                    <a:pt x="298398" y="367940"/>
                  </a:lnTo>
                  <a:lnTo>
                    <a:pt x="294175" y="377229"/>
                  </a:lnTo>
                  <a:lnTo>
                    <a:pt x="294175" y="438122"/>
                  </a:lnTo>
                  <a:lnTo>
                    <a:pt x="271655" y="438639"/>
                  </a:lnTo>
                  <a:lnTo>
                    <a:pt x="272660" y="700274"/>
                  </a:lnTo>
                  <a:lnTo>
                    <a:pt x="272743" y="721948"/>
                  </a:lnTo>
                  <a:lnTo>
                    <a:pt x="272806" y="738461"/>
                  </a:lnTo>
                  <a:lnTo>
                    <a:pt x="272880" y="757555"/>
                  </a:lnTo>
                  <a:lnTo>
                    <a:pt x="272961" y="778713"/>
                  </a:lnTo>
                  <a:lnTo>
                    <a:pt x="273062" y="805031"/>
                  </a:lnTo>
                  <a:lnTo>
                    <a:pt x="219576" y="860248"/>
                  </a:lnTo>
                  <a:close/>
                </a:path>
                <a:path w="402590" h="860425">
                  <a:moveTo>
                    <a:pt x="332596" y="85663"/>
                  </a:moveTo>
                  <a:lnTo>
                    <a:pt x="267432" y="85663"/>
                  </a:lnTo>
                  <a:lnTo>
                    <a:pt x="242566" y="33542"/>
                  </a:lnTo>
                  <a:lnTo>
                    <a:pt x="243035" y="33027"/>
                  </a:lnTo>
                  <a:lnTo>
                    <a:pt x="248070" y="25793"/>
                  </a:lnTo>
                  <a:lnTo>
                    <a:pt x="266024" y="515"/>
                  </a:lnTo>
                  <a:lnTo>
                    <a:pt x="308720" y="82051"/>
                  </a:lnTo>
                  <a:lnTo>
                    <a:pt x="331710" y="82567"/>
                  </a:lnTo>
                  <a:lnTo>
                    <a:pt x="332596" y="85663"/>
                  </a:lnTo>
                  <a:close/>
                </a:path>
              </a:pathLst>
            </a:custGeom>
            <a:solidFill>
              <a:srgbClr val="FF9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883191" y="2984228"/>
              <a:ext cx="403225" cy="861060"/>
            </a:xfrm>
            <a:custGeom>
              <a:avLst/>
              <a:gdLst/>
              <a:ahLst/>
              <a:cxnLst/>
              <a:rect l="l" t="t" r="r" b="b"/>
              <a:pathLst>
                <a:path w="403225" h="861060">
                  <a:moveTo>
                    <a:pt x="219576" y="860764"/>
                  </a:moveTo>
                  <a:lnTo>
                    <a:pt x="151075" y="796774"/>
                  </a:lnTo>
                  <a:lnTo>
                    <a:pt x="175473" y="778713"/>
                  </a:lnTo>
                  <a:lnTo>
                    <a:pt x="175473" y="757555"/>
                  </a:lnTo>
                  <a:lnTo>
                    <a:pt x="151075" y="738461"/>
                  </a:lnTo>
                  <a:lnTo>
                    <a:pt x="175473" y="721948"/>
                  </a:lnTo>
                  <a:lnTo>
                    <a:pt x="171719" y="715239"/>
                  </a:lnTo>
                  <a:lnTo>
                    <a:pt x="150606" y="700274"/>
                  </a:lnTo>
                  <a:lnTo>
                    <a:pt x="146853" y="652798"/>
                  </a:lnTo>
                  <a:lnTo>
                    <a:pt x="144038" y="648670"/>
                  </a:lnTo>
                  <a:lnTo>
                    <a:pt x="175942" y="620803"/>
                  </a:lnTo>
                  <a:lnTo>
                    <a:pt x="175942" y="597065"/>
                  </a:lnTo>
                  <a:lnTo>
                    <a:pt x="150606" y="569198"/>
                  </a:lnTo>
                  <a:lnTo>
                    <a:pt x="175473" y="544428"/>
                  </a:lnTo>
                  <a:lnTo>
                    <a:pt x="175473" y="519658"/>
                  </a:lnTo>
                  <a:lnTo>
                    <a:pt x="151075" y="487663"/>
                  </a:lnTo>
                  <a:lnTo>
                    <a:pt x="146384" y="435542"/>
                  </a:lnTo>
                  <a:lnTo>
                    <a:pt x="116825" y="435542"/>
                  </a:lnTo>
                  <a:lnTo>
                    <a:pt x="116825" y="365360"/>
                  </a:lnTo>
                  <a:lnTo>
                    <a:pt x="99466" y="365360"/>
                  </a:lnTo>
                  <a:lnTo>
                    <a:pt x="99466" y="303951"/>
                  </a:lnTo>
                  <a:lnTo>
                    <a:pt x="79291" y="303951"/>
                  </a:lnTo>
                  <a:lnTo>
                    <a:pt x="70377" y="274536"/>
                  </a:lnTo>
                  <a:lnTo>
                    <a:pt x="30496" y="274536"/>
                  </a:lnTo>
                  <a:lnTo>
                    <a:pt x="30496" y="248734"/>
                  </a:lnTo>
                  <a:lnTo>
                    <a:pt x="0" y="248734"/>
                  </a:lnTo>
                  <a:lnTo>
                    <a:pt x="0" y="127463"/>
                  </a:lnTo>
                  <a:lnTo>
                    <a:pt x="30027" y="127463"/>
                  </a:lnTo>
                  <a:lnTo>
                    <a:pt x="30027" y="109917"/>
                  </a:lnTo>
                  <a:lnTo>
                    <a:pt x="63808" y="109917"/>
                  </a:lnTo>
                  <a:lnTo>
                    <a:pt x="71784" y="102177"/>
                  </a:lnTo>
                  <a:lnTo>
                    <a:pt x="79760" y="82567"/>
                  </a:lnTo>
                  <a:lnTo>
                    <a:pt x="99466" y="82567"/>
                  </a:lnTo>
                  <a:lnTo>
                    <a:pt x="144507" y="0"/>
                  </a:lnTo>
                  <a:lnTo>
                    <a:pt x="266024" y="0"/>
                  </a:lnTo>
                  <a:lnTo>
                    <a:pt x="243035" y="33027"/>
                  </a:lnTo>
                  <a:lnTo>
                    <a:pt x="172189" y="33027"/>
                  </a:lnTo>
                  <a:lnTo>
                    <a:pt x="145445" y="85663"/>
                  </a:lnTo>
                  <a:lnTo>
                    <a:pt x="332596" y="85663"/>
                  </a:lnTo>
                  <a:lnTo>
                    <a:pt x="339686" y="110433"/>
                  </a:lnTo>
                  <a:lnTo>
                    <a:pt x="375813" y="110433"/>
                  </a:lnTo>
                  <a:lnTo>
                    <a:pt x="376220" y="127463"/>
                  </a:lnTo>
                  <a:lnTo>
                    <a:pt x="376282" y="130043"/>
                  </a:lnTo>
                  <a:lnTo>
                    <a:pt x="389888" y="130559"/>
                  </a:lnTo>
                  <a:lnTo>
                    <a:pt x="403025" y="130559"/>
                  </a:lnTo>
                  <a:lnTo>
                    <a:pt x="403025" y="250798"/>
                  </a:lnTo>
                  <a:lnTo>
                    <a:pt x="375813" y="251314"/>
                  </a:lnTo>
                  <a:lnTo>
                    <a:pt x="375382" y="274536"/>
                  </a:lnTo>
                  <a:lnTo>
                    <a:pt x="375343" y="276600"/>
                  </a:lnTo>
                  <a:lnTo>
                    <a:pt x="341093" y="276600"/>
                  </a:lnTo>
                  <a:lnTo>
                    <a:pt x="331241" y="306531"/>
                  </a:lnTo>
                  <a:lnTo>
                    <a:pt x="312473" y="307047"/>
                  </a:lnTo>
                  <a:lnTo>
                    <a:pt x="311125" y="365360"/>
                  </a:lnTo>
                  <a:lnTo>
                    <a:pt x="311066" y="367940"/>
                  </a:lnTo>
                  <a:lnTo>
                    <a:pt x="298398" y="367940"/>
                  </a:lnTo>
                  <a:lnTo>
                    <a:pt x="295114" y="373101"/>
                  </a:lnTo>
                  <a:lnTo>
                    <a:pt x="295114" y="438639"/>
                  </a:lnTo>
                  <a:lnTo>
                    <a:pt x="271655" y="438639"/>
                  </a:lnTo>
                  <a:lnTo>
                    <a:pt x="272660" y="700274"/>
                  </a:lnTo>
                  <a:lnTo>
                    <a:pt x="272743" y="721948"/>
                  </a:lnTo>
                  <a:lnTo>
                    <a:pt x="272806" y="738461"/>
                  </a:lnTo>
                  <a:lnTo>
                    <a:pt x="272880" y="757555"/>
                  </a:lnTo>
                  <a:lnTo>
                    <a:pt x="272961" y="778713"/>
                  </a:lnTo>
                  <a:lnTo>
                    <a:pt x="273062" y="805031"/>
                  </a:lnTo>
                  <a:lnTo>
                    <a:pt x="219576" y="860764"/>
                  </a:lnTo>
                  <a:close/>
                </a:path>
                <a:path w="403225" h="861060">
                  <a:moveTo>
                    <a:pt x="332596" y="85663"/>
                  </a:moveTo>
                  <a:lnTo>
                    <a:pt x="267432" y="85663"/>
                  </a:lnTo>
                  <a:lnTo>
                    <a:pt x="242566" y="33543"/>
                  </a:lnTo>
                  <a:lnTo>
                    <a:pt x="266024" y="516"/>
                  </a:lnTo>
                  <a:lnTo>
                    <a:pt x="309189" y="82051"/>
                  </a:lnTo>
                  <a:lnTo>
                    <a:pt x="331710" y="82567"/>
                  </a:lnTo>
                  <a:lnTo>
                    <a:pt x="332596" y="85663"/>
                  </a:lnTo>
                  <a:close/>
                </a:path>
              </a:pathLst>
            </a:custGeom>
            <a:solidFill>
              <a:srgbClr val="BF7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939492" y="3122528"/>
              <a:ext cx="285115" cy="99060"/>
            </a:xfrm>
            <a:custGeom>
              <a:avLst/>
              <a:gdLst/>
              <a:ahLst/>
              <a:cxnLst/>
              <a:rect l="l" t="t" r="r" b="b"/>
              <a:pathLst>
                <a:path w="285115" h="99060">
                  <a:moveTo>
                    <a:pt x="22989" y="98564"/>
                  </a:moveTo>
                  <a:lnTo>
                    <a:pt x="0" y="51088"/>
                  </a:lnTo>
                  <a:lnTo>
                    <a:pt x="24866" y="0"/>
                  </a:lnTo>
                  <a:lnTo>
                    <a:pt x="284792" y="0"/>
                  </a:lnTo>
                  <a:lnTo>
                    <a:pt x="282446" y="3612"/>
                  </a:lnTo>
                  <a:lnTo>
                    <a:pt x="27681" y="3612"/>
                  </a:lnTo>
                  <a:lnTo>
                    <a:pt x="4691" y="51088"/>
                  </a:lnTo>
                  <a:lnTo>
                    <a:pt x="27212" y="95468"/>
                  </a:lnTo>
                  <a:lnTo>
                    <a:pt x="22989" y="98564"/>
                  </a:lnTo>
                  <a:close/>
                </a:path>
              </a:pathLst>
            </a:custGeom>
            <a:solidFill>
              <a:srgbClr val="BF7F3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915085" y="3087953"/>
              <a:ext cx="342265" cy="736600"/>
            </a:xfrm>
            <a:custGeom>
              <a:avLst/>
              <a:gdLst/>
              <a:ahLst/>
              <a:cxnLst/>
              <a:rect l="l" t="t" r="r" b="b"/>
              <a:pathLst>
                <a:path w="342265" h="736600">
                  <a:moveTo>
                    <a:pt x="165150" y="265252"/>
                  </a:moveTo>
                  <a:lnTo>
                    <a:pt x="156235" y="279704"/>
                  </a:lnTo>
                  <a:lnTo>
                    <a:pt x="157175" y="728141"/>
                  </a:lnTo>
                  <a:lnTo>
                    <a:pt x="164680" y="735368"/>
                  </a:lnTo>
                  <a:lnTo>
                    <a:pt x="165150" y="265252"/>
                  </a:lnTo>
                  <a:close/>
                </a:path>
                <a:path w="342265" h="736600">
                  <a:moveTo>
                    <a:pt x="213474" y="728662"/>
                  </a:moveTo>
                  <a:lnTo>
                    <a:pt x="212077" y="277634"/>
                  </a:lnTo>
                  <a:lnTo>
                    <a:pt x="205498" y="314794"/>
                  </a:lnTo>
                  <a:lnTo>
                    <a:pt x="206438" y="736409"/>
                  </a:lnTo>
                  <a:lnTo>
                    <a:pt x="213474" y="728662"/>
                  </a:lnTo>
                  <a:close/>
                </a:path>
                <a:path w="342265" h="736600">
                  <a:moveTo>
                    <a:pt x="300748" y="0"/>
                  </a:moveTo>
                  <a:lnTo>
                    <a:pt x="33782" y="0"/>
                  </a:lnTo>
                  <a:lnTo>
                    <a:pt x="33782" y="5168"/>
                  </a:lnTo>
                  <a:lnTo>
                    <a:pt x="300748" y="5168"/>
                  </a:lnTo>
                  <a:lnTo>
                    <a:pt x="300748" y="0"/>
                  </a:lnTo>
                  <a:close/>
                </a:path>
                <a:path w="342265" h="736600">
                  <a:moveTo>
                    <a:pt x="331711" y="81026"/>
                  </a:moveTo>
                  <a:lnTo>
                    <a:pt x="308724" y="34061"/>
                  </a:lnTo>
                  <a:lnTo>
                    <a:pt x="304495" y="37160"/>
                  </a:lnTo>
                  <a:lnTo>
                    <a:pt x="327025" y="81026"/>
                  </a:lnTo>
                  <a:lnTo>
                    <a:pt x="304038" y="129019"/>
                  </a:lnTo>
                  <a:lnTo>
                    <a:pt x="49263" y="129019"/>
                  </a:lnTo>
                  <a:lnTo>
                    <a:pt x="46926" y="132626"/>
                  </a:lnTo>
                  <a:lnTo>
                    <a:pt x="306844" y="132626"/>
                  </a:lnTo>
                  <a:lnTo>
                    <a:pt x="331711" y="81026"/>
                  </a:lnTo>
                  <a:close/>
                </a:path>
                <a:path w="342265" h="736600">
                  <a:moveTo>
                    <a:pt x="342036" y="19621"/>
                  </a:moveTo>
                  <a:lnTo>
                    <a:pt x="0" y="19621"/>
                  </a:lnTo>
                  <a:lnTo>
                    <a:pt x="0" y="24257"/>
                  </a:lnTo>
                  <a:lnTo>
                    <a:pt x="342036" y="24257"/>
                  </a:lnTo>
                  <a:lnTo>
                    <a:pt x="342036" y="19621"/>
                  </a:lnTo>
                  <a:close/>
                </a:path>
              </a:pathLst>
            </a:custGeom>
            <a:solidFill>
              <a:srgbClr val="FF9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914615" y="3234003"/>
              <a:ext cx="344170" cy="610235"/>
            </a:xfrm>
            <a:custGeom>
              <a:avLst/>
              <a:gdLst/>
              <a:ahLst/>
              <a:cxnLst/>
              <a:rect l="l" t="t" r="r" b="b"/>
              <a:pathLst>
                <a:path w="344169" h="610235">
                  <a:moveTo>
                    <a:pt x="212547" y="132626"/>
                  </a:moveTo>
                  <a:lnTo>
                    <a:pt x="186270" y="182676"/>
                  </a:lnTo>
                  <a:lnTo>
                    <a:pt x="188150" y="609968"/>
                  </a:lnTo>
                  <a:lnTo>
                    <a:pt x="196126" y="601192"/>
                  </a:lnTo>
                  <a:lnTo>
                    <a:pt x="196126" y="190423"/>
                  </a:lnTo>
                  <a:lnTo>
                    <a:pt x="206438" y="163588"/>
                  </a:lnTo>
                  <a:lnTo>
                    <a:pt x="212547" y="132626"/>
                  </a:lnTo>
                  <a:close/>
                </a:path>
                <a:path w="344169" h="610235">
                  <a:moveTo>
                    <a:pt x="280568" y="56756"/>
                  </a:moveTo>
                  <a:lnTo>
                    <a:pt x="70383" y="56756"/>
                  </a:lnTo>
                  <a:lnTo>
                    <a:pt x="70383" y="67081"/>
                  </a:lnTo>
                  <a:lnTo>
                    <a:pt x="280568" y="67081"/>
                  </a:lnTo>
                  <a:lnTo>
                    <a:pt x="280568" y="56756"/>
                  </a:lnTo>
                  <a:close/>
                </a:path>
                <a:path w="344169" h="610235">
                  <a:moveTo>
                    <a:pt x="343916" y="0"/>
                  </a:moveTo>
                  <a:lnTo>
                    <a:pt x="0" y="0"/>
                  </a:lnTo>
                  <a:lnTo>
                    <a:pt x="0" y="11353"/>
                  </a:lnTo>
                  <a:lnTo>
                    <a:pt x="343916" y="11353"/>
                  </a:lnTo>
                  <a:lnTo>
                    <a:pt x="343916" y="0"/>
                  </a:lnTo>
                  <a:close/>
                </a:path>
              </a:pathLst>
            </a:custGeom>
            <a:solidFill>
              <a:srgbClr val="BF7F3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00016" y="3349073"/>
              <a:ext cx="183449" cy="71730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954037" y="3257732"/>
              <a:ext cx="271780" cy="10160"/>
            </a:xfrm>
            <a:custGeom>
              <a:avLst/>
              <a:gdLst/>
              <a:ahLst/>
              <a:cxnLst/>
              <a:rect l="l" t="t" r="r" b="b"/>
              <a:pathLst>
                <a:path w="271780" h="10160">
                  <a:moveTo>
                    <a:pt x="2345" y="9804"/>
                  </a:moveTo>
                  <a:lnTo>
                    <a:pt x="0" y="515"/>
                  </a:lnTo>
                  <a:lnTo>
                    <a:pt x="271185" y="0"/>
                  </a:lnTo>
                  <a:lnTo>
                    <a:pt x="268370" y="9288"/>
                  </a:lnTo>
                  <a:lnTo>
                    <a:pt x="2345" y="9804"/>
                  </a:lnTo>
                  <a:close/>
                </a:path>
              </a:pathLst>
            </a:custGeom>
            <a:solidFill>
              <a:srgbClr val="BF7F3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1648628" y="3610516"/>
            <a:ext cx="1337945" cy="736600"/>
          </a:xfrm>
          <a:prstGeom prst="rect">
            <a:avLst/>
          </a:prstGeom>
          <a:ln w="9859">
            <a:solidFill>
              <a:srgbClr val="000000"/>
            </a:solidFill>
          </a:ln>
        </p:spPr>
        <p:txBody>
          <a:bodyPr wrap="square" lIns="0" tIns="45720" rIns="0" bIns="0" rtlCol="0" vert="horz">
            <a:spAutoFit/>
          </a:bodyPr>
          <a:lstStyle/>
          <a:p>
            <a:pPr marL="94615">
              <a:lnSpc>
                <a:spcPct val="100000"/>
              </a:lnSpc>
              <a:spcBef>
                <a:spcPts val="360"/>
              </a:spcBef>
            </a:pPr>
            <a:r>
              <a:rPr dirty="0" sz="4150" spc="-25" b="1">
                <a:latin typeface="Times New Roman"/>
                <a:cs typeface="Times New Roman"/>
              </a:rPr>
              <a:t>AES</a:t>
            </a:r>
            <a:endParaRPr sz="4150">
              <a:latin typeface="Times New Roman"/>
              <a:cs typeface="Times New Roman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2212198" y="1797955"/>
            <a:ext cx="210820" cy="1714500"/>
            <a:chOff x="2212198" y="1797955"/>
            <a:chExt cx="210820" cy="1714500"/>
          </a:xfrm>
        </p:grpSpPr>
        <p:sp>
          <p:nvSpPr>
            <p:cNvPr id="15" name="object 15"/>
            <p:cNvSpPr/>
            <p:nvPr/>
          </p:nvSpPr>
          <p:spPr>
            <a:xfrm>
              <a:off x="2218771" y="1804527"/>
              <a:ext cx="197485" cy="1701164"/>
            </a:xfrm>
            <a:custGeom>
              <a:avLst/>
              <a:gdLst/>
              <a:ahLst/>
              <a:cxnLst/>
              <a:rect l="l" t="t" r="r" b="b"/>
              <a:pathLst>
                <a:path w="197485" h="1701164">
                  <a:moveTo>
                    <a:pt x="147874" y="0"/>
                  </a:moveTo>
                  <a:lnTo>
                    <a:pt x="49291" y="0"/>
                  </a:lnTo>
                  <a:lnTo>
                    <a:pt x="49291" y="1275614"/>
                  </a:lnTo>
                  <a:lnTo>
                    <a:pt x="0" y="1275614"/>
                  </a:lnTo>
                  <a:lnTo>
                    <a:pt x="98583" y="1700819"/>
                  </a:lnTo>
                  <a:lnTo>
                    <a:pt x="197167" y="1275614"/>
                  </a:lnTo>
                  <a:lnTo>
                    <a:pt x="147874" y="1275614"/>
                  </a:lnTo>
                  <a:lnTo>
                    <a:pt x="14787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2218770" y="1804527"/>
              <a:ext cx="197485" cy="1701164"/>
            </a:xfrm>
            <a:custGeom>
              <a:avLst/>
              <a:gdLst/>
              <a:ahLst/>
              <a:cxnLst/>
              <a:rect l="l" t="t" r="r" b="b"/>
              <a:pathLst>
                <a:path w="197485" h="1701164">
                  <a:moveTo>
                    <a:pt x="0" y="1275613"/>
                  </a:moveTo>
                  <a:lnTo>
                    <a:pt x="98583" y="1700818"/>
                  </a:lnTo>
                  <a:lnTo>
                    <a:pt x="197167" y="1275613"/>
                  </a:lnTo>
                  <a:lnTo>
                    <a:pt x="147875" y="1275613"/>
                  </a:lnTo>
                  <a:lnTo>
                    <a:pt x="147875" y="0"/>
                  </a:lnTo>
                  <a:lnTo>
                    <a:pt x="49291" y="0"/>
                  </a:lnTo>
                  <a:lnTo>
                    <a:pt x="49291" y="1275613"/>
                  </a:lnTo>
                  <a:lnTo>
                    <a:pt x="0" y="1275613"/>
                  </a:lnTo>
                  <a:close/>
                </a:path>
              </a:pathLst>
            </a:custGeom>
            <a:ln w="13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7" name="object 17"/>
          <p:cNvGrpSpPr/>
          <p:nvPr/>
        </p:nvGrpSpPr>
        <p:grpSpPr>
          <a:xfrm>
            <a:off x="2233407" y="2647276"/>
            <a:ext cx="1418590" cy="2381885"/>
            <a:chOff x="2233407" y="2647276"/>
            <a:chExt cx="1418590" cy="2381885"/>
          </a:xfrm>
        </p:grpSpPr>
        <p:sp>
          <p:nvSpPr>
            <p:cNvPr id="18" name="object 18"/>
            <p:cNvSpPr/>
            <p:nvPr/>
          </p:nvSpPr>
          <p:spPr>
            <a:xfrm>
              <a:off x="2238488" y="4407519"/>
              <a:ext cx="197485" cy="616585"/>
            </a:xfrm>
            <a:custGeom>
              <a:avLst/>
              <a:gdLst/>
              <a:ahLst/>
              <a:cxnLst/>
              <a:rect l="l" t="t" r="r" b="b"/>
              <a:pathLst>
                <a:path w="197485" h="616585">
                  <a:moveTo>
                    <a:pt x="147874" y="0"/>
                  </a:moveTo>
                  <a:lnTo>
                    <a:pt x="49291" y="0"/>
                  </a:lnTo>
                  <a:lnTo>
                    <a:pt x="49291" y="462179"/>
                  </a:lnTo>
                  <a:lnTo>
                    <a:pt x="0" y="462179"/>
                  </a:lnTo>
                  <a:lnTo>
                    <a:pt x="98583" y="616238"/>
                  </a:lnTo>
                  <a:lnTo>
                    <a:pt x="197167" y="462179"/>
                  </a:lnTo>
                  <a:lnTo>
                    <a:pt x="147874" y="462179"/>
                  </a:lnTo>
                  <a:lnTo>
                    <a:pt x="14787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2238487" y="4407519"/>
              <a:ext cx="197485" cy="616585"/>
            </a:xfrm>
            <a:custGeom>
              <a:avLst/>
              <a:gdLst/>
              <a:ahLst/>
              <a:cxnLst/>
              <a:rect l="l" t="t" r="r" b="b"/>
              <a:pathLst>
                <a:path w="197485" h="616585">
                  <a:moveTo>
                    <a:pt x="0" y="462179"/>
                  </a:moveTo>
                  <a:lnTo>
                    <a:pt x="98583" y="616239"/>
                  </a:lnTo>
                  <a:lnTo>
                    <a:pt x="197167" y="462179"/>
                  </a:lnTo>
                  <a:lnTo>
                    <a:pt x="147875" y="462179"/>
                  </a:lnTo>
                  <a:lnTo>
                    <a:pt x="147875" y="0"/>
                  </a:lnTo>
                  <a:lnTo>
                    <a:pt x="49291" y="0"/>
                  </a:lnTo>
                  <a:lnTo>
                    <a:pt x="49291" y="462179"/>
                  </a:lnTo>
                  <a:lnTo>
                    <a:pt x="0" y="462179"/>
                  </a:lnTo>
                  <a:close/>
                </a:path>
              </a:pathLst>
            </a:custGeom>
            <a:ln w="98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2323926" y="2677121"/>
              <a:ext cx="1298575" cy="1939289"/>
            </a:xfrm>
            <a:custGeom>
              <a:avLst/>
              <a:gdLst/>
              <a:ahLst/>
              <a:cxnLst/>
              <a:rect l="l" t="t" r="r" b="b"/>
              <a:pathLst>
                <a:path w="1298575" h="1939289">
                  <a:moveTo>
                    <a:pt x="0" y="1919377"/>
                  </a:moveTo>
                  <a:lnTo>
                    <a:pt x="1298019" y="1919377"/>
                  </a:lnTo>
                </a:path>
                <a:path w="1298575" h="1939289">
                  <a:moveTo>
                    <a:pt x="1271730" y="1939097"/>
                  </a:moveTo>
                  <a:lnTo>
                    <a:pt x="1271730" y="0"/>
                  </a:lnTo>
                </a:path>
              </a:pathLst>
            </a:custGeom>
            <a:ln w="591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/>
          <p:cNvSpPr txBox="1"/>
          <p:nvPr/>
        </p:nvSpPr>
        <p:spPr>
          <a:xfrm>
            <a:off x="2080540" y="1239348"/>
            <a:ext cx="469900" cy="5302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3300" spc="-25">
                <a:latin typeface="Times New Roman"/>
                <a:cs typeface="Times New Roman"/>
              </a:rPr>
              <a:t>P1</a:t>
            </a:r>
            <a:endParaRPr sz="33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080540" y="5056742"/>
            <a:ext cx="516890" cy="5302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3300" spc="-25">
                <a:solidFill>
                  <a:srgbClr val="B2B2B2"/>
                </a:solidFill>
                <a:latin typeface="Times New Roman"/>
                <a:cs typeface="Times New Roman"/>
              </a:rPr>
              <a:t>C1</a:t>
            </a:r>
            <a:endParaRPr sz="3300">
              <a:latin typeface="Times New Roman"/>
              <a:cs typeface="Times New Roman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3853853" y="2979584"/>
            <a:ext cx="726440" cy="1104265"/>
            <a:chOff x="3853853" y="2979584"/>
            <a:chExt cx="726440" cy="1104265"/>
          </a:xfrm>
        </p:grpSpPr>
        <p:sp>
          <p:nvSpPr>
            <p:cNvPr id="24" name="object 24"/>
            <p:cNvSpPr/>
            <p:nvPr/>
          </p:nvSpPr>
          <p:spPr>
            <a:xfrm>
              <a:off x="3958773" y="3880018"/>
              <a:ext cx="614680" cy="197485"/>
            </a:xfrm>
            <a:custGeom>
              <a:avLst/>
              <a:gdLst/>
              <a:ahLst/>
              <a:cxnLst/>
              <a:rect l="l" t="t" r="r" b="b"/>
              <a:pathLst>
                <a:path w="614679" h="197485">
                  <a:moveTo>
                    <a:pt x="460877" y="0"/>
                  </a:moveTo>
                  <a:lnTo>
                    <a:pt x="460877" y="49300"/>
                  </a:lnTo>
                  <a:lnTo>
                    <a:pt x="0" y="49300"/>
                  </a:lnTo>
                  <a:lnTo>
                    <a:pt x="0" y="147897"/>
                  </a:lnTo>
                  <a:lnTo>
                    <a:pt x="460877" y="147897"/>
                  </a:lnTo>
                  <a:lnTo>
                    <a:pt x="460877" y="197196"/>
                  </a:lnTo>
                  <a:lnTo>
                    <a:pt x="614504" y="98598"/>
                  </a:lnTo>
                  <a:lnTo>
                    <a:pt x="460877" y="0"/>
                  </a:lnTo>
                  <a:close/>
                </a:path>
              </a:pathLst>
            </a:custGeom>
            <a:solidFill>
              <a:srgbClr val="FF26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3958773" y="3880019"/>
              <a:ext cx="614680" cy="197485"/>
            </a:xfrm>
            <a:custGeom>
              <a:avLst/>
              <a:gdLst/>
              <a:ahLst/>
              <a:cxnLst/>
              <a:rect l="l" t="t" r="r" b="b"/>
              <a:pathLst>
                <a:path w="614679" h="197485">
                  <a:moveTo>
                    <a:pt x="460879" y="197196"/>
                  </a:moveTo>
                  <a:lnTo>
                    <a:pt x="614506" y="98598"/>
                  </a:lnTo>
                  <a:lnTo>
                    <a:pt x="460879" y="0"/>
                  </a:lnTo>
                  <a:lnTo>
                    <a:pt x="460879" y="49299"/>
                  </a:lnTo>
                  <a:lnTo>
                    <a:pt x="0" y="49299"/>
                  </a:lnTo>
                  <a:lnTo>
                    <a:pt x="0" y="147896"/>
                  </a:lnTo>
                  <a:lnTo>
                    <a:pt x="460879" y="147896"/>
                  </a:lnTo>
                  <a:lnTo>
                    <a:pt x="460879" y="197196"/>
                  </a:lnTo>
                  <a:close/>
                </a:path>
              </a:pathLst>
            </a:custGeom>
            <a:ln w="13146">
              <a:solidFill>
                <a:srgbClr val="FF26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3853853" y="2979584"/>
              <a:ext cx="402590" cy="860425"/>
            </a:xfrm>
            <a:custGeom>
              <a:avLst/>
              <a:gdLst/>
              <a:ahLst/>
              <a:cxnLst/>
              <a:rect l="l" t="t" r="r" b="b"/>
              <a:pathLst>
                <a:path w="402589" h="860425">
                  <a:moveTo>
                    <a:pt x="219576" y="860248"/>
                  </a:moveTo>
                  <a:lnTo>
                    <a:pt x="151076" y="796774"/>
                  </a:lnTo>
                  <a:lnTo>
                    <a:pt x="175473" y="778713"/>
                  </a:lnTo>
                  <a:lnTo>
                    <a:pt x="175473" y="757555"/>
                  </a:lnTo>
                  <a:lnTo>
                    <a:pt x="151076" y="738461"/>
                  </a:lnTo>
                  <a:lnTo>
                    <a:pt x="175473" y="721948"/>
                  </a:lnTo>
                  <a:lnTo>
                    <a:pt x="171720" y="715239"/>
                  </a:lnTo>
                  <a:lnTo>
                    <a:pt x="150607" y="700274"/>
                  </a:lnTo>
                  <a:lnTo>
                    <a:pt x="146853" y="652798"/>
                  </a:lnTo>
                  <a:lnTo>
                    <a:pt x="144038" y="648153"/>
                  </a:lnTo>
                  <a:lnTo>
                    <a:pt x="175942" y="620803"/>
                  </a:lnTo>
                  <a:lnTo>
                    <a:pt x="175942" y="597065"/>
                  </a:lnTo>
                  <a:lnTo>
                    <a:pt x="150607" y="569198"/>
                  </a:lnTo>
                  <a:lnTo>
                    <a:pt x="175473" y="544428"/>
                  </a:lnTo>
                  <a:lnTo>
                    <a:pt x="175473" y="519658"/>
                  </a:lnTo>
                  <a:lnTo>
                    <a:pt x="151076" y="487663"/>
                  </a:lnTo>
                  <a:lnTo>
                    <a:pt x="146384" y="435542"/>
                  </a:lnTo>
                  <a:lnTo>
                    <a:pt x="116825" y="435542"/>
                  </a:lnTo>
                  <a:lnTo>
                    <a:pt x="116825" y="365360"/>
                  </a:lnTo>
                  <a:lnTo>
                    <a:pt x="98997" y="365360"/>
                  </a:lnTo>
                  <a:lnTo>
                    <a:pt x="98997" y="303951"/>
                  </a:lnTo>
                  <a:lnTo>
                    <a:pt x="79291" y="303951"/>
                  </a:lnTo>
                  <a:lnTo>
                    <a:pt x="70377" y="274536"/>
                  </a:lnTo>
                  <a:lnTo>
                    <a:pt x="30496" y="274536"/>
                  </a:lnTo>
                  <a:lnTo>
                    <a:pt x="30496" y="248734"/>
                  </a:lnTo>
                  <a:lnTo>
                    <a:pt x="0" y="248734"/>
                  </a:lnTo>
                  <a:lnTo>
                    <a:pt x="0" y="127463"/>
                  </a:lnTo>
                  <a:lnTo>
                    <a:pt x="30027" y="127463"/>
                  </a:lnTo>
                  <a:lnTo>
                    <a:pt x="30027" y="109917"/>
                  </a:lnTo>
                  <a:lnTo>
                    <a:pt x="63808" y="109917"/>
                  </a:lnTo>
                  <a:lnTo>
                    <a:pt x="71784" y="102177"/>
                  </a:lnTo>
                  <a:lnTo>
                    <a:pt x="79760" y="82567"/>
                  </a:lnTo>
                  <a:lnTo>
                    <a:pt x="98997" y="82567"/>
                  </a:lnTo>
                  <a:lnTo>
                    <a:pt x="144507" y="0"/>
                  </a:lnTo>
                  <a:lnTo>
                    <a:pt x="266025" y="0"/>
                  </a:lnTo>
                  <a:lnTo>
                    <a:pt x="248078" y="25783"/>
                  </a:lnTo>
                  <a:lnTo>
                    <a:pt x="242932" y="33027"/>
                  </a:lnTo>
                  <a:lnTo>
                    <a:pt x="172189" y="33027"/>
                  </a:lnTo>
                  <a:lnTo>
                    <a:pt x="145445" y="85663"/>
                  </a:lnTo>
                  <a:lnTo>
                    <a:pt x="332596" y="85663"/>
                  </a:lnTo>
                  <a:lnTo>
                    <a:pt x="339686" y="110433"/>
                  </a:lnTo>
                  <a:lnTo>
                    <a:pt x="375813" y="110433"/>
                  </a:lnTo>
                  <a:lnTo>
                    <a:pt x="376220" y="127463"/>
                  </a:lnTo>
                  <a:lnTo>
                    <a:pt x="376282" y="130043"/>
                  </a:lnTo>
                  <a:lnTo>
                    <a:pt x="389888" y="130559"/>
                  </a:lnTo>
                  <a:lnTo>
                    <a:pt x="402556" y="130559"/>
                  </a:lnTo>
                  <a:lnTo>
                    <a:pt x="402556" y="250798"/>
                  </a:lnTo>
                  <a:lnTo>
                    <a:pt x="375813" y="251314"/>
                  </a:lnTo>
                  <a:lnTo>
                    <a:pt x="375382" y="274536"/>
                  </a:lnTo>
                  <a:lnTo>
                    <a:pt x="375344" y="276600"/>
                  </a:lnTo>
                  <a:lnTo>
                    <a:pt x="341093" y="276600"/>
                  </a:lnTo>
                  <a:lnTo>
                    <a:pt x="331241" y="306531"/>
                  </a:lnTo>
                  <a:lnTo>
                    <a:pt x="312473" y="307047"/>
                  </a:lnTo>
                  <a:lnTo>
                    <a:pt x="311125" y="365360"/>
                  </a:lnTo>
                  <a:lnTo>
                    <a:pt x="311066" y="367940"/>
                  </a:lnTo>
                  <a:lnTo>
                    <a:pt x="298398" y="367940"/>
                  </a:lnTo>
                  <a:lnTo>
                    <a:pt x="294175" y="377229"/>
                  </a:lnTo>
                  <a:lnTo>
                    <a:pt x="294175" y="438122"/>
                  </a:lnTo>
                  <a:lnTo>
                    <a:pt x="271655" y="438639"/>
                  </a:lnTo>
                  <a:lnTo>
                    <a:pt x="272660" y="700274"/>
                  </a:lnTo>
                  <a:lnTo>
                    <a:pt x="272743" y="721948"/>
                  </a:lnTo>
                  <a:lnTo>
                    <a:pt x="272807" y="738461"/>
                  </a:lnTo>
                  <a:lnTo>
                    <a:pt x="272880" y="757555"/>
                  </a:lnTo>
                  <a:lnTo>
                    <a:pt x="272961" y="778713"/>
                  </a:lnTo>
                  <a:lnTo>
                    <a:pt x="273062" y="805031"/>
                  </a:lnTo>
                  <a:lnTo>
                    <a:pt x="219576" y="860248"/>
                  </a:lnTo>
                  <a:close/>
                </a:path>
                <a:path w="402589" h="860425">
                  <a:moveTo>
                    <a:pt x="332596" y="85663"/>
                  </a:moveTo>
                  <a:lnTo>
                    <a:pt x="267432" y="85663"/>
                  </a:lnTo>
                  <a:lnTo>
                    <a:pt x="242566" y="33542"/>
                  </a:lnTo>
                  <a:lnTo>
                    <a:pt x="243035" y="33027"/>
                  </a:lnTo>
                  <a:lnTo>
                    <a:pt x="248078" y="25783"/>
                  </a:lnTo>
                  <a:lnTo>
                    <a:pt x="266025" y="515"/>
                  </a:lnTo>
                  <a:lnTo>
                    <a:pt x="308720" y="82051"/>
                  </a:lnTo>
                  <a:lnTo>
                    <a:pt x="331710" y="82567"/>
                  </a:lnTo>
                  <a:lnTo>
                    <a:pt x="332596" y="85663"/>
                  </a:lnTo>
                  <a:close/>
                </a:path>
              </a:pathLst>
            </a:custGeom>
            <a:solidFill>
              <a:srgbClr val="FF9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3863706" y="2984228"/>
              <a:ext cx="403225" cy="861060"/>
            </a:xfrm>
            <a:custGeom>
              <a:avLst/>
              <a:gdLst/>
              <a:ahLst/>
              <a:cxnLst/>
              <a:rect l="l" t="t" r="r" b="b"/>
              <a:pathLst>
                <a:path w="403225" h="861060">
                  <a:moveTo>
                    <a:pt x="219576" y="860764"/>
                  </a:moveTo>
                  <a:lnTo>
                    <a:pt x="151076" y="796774"/>
                  </a:lnTo>
                  <a:lnTo>
                    <a:pt x="175473" y="778713"/>
                  </a:lnTo>
                  <a:lnTo>
                    <a:pt x="175473" y="757555"/>
                  </a:lnTo>
                  <a:lnTo>
                    <a:pt x="151076" y="738461"/>
                  </a:lnTo>
                  <a:lnTo>
                    <a:pt x="175473" y="721948"/>
                  </a:lnTo>
                  <a:lnTo>
                    <a:pt x="171719" y="715239"/>
                  </a:lnTo>
                  <a:lnTo>
                    <a:pt x="150606" y="700274"/>
                  </a:lnTo>
                  <a:lnTo>
                    <a:pt x="146853" y="652798"/>
                  </a:lnTo>
                  <a:lnTo>
                    <a:pt x="144038" y="648670"/>
                  </a:lnTo>
                  <a:lnTo>
                    <a:pt x="175942" y="620803"/>
                  </a:lnTo>
                  <a:lnTo>
                    <a:pt x="175942" y="597065"/>
                  </a:lnTo>
                  <a:lnTo>
                    <a:pt x="150606" y="569198"/>
                  </a:lnTo>
                  <a:lnTo>
                    <a:pt x="175473" y="544428"/>
                  </a:lnTo>
                  <a:lnTo>
                    <a:pt x="175473" y="519658"/>
                  </a:lnTo>
                  <a:lnTo>
                    <a:pt x="151076" y="487663"/>
                  </a:lnTo>
                  <a:lnTo>
                    <a:pt x="146384" y="435542"/>
                  </a:lnTo>
                  <a:lnTo>
                    <a:pt x="116825" y="435542"/>
                  </a:lnTo>
                  <a:lnTo>
                    <a:pt x="116825" y="365360"/>
                  </a:lnTo>
                  <a:lnTo>
                    <a:pt x="99466" y="365360"/>
                  </a:lnTo>
                  <a:lnTo>
                    <a:pt x="99466" y="303951"/>
                  </a:lnTo>
                  <a:lnTo>
                    <a:pt x="79291" y="303951"/>
                  </a:lnTo>
                  <a:lnTo>
                    <a:pt x="70377" y="274536"/>
                  </a:lnTo>
                  <a:lnTo>
                    <a:pt x="30496" y="274536"/>
                  </a:lnTo>
                  <a:lnTo>
                    <a:pt x="30496" y="248734"/>
                  </a:lnTo>
                  <a:lnTo>
                    <a:pt x="0" y="248734"/>
                  </a:lnTo>
                  <a:lnTo>
                    <a:pt x="0" y="127463"/>
                  </a:lnTo>
                  <a:lnTo>
                    <a:pt x="30027" y="127463"/>
                  </a:lnTo>
                  <a:lnTo>
                    <a:pt x="30027" y="109917"/>
                  </a:lnTo>
                  <a:lnTo>
                    <a:pt x="63808" y="109917"/>
                  </a:lnTo>
                  <a:lnTo>
                    <a:pt x="71784" y="102177"/>
                  </a:lnTo>
                  <a:lnTo>
                    <a:pt x="79760" y="82567"/>
                  </a:lnTo>
                  <a:lnTo>
                    <a:pt x="99466" y="82567"/>
                  </a:lnTo>
                  <a:lnTo>
                    <a:pt x="144507" y="0"/>
                  </a:lnTo>
                  <a:lnTo>
                    <a:pt x="266025" y="0"/>
                  </a:lnTo>
                  <a:lnTo>
                    <a:pt x="243035" y="33027"/>
                  </a:lnTo>
                  <a:lnTo>
                    <a:pt x="172189" y="33027"/>
                  </a:lnTo>
                  <a:lnTo>
                    <a:pt x="145445" y="85663"/>
                  </a:lnTo>
                  <a:lnTo>
                    <a:pt x="332596" y="85663"/>
                  </a:lnTo>
                  <a:lnTo>
                    <a:pt x="339686" y="110433"/>
                  </a:lnTo>
                  <a:lnTo>
                    <a:pt x="375813" y="110433"/>
                  </a:lnTo>
                  <a:lnTo>
                    <a:pt x="376220" y="127463"/>
                  </a:lnTo>
                  <a:lnTo>
                    <a:pt x="376282" y="130043"/>
                  </a:lnTo>
                  <a:lnTo>
                    <a:pt x="389888" y="130559"/>
                  </a:lnTo>
                  <a:lnTo>
                    <a:pt x="403025" y="130559"/>
                  </a:lnTo>
                  <a:lnTo>
                    <a:pt x="403025" y="250798"/>
                  </a:lnTo>
                  <a:lnTo>
                    <a:pt x="375813" y="251314"/>
                  </a:lnTo>
                  <a:lnTo>
                    <a:pt x="375382" y="274536"/>
                  </a:lnTo>
                  <a:lnTo>
                    <a:pt x="375344" y="276600"/>
                  </a:lnTo>
                  <a:lnTo>
                    <a:pt x="341093" y="276600"/>
                  </a:lnTo>
                  <a:lnTo>
                    <a:pt x="331241" y="306531"/>
                  </a:lnTo>
                  <a:lnTo>
                    <a:pt x="312474" y="307047"/>
                  </a:lnTo>
                  <a:lnTo>
                    <a:pt x="311125" y="365360"/>
                  </a:lnTo>
                  <a:lnTo>
                    <a:pt x="311066" y="367940"/>
                  </a:lnTo>
                  <a:lnTo>
                    <a:pt x="298398" y="367940"/>
                  </a:lnTo>
                  <a:lnTo>
                    <a:pt x="295114" y="373101"/>
                  </a:lnTo>
                  <a:lnTo>
                    <a:pt x="295114" y="438639"/>
                  </a:lnTo>
                  <a:lnTo>
                    <a:pt x="271655" y="438639"/>
                  </a:lnTo>
                  <a:lnTo>
                    <a:pt x="272660" y="700274"/>
                  </a:lnTo>
                  <a:lnTo>
                    <a:pt x="272743" y="721948"/>
                  </a:lnTo>
                  <a:lnTo>
                    <a:pt x="272807" y="738461"/>
                  </a:lnTo>
                  <a:lnTo>
                    <a:pt x="272880" y="757555"/>
                  </a:lnTo>
                  <a:lnTo>
                    <a:pt x="272961" y="778713"/>
                  </a:lnTo>
                  <a:lnTo>
                    <a:pt x="273062" y="805031"/>
                  </a:lnTo>
                  <a:lnTo>
                    <a:pt x="219576" y="860764"/>
                  </a:lnTo>
                  <a:close/>
                </a:path>
                <a:path w="403225" h="861060">
                  <a:moveTo>
                    <a:pt x="332596" y="85663"/>
                  </a:moveTo>
                  <a:lnTo>
                    <a:pt x="267432" y="85663"/>
                  </a:lnTo>
                  <a:lnTo>
                    <a:pt x="242566" y="33543"/>
                  </a:lnTo>
                  <a:lnTo>
                    <a:pt x="266025" y="516"/>
                  </a:lnTo>
                  <a:lnTo>
                    <a:pt x="309189" y="82051"/>
                  </a:lnTo>
                  <a:lnTo>
                    <a:pt x="331710" y="82567"/>
                  </a:lnTo>
                  <a:lnTo>
                    <a:pt x="332596" y="85663"/>
                  </a:lnTo>
                  <a:close/>
                </a:path>
              </a:pathLst>
            </a:custGeom>
            <a:solidFill>
              <a:srgbClr val="BF7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3920008" y="3122528"/>
              <a:ext cx="285115" cy="99060"/>
            </a:xfrm>
            <a:custGeom>
              <a:avLst/>
              <a:gdLst/>
              <a:ahLst/>
              <a:cxnLst/>
              <a:rect l="l" t="t" r="r" b="b"/>
              <a:pathLst>
                <a:path w="285114" h="99060">
                  <a:moveTo>
                    <a:pt x="22990" y="98564"/>
                  </a:moveTo>
                  <a:lnTo>
                    <a:pt x="0" y="51088"/>
                  </a:lnTo>
                  <a:lnTo>
                    <a:pt x="24866" y="0"/>
                  </a:lnTo>
                  <a:lnTo>
                    <a:pt x="284792" y="0"/>
                  </a:lnTo>
                  <a:lnTo>
                    <a:pt x="282446" y="3612"/>
                  </a:lnTo>
                  <a:lnTo>
                    <a:pt x="27681" y="3612"/>
                  </a:lnTo>
                  <a:lnTo>
                    <a:pt x="4691" y="51088"/>
                  </a:lnTo>
                  <a:lnTo>
                    <a:pt x="27212" y="95468"/>
                  </a:lnTo>
                  <a:lnTo>
                    <a:pt x="22990" y="98564"/>
                  </a:lnTo>
                  <a:close/>
                </a:path>
              </a:pathLst>
            </a:custGeom>
            <a:solidFill>
              <a:srgbClr val="BF7F3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3895610" y="3087953"/>
              <a:ext cx="342265" cy="736600"/>
            </a:xfrm>
            <a:custGeom>
              <a:avLst/>
              <a:gdLst/>
              <a:ahLst/>
              <a:cxnLst/>
              <a:rect l="l" t="t" r="r" b="b"/>
              <a:pathLst>
                <a:path w="342264" h="736600">
                  <a:moveTo>
                    <a:pt x="165150" y="265252"/>
                  </a:moveTo>
                  <a:lnTo>
                    <a:pt x="156235" y="279704"/>
                  </a:lnTo>
                  <a:lnTo>
                    <a:pt x="157175" y="728141"/>
                  </a:lnTo>
                  <a:lnTo>
                    <a:pt x="164680" y="735368"/>
                  </a:lnTo>
                  <a:lnTo>
                    <a:pt x="165150" y="265252"/>
                  </a:lnTo>
                  <a:close/>
                </a:path>
                <a:path w="342264" h="736600">
                  <a:moveTo>
                    <a:pt x="213474" y="728662"/>
                  </a:moveTo>
                  <a:lnTo>
                    <a:pt x="212064" y="277634"/>
                  </a:lnTo>
                  <a:lnTo>
                    <a:pt x="205498" y="314794"/>
                  </a:lnTo>
                  <a:lnTo>
                    <a:pt x="206438" y="736409"/>
                  </a:lnTo>
                  <a:lnTo>
                    <a:pt x="213474" y="728662"/>
                  </a:lnTo>
                  <a:close/>
                </a:path>
                <a:path w="342264" h="736600">
                  <a:moveTo>
                    <a:pt x="300736" y="0"/>
                  </a:moveTo>
                  <a:lnTo>
                    <a:pt x="33769" y="0"/>
                  </a:lnTo>
                  <a:lnTo>
                    <a:pt x="33769" y="5168"/>
                  </a:lnTo>
                  <a:lnTo>
                    <a:pt x="300736" y="5168"/>
                  </a:lnTo>
                  <a:lnTo>
                    <a:pt x="300736" y="0"/>
                  </a:lnTo>
                  <a:close/>
                </a:path>
                <a:path w="342264" h="736600">
                  <a:moveTo>
                    <a:pt x="331698" y="81026"/>
                  </a:moveTo>
                  <a:lnTo>
                    <a:pt x="308711" y="34061"/>
                  </a:lnTo>
                  <a:lnTo>
                    <a:pt x="304495" y="37160"/>
                  </a:lnTo>
                  <a:lnTo>
                    <a:pt x="327012" y="81026"/>
                  </a:lnTo>
                  <a:lnTo>
                    <a:pt x="304025" y="129019"/>
                  </a:lnTo>
                  <a:lnTo>
                    <a:pt x="49263" y="129019"/>
                  </a:lnTo>
                  <a:lnTo>
                    <a:pt x="46913" y="132626"/>
                  </a:lnTo>
                  <a:lnTo>
                    <a:pt x="306832" y="132626"/>
                  </a:lnTo>
                  <a:lnTo>
                    <a:pt x="331698" y="81026"/>
                  </a:lnTo>
                  <a:close/>
                </a:path>
                <a:path w="342264" h="736600">
                  <a:moveTo>
                    <a:pt x="342023" y="19621"/>
                  </a:moveTo>
                  <a:lnTo>
                    <a:pt x="0" y="19621"/>
                  </a:lnTo>
                  <a:lnTo>
                    <a:pt x="0" y="24257"/>
                  </a:lnTo>
                  <a:lnTo>
                    <a:pt x="342023" y="24257"/>
                  </a:lnTo>
                  <a:lnTo>
                    <a:pt x="342023" y="19621"/>
                  </a:lnTo>
                  <a:close/>
                </a:path>
              </a:pathLst>
            </a:custGeom>
            <a:solidFill>
              <a:srgbClr val="FF9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3895140" y="3234003"/>
              <a:ext cx="344170" cy="610235"/>
            </a:xfrm>
            <a:custGeom>
              <a:avLst/>
              <a:gdLst/>
              <a:ahLst/>
              <a:cxnLst/>
              <a:rect l="l" t="t" r="r" b="b"/>
              <a:pathLst>
                <a:path w="344170" h="610235">
                  <a:moveTo>
                    <a:pt x="212534" y="132626"/>
                  </a:moveTo>
                  <a:lnTo>
                    <a:pt x="186258" y="182676"/>
                  </a:lnTo>
                  <a:lnTo>
                    <a:pt x="188137" y="609968"/>
                  </a:lnTo>
                  <a:lnTo>
                    <a:pt x="196113" y="601192"/>
                  </a:lnTo>
                  <a:lnTo>
                    <a:pt x="196113" y="190423"/>
                  </a:lnTo>
                  <a:lnTo>
                    <a:pt x="206438" y="163588"/>
                  </a:lnTo>
                  <a:lnTo>
                    <a:pt x="212534" y="132626"/>
                  </a:lnTo>
                  <a:close/>
                </a:path>
                <a:path w="344170" h="610235">
                  <a:moveTo>
                    <a:pt x="280568" y="56756"/>
                  </a:moveTo>
                  <a:lnTo>
                    <a:pt x="70370" y="56756"/>
                  </a:lnTo>
                  <a:lnTo>
                    <a:pt x="70370" y="67081"/>
                  </a:lnTo>
                  <a:lnTo>
                    <a:pt x="280568" y="67081"/>
                  </a:lnTo>
                  <a:lnTo>
                    <a:pt x="280568" y="56756"/>
                  </a:lnTo>
                  <a:close/>
                </a:path>
                <a:path w="344170" h="610235">
                  <a:moveTo>
                    <a:pt x="343903" y="0"/>
                  </a:moveTo>
                  <a:lnTo>
                    <a:pt x="0" y="0"/>
                  </a:lnTo>
                  <a:lnTo>
                    <a:pt x="0" y="11353"/>
                  </a:lnTo>
                  <a:lnTo>
                    <a:pt x="343903" y="11353"/>
                  </a:lnTo>
                  <a:lnTo>
                    <a:pt x="343903" y="0"/>
                  </a:lnTo>
                  <a:close/>
                </a:path>
              </a:pathLst>
            </a:custGeom>
            <a:solidFill>
              <a:srgbClr val="BF7F3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1" name="object 3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980532" y="3349073"/>
              <a:ext cx="183449" cy="71730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3934552" y="3257732"/>
              <a:ext cx="271780" cy="10160"/>
            </a:xfrm>
            <a:custGeom>
              <a:avLst/>
              <a:gdLst/>
              <a:ahLst/>
              <a:cxnLst/>
              <a:rect l="l" t="t" r="r" b="b"/>
              <a:pathLst>
                <a:path w="271779" h="10160">
                  <a:moveTo>
                    <a:pt x="2345" y="9804"/>
                  </a:moveTo>
                  <a:lnTo>
                    <a:pt x="0" y="515"/>
                  </a:lnTo>
                  <a:lnTo>
                    <a:pt x="271186" y="0"/>
                  </a:lnTo>
                  <a:lnTo>
                    <a:pt x="268371" y="9288"/>
                  </a:lnTo>
                  <a:lnTo>
                    <a:pt x="2345" y="9804"/>
                  </a:lnTo>
                  <a:close/>
                </a:path>
              </a:pathLst>
            </a:custGeom>
            <a:solidFill>
              <a:srgbClr val="BF7F3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3" name="object 33"/>
          <p:cNvSpPr txBox="1"/>
          <p:nvPr/>
        </p:nvSpPr>
        <p:spPr>
          <a:xfrm>
            <a:off x="4627500" y="3610516"/>
            <a:ext cx="1337945" cy="736600"/>
          </a:xfrm>
          <a:prstGeom prst="rect">
            <a:avLst/>
          </a:prstGeom>
          <a:ln w="9859">
            <a:solidFill>
              <a:srgbClr val="000000"/>
            </a:solidFill>
          </a:ln>
        </p:spPr>
        <p:txBody>
          <a:bodyPr wrap="square" lIns="0" tIns="45720" rIns="0" bIns="0" rtlCol="0" vert="horz">
            <a:spAutoFit/>
          </a:bodyPr>
          <a:lstStyle/>
          <a:p>
            <a:pPr marL="94615">
              <a:lnSpc>
                <a:spcPct val="100000"/>
              </a:lnSpc>
              <a:spcBef>
                <a:spcPts val="360"/>
              </a:spcBef>
            </a:pPr>
            <a:r>
              <a:rPr dirty="0" sz="4150" spc="-25" b="1">
                <a:latin typeface="Times New Roman"/>
                <a:cs typeface="Times New Roman"/>
              </a:rPr>
              <a:t>AES</a:t>
            </a:r>
            <a:endParaRPr sz="4150">
              <a:latin typeface="Times New Roman"/>
              <a:cs typeface="Times New Roman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3579952" y="1797860"/>
            <a:ext cx="3051175" cy="3232785"/>
            <a:chOff x="3579952" y="1797860"/>
            <a:chExt cx="3051175" cy="3232785"/>
          </a:xfrm>
        </p:grpSpPr>
        <p:sp>
          <p:nvSpPr>
            <p:cNvPr id="35" name="object 35"/>
            <p:cNvSpPr/>
            <p:nvPr/>
          </p:nvSpPr>
          <p:spPr>
            <a:xfrm>
              <a:off x="5054696" y="2460204"/>
              <a:ext cx="471805" cy="473709"/>
            </a:xfrm>
            <a:custGeom>
              <a:avLst/>
              <a:gdLst/>
              <a:ahLst/>
              <a:cxnLst/>
              <a:rect l="l" t="t" r="r" b="b"/>
              <a:pathLst>
                <a:path w="471804" h="473710">
                  <a:moveTo>
                    <a:pt x="0" y="236635"/>
                  </a:moveTo>
                  <a:lnTo>
                    <a:pt x="4790" y="188945"/>
                  </a:lnTo>
                  <a:lnTo>
                    <a:pt x="18528" y="144526"/>
                  </a:lnTo>
                  <a:lnTo>
                    <a:pt x="40267" y="104330"/>
                  </a:lnTo>
                  <a:lnTo>
                    <a:pt x="69058" y="69309"/>
                  </a:lnTo>
                  <a:lnTo>
                    <a:pt x="103953" y="40413"/>
                  </a:lnTo>
                  <a:lnTo>
                    <a:pt x="144004" y="18596"/>
                  </a:lnTo>
                  <a:lnTo>
                    <a:pt x="188262" y="4807"/>
                  </a:lnTo>
                  <a:lnTo>
                    <a:pt x="235780" y="0"/>
                  </a:lnTo>
                  <a:lnTo>
                    <a:pt x="283298" y="4807"/>
                  </a:lnTo>
                  <a:lnTo>
                    <a:pt x="327556" y="18596"/>
                  </a:lnTo>
                  <a:lnTo>
                    <a:pt x="367607" y="40413"/>
                  </a:lnTo>
                  <a:lnTo>
                    <a:pt x="402501" y="69309"/>
                  </a:lnTo>
                  <a:lnTo>
                    <a:pt x="431292" y="104330"/>
                  </a:lnTo>
                  <a:lnTo>
                    <a:pt x="453031" y="144526"/>
                  </a:lnTo>
                  <a:lnTo>
                    <a:pt x="466770" y="188945"/>
                  </a:lnTo>
                  <a:lnTo>
                    <a:pt x="471560" y="236635"/>
                  </a:lnTo>
                  <a:lnTo>
                    <a:pt x="466770" y="284325"/>
                  </a:lnTo>
                  <a:lnTo>
                    <a:pt x="453031" y="328744"/>
                  </a:lnTo>
                  <a:lnTo>
                    <a:pt x="431292" y="368940"/>
                  </a:lnTo>
                  <a:lnTo>
                    <a:pt x="402501" y="403962"/>
                  </a:lnTo>
                  <a:lnTo>
                    <a:pt x="367607" y="432857"/>
                  </a:lnTo>
                  <a:lnTo>
                    <a:pt x="327556" y="454675"/>
                  </a:lnTo>
                  <a:lnTo>
                    <a:pt x="283298" y="468463"/>
                  </a:lnTo>
                  <a:lnTo>
                    <a:pt x="235780" y="473271"/>
                  </a:lnTo>
                  <a:lnTo>
                    <a:pt x="188262" y="468463"/>
                  </a:lnTo>
                  <a:lnTo>
                    <a:pt x="144004" y="454675"/>
                  </a:lnTo>
                  <a:lnTo>
                    <a:pt x="103953" y="432857"/>
                  </a:lnTo>
                  <a:lnTo>
                    <a:pt x="69058" y="403962"/>
                  </a:lnTo>
                  <a:lnTo>
                    <a:pt x="40267" y="368940"/>
                  </a:lnTo>
                  <a:lnTo>
                    <a:pt x="18528" y="328744"/>
                  </a:lnTo>
                  <a:lnTo>
                    <a:pt x="4790" y="284325"/>
                  </a:lnTo>
                  <a:lnTo>
                    <a:pt x="0" y="236635"/>
                  </a:lnTo>
                  <a:close/>
                </a:path>
              </a:pathLst>
            </a:custGeom>
            <a:ln w="2957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5054696" y="2460204"/>
              <a:ext cx="471805" cy="473709"/>
            </a:xfrm>
            <a:custGeom>
              <a:avLst/>
              <a:gdLst/>
              <a:ahLst/>
              <a:cxnLst/>
              <a:rect l="l" t="t" r="r" b="b"/>
              <a:pathLst>
                <a:path w="471804" h="473710">
                  <a:moveTo>
                    <a:pt x="0" y="236635"/>
                  </a:moveTo>
                  <a:lnTo>
                    <a:pt x="471559" y="236635"/>
                  </a:lnTo>
                </a:path>
                <a:path w="471804" h="473710">
                  <a:moveTo>
                    <a:pt x="234958" y="473271"/>
                  </a:moveTo>
                  <a:lnTo>
                    <a:pt x="234958" y="0"/>
                  </a:lnTo>
                </a:path>
              </a:pathLst>
            </a:custGeom>
            <a:ln w="98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5199285" y="2981133"/>
              <a:ext cx="195580" cy="616585"/>
            </a:xfrm>
            <a:custGeom>
              <a:avLst/>
              <a:gdLst/>
              <a:ahLst/>
              <a:cxnLst/>
              <a:rect l="l" t="t" r="r" b="b"/>
              <a:pathLst>
                <a:path w="195579" h="616585">
                  <a:moveTo>
                    <a:pt x="146644" y="0"/>
                  </a:moveTo>
                  <a:lnTo>
                    <a:pt x="48881" y="0"/>
                  </a:lnTo>
                  <a:lnTo>
                    <a:pt x="48881" y="462178"/>
                  </a:lnTo>
                  <a:lnTo>
                    <a:pt x="0" y="462178"/>
                  </a:lnTo>
                  <a:lnTo>
                    <a:pt x="97763" y="616238"/>
                  </a:lnTo>
                  <a:lnTo>
                    <a:pt x="195525" y="462178"/>
                  </a:lnTo>
                  <a:lnTo>
                    <a:pt x="146644" y="462178"/>
                  </a:lnTo>
                  <a:lnTo>
                    <a:pt x="14664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5199286" y="2981132"/>
              <a:ext cx="195580" cy="616585"/>
            </a:xfrm>
            <a:custGeom>
              <a:avLst/>
              <a:gdLst/>
              <a:ahLst/>
              <a:cxnLst/>
              <a:rect l="l" t="t" r="r" b="b"/>
              <a:pathLst>
                <a:path w="195579" h="616585">
                  <a:moveTo>
                    <a:pt x="0" y="462178"/>
                  </a:moveTo>
                  <a:lnTo>
                    <a:pt x="97761" y="616239"/>
                  </a:lnTo>
                  <a:lnTo>
                    <a:pt x="195523" y="462178"/>
                  </a:lnTo>
                  <a:lnTo>
                    <a:pt x="146642" y="462178"/>
                  </a:lnTo>
                  <a:lnTo>
                    <a:pt x="146642" y="0"/>
                  </a:lnTo>
                  <a:lnTo>
                    <a:pt x="48879" y="0"/>
                  </a:lnTo>
                  <a:lnTo>
                    <a:pt x="48879" y="462178"/>
                  </a:lnTo>
                  <a:lnTo>
                    <a:pt x="0" y="462178"/>
                  </a:lnTo>
                  <a:close/>
                </a:path>
              </a:pathLst>
            </a:custGeom>
            <a:ln w="13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5199285" y="1804527"/>
              <a:ext cx="195580" cy="616585"/>
            </a:xfrm>
            <a:custGeom>
              <a:avLst/>
              <a:gdLst/>
              <a:ahLst/>
              <a:cxnLst/>
              <a:rect l="l" t="t" r="r" b="b"/>
              <a:pathLst>
                <a:path w="195579" h="616585">
                  <a:moveTo>
                    <a:pt x="146644" y="0"/>
                  </a:moveTo>
                  <a:lnTo>
                    <a:pt x="48881" y="0"/>
                  </a:lnTo>
                  <a:lnTo>
                    <a:pt x="48881" y="462178"/>
                  </a:lnTo>
                  <a:lnTo>
                    <a:pt x="0" y="462178"/>
                  </a:lnTo>
                  <a:lnTo>
                    <a:pt x="97763" y="616239"/>
                  </a:lnTo>
                  <a:lnTo>
                    <a:pt x="195525" y="462178"/>
                  </a:lnTo>
                  <a:lnTo>
                    <a:pt x="146644" y="462178"/>
                  </a:lnTo>
                  <a:lnTo>
                    <a:pt x="14664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5199286" y="1804527"/>
              <a:ext cx="195580" cy="616585"/>
            </a:xfrm>
            <a:custGeom>
              <a:avLst/>
              <a:gdLst/>
              <a:ahLst/>
              <a:cxnLst/>
              <a:rect l="l" t="t" r="r" b="b"/>
              <a:pathLst>
                <a:path w="195579" h="616585">
                  <a:moveTo>
                    <a:pt x="0" y="462178"/>
                  </a:moveTo>
                  <a:lnTo>
                    <a:pt x="97761" y="616239"/>
                  </a:lnTo>
                  <a:lnTo>
                    <a:pt x="195523" y="462178"/>
                  </a:lnTo>
                  <a:lnTo>
                    <a:pt x="146642" y="462178"/>
                  </a:lnTo>
                  <a:lnTo>
                    <a:pt x="146642" y="0"/>
                  </a:lnTo>
                  <a:lnTo>
                    <a:pt x="48879" y="0"/>
                  </a:lnTo>
                  <a:lnTo>
                    <a:pt x="48879" y="462178"/>
                  </a:lnTo>
                  <a:lnTo>
                    <a:pt x="0" y="462178"/>
                  </a:lnTo>
                  <a:close/>
                </a:path>
              </a:pathLst>
            </a:custGeom>
            <a:ln w="13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3586619" y="2625357"/>
              <a:ext cx="1421765" cy="187960"/>
            </a:xfrm>
            <a:custGeom>
              <a:avLst/>
              <a:gdLst/>
              <a:ahLst/>
              <a:cxnLst/>
              <a:rect l="l" t="t" r="r" b="b"/>
              <a:pathLst>
                <a:path w="1421764" h="187960">
                  <a:moveTo>
                    <a:pt x="1065937" y="0"/>
                  </a:moveTo>
                  <a:lnTo>
                    <a:pt x="1065937" y="46833"/>
                  </a:lnTo>
                  <a:lnTo>
                    <a:pt x="0" y="46833"/>
                  </a:lnTo>
                  <a:lnTo>
                    <a:pt x="0" y="140502"/>
                  </a:lnTo>
                  <a:lnTo>
                    <a:pt x="1065937" y="140502"/>
                  </a:lnTo>
                  <a:lnTo>
                    <a:pt x="1065937" y="187336"/>
                  </a:lnTo>
                  <a:lnTo>
                    <a:pt x="1421249" y="93667"/>
                  </a:lnTo>
                  <a:lnTo>
                    <a:pt x="106593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3586620" y="2625358"/>
              <a:ext cx="1421765" cy="187960"/>
            </a:xfrm>
            <a:custGeom>
              <a:avLst/>
              <a:gdLst/>
              <a:ahLst/>
              <a:cxnLst/>
              <a:rect l="l" t="t" r="r" b="b"/>
              <a:pathLst>
                <a:path w="1421764" h="187960">
                  <a:moveTo>
                    <a:pt x="1065936" y="187336"/>
                  </a:moveTo>
                  <a:lnTo>
                    <a:pt x="1421249" y="93667"/>
                  </a:lnTo>
                  <a:lnTo>
                    <a:pt x="1065936" y="0"/>
                  </a:lnTo>
                  <a:lnTo>
                    <a:pt x="1065936" y="46834"/>
                  </a:lnTo>
                  <a:lnTo>
                    <a:pt x="0" y="46834"/>
                  </a:lnTo>
                  <a:lnTo>
                    <a:pt x="0" y="140502"/>
                  </a:lnTo>
                  <a:lnTo>
                    <a:pt x="1065936" y="140502"/>
                  </a:lnTo>
                  <a:lnTo>
                    <a:pt x="1065936" y="187336"/>
                  </a:lnTo>
                  <a:close/>
                </a:path>
              </a:pathLst>
            </a:custGeom>
            <a:ln w="131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5219002" y="4407519"/>
              <a:ext cx="195580" cy="616585"/>
            </a:xfrm>
            <a:custGeom>
              <a:avLst/>
              <a:gdLst/>
              <a:ahLst/>
              <a:cxnLst/>
              <a:rect l="l" t="t" r="r" b="b"/>
              <a:pathLst>
                <a:path w="195579" h="616585">
                  <a:moveTo>
                    <a:pt x="146644" y="0"/>
                  </a:moveTo>
                  <a:lnTo>
                    <a:pt x="48881" y="0"/>
                  </a:lnTo>
                  <a:lnTo>
                    <a:pt x="48881" y="462178"/>
                  </a:lnTo>
                  <a:lnTo>
                    <a:pt x="0" y="462178"/>
                  </a:lnTo>
                  <a:lnTo>
                    <a:pt x="97763" y="616238"/>
                  </a:lnTo>
                  <a:lnTo>
                    <a:pt x="195525" y="462178"/>
                  </a:lnTo>
                  <a:lnTo>
                    <a:pt x="146644" y="462178"/>
                  </a:lnTo>
                  <a:lnTo>
                    <a:pt x="14664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/>
            <p:cNvSpPr/>
            <p:nvPr/>
          </p:nvSpPr>
          <p:spPr>
            <a:xfrm>
              <a:off x="5219002" y="4407519"/>
              <a:ext cx="195580" cy="616585"/>
            </a:xfrm>
            <a:custGeom>
              <a:avLst/>
              <a:gdLst/>
              <a:ahLst/>
              <a:cxnLst/>
              <a:rect l="l" t="t" r="r" b="b"/>
              <a:pathLst>
                <a:path w="195579" h="616585">
                  <a:moveTo>
                    <a:pt x="0" y="462178"/>
                  </a:moveTo>
                  <a:lnTo>
                    <a:pt x="97762" y="616239"/>
                  </a:lnTo>
                  <a:lnTo>
                    <a:pt x="195524" y="462178"/>
                  </a:lnTo>
                  <a:lnTo>
                    <a:pt x="146643" y="462178"/>
                  </a:lnTo>
                  <a:lnTo>
                    <a:pt x="146643" y="0"/>
                  </a:lnTo>
                  <a:lnTo>
                    <a:pt x="48880" y="0"/>
                  </a:lnTo>
                  <a:lnTo>
                    <a:pt x="48880" y="462178"/>
                  </a:lnTo>
                  <a:lnTo>
                    <a:pt x="0" y="462178"/>
                  </a:lnTo>
                  <a:close/>
                </a:path>
              </a:pathLst>
            </a:custGeom>
            <a:ln w="13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/>
            <p:cNvSpPr/>
            <p:nvPr/>
          </p:nvSpPr>
          <p:spPr>
            <a:xfrm>
              <a:off x="5302799" y="2677120"/>
              <a:ext cx="1298575" cy="1939289"/>
            </a:xfrm>
            <a:custGeom>
              <a:avLst/>
              <a:gdLst/>
              <a:ahLst/>
              <a:cxnLst/>
              <a:rect l="l" t="t" r="r" b="b"/>
              <a:pathLst>
                <a:path w="1298575" h="1939289">
                  <a:moveTo>
                    <a:pt x="0" y="1919377"/>
                  </a:moveTo>
                  <a:lnTo>
                    <a:pt x="1298019" y="1919377"/>
                  </a:lnTo>
                </a:path>
                <a:path w="1298575" h="1939289">
                  <a:moveTo>
                    <a:pt x="1273372" y="1939097"/>
                  </a:moveTo>
                  <a:lnTo>
                    <a:pt x="1273372" y="0"/>
                  </a:lnTo>
                </a:path>
              </a:pathLst>
            </a:custGeom>
            <a:ln w="591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6" name="object 46"/>
          <p:cNvGrpSpPr/>
          <p:nvPr/>
        </p:nvGrpSpPr>
        <p:grpSpPr>
          <a:xfrm>
            <a:off x="6931309" y="2979584"/>
            <a:ext cx="629285" cy="1104265"/>
            <a:chOff x="6931309" y="2979584"/>
            <a:chExt cx="629285" cy="1104265"/>
          </a:xfrm>
        </p:grpSpPr>
        <p:sp>
          <p:nvSpPr>
            <p:cNvPr id="47" name="object 47"/>
            <p:cNvSpPr/>
            <p:nvPr/>
          </p:nvSpPr>
          <p:spPr>
            <a:xfrm>
              <a:off x="6939289" y="3880018"/>
              <a:ext cx="614680" cy="197485"/>
            </a:xfrm>
            <a:custGeom>
              <a:avLst/>
              <a:gdLst/>
              <a:ahLst/>
              <a:cxnLst/>
              <a:rect l="l" t="t" r="r" b="b"/>
              <a:pathLst>
                <a:path w="614679" h="197485">
                  <a:moveTo>
                    <a:pt x="460877" y="0"/>
                  </a:moveTo>
                  <a:lnTo>
                    <a:pt x="460877" y="49300"/>
                  </a:lnTo>
                  <a:lnTo>
                    <a:pt x="0" y="49300"/>
                  </a:lnTo>
                  <a:lnTo>
                    <a:pt x="0" y="147897"/>
                  </a:lnTo>
                  <a:lnTo>
                    <a:pt x="460877" y="147897"/>
                  </a:lnTo>
                  <a:lnTo>
                    <a:pt x="460877" y="197196"/>
                  </a:lnTo>
                  <a:lnTo>
                    <a:pt x="614506" y="98598"/>
                  </a:lnTo>
                  <a:lnTo>
                    <a:pt x="460877" y="0"/>
                  </a:lnTo>
                  <a:close/>
                </a:path>
              </a:pathLst>
            </a:custGeom>
            <a:solidFill>
              <a:srgbClr val="FF26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/>
            <p:cNvSpPr/>
            <p:nvPr/>
          </p:nvSpPr>
          <p:spPr>
            <a:xfrm>
              <a:off x="6939289" y="3880019"/>
              <a:ext cx="614680" cy="197485"/>
            </a:xfrm>
            <a:custGeom>
              <a:avLst/>
              <a:gdLst/>
              <a:ahLst/>
              <a:cxnLst/>
              <a:rect l="l" t="t" r="r" b="b"/>
              <a:pathLst>
                <a:path w="614679" h="197485">
                  <a:moveTo>
                    <a:pt x="460877" y="197196"/>
                  </a:moveTo>
                  <a:lnTo>
                    <a:pt x="614505" y="98598"/>
                  </a:lnTo>
                  <a:lnTo>
                    <a:pt x="460877" y="0"/>
                  </a:lnTo>
                  <a:lnTo>
                    <a:pt x="460877" y="49299"/>
                  </a:lnTo>
                  <a:lnTo>
                    <a:pt x="0" y="49299"/>
                  </a:lnTo>
                  <a:lnTo>
                    <a:pt x="0" y="147896"/>
                  </a:lnTo>
                  <a:lnTo>
                    <a:pt x="460877" y="147896"/>
                  </a:lnTo>
                  <a:lnTo>
                    <a:pt x="460877" y="197196"/>
                  </a:lnTo>
                  <a:close/>
                </a:path>
              </a:pathLst>
            </a:custGeom>
            <a:ln w="13146">
              <a:solidFill>
                <a:srgbClr val="FF26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/>
            <p:cNvSpPr/>
            <p:nvPr/>
          </p:nvSpPr>
          <p:spPr>
            <a:xfrm>
              <a:off x="6931309" y="2979584"/>
              <a:ext cx="402590" cy="860425"/>
            </a:xfrm>
            <a:custGeom>
              <a:avLst/>
              <a:gdLst/>
              <a:ahLst/>
              <a:cxnLst/>
              <a:rect l="l" t="t" r="r" b="b"/>
              <a:pathLst>
                <a:path w="402590" h="860425">
                  <a:moveTo>
                    <a:pt x="219575" y="860248"/>
                  </a:moveTo>
                  <a:lnTo>
                    <a:pt x="151075" y="796774"/>
                  </a:lnTo>
                  <a:lnTo>
                    <a:pt x="175472" y="778713"/>
                  </a:lnTo>
                  <a:lnTo>
                    <a:pt x="175472" y="757555"/>
                  </a:lnTo>
                  <a:lnTo>
                    <a:pt x="151075" y="738461"/>
                  </a:lnTo>
                  <a:lnTo>
                    <a:pt x="175472" y="721948"/>
                  </a:lnTo>
                  <a:lnTo>
                    <a:pt x="171718" y="715239"/>
                  </a:lnTo>
                  <a:lnTo>
                    <a:pt x="150606" y="700274"/>
                  </a:lnTo>
                  <a:lnTo>
                    <a:pt x="146853" y="652798"/>
                  </a:lnTo>
                  <a:lnTo>
                    <a:pt x="144037" y="648153"/>
                  </a:lnTo>
                  <a:lnTo>
                    <a:pt x="175941" y="620803"/>
                  </a:lnTo>
                  <a:lnTo>
                    <a:pt x="175941" y="597065"/>
                  </a:lnTo>
                  <a:lnTo>
                    <a:pt x="150606" y="569198"/>
                  </a:lnTo>
                  <a:lnTo>
                    <a:pt x="175472" y="544428"/>
                  </a:lnTo>
                  <a:lnTo>
                    <a:pt x="175472" y="519658"/>
                  </a:lnTo>
                  <a:lnTo>
                    <a:pt x="151075" y="487663"/>
                  </a:lnTo>
                  <a:lnTo>
                    <a:pt x="146383" y="435542"/>
                  </a:lnTo>
                  <a:lnTo>
                    <a:pt x="116825" y="435542"/>
                  </a:lnTo>
                  <a:lnTo>
                    <a:pt x="116825" y="365360"/>
                  </a:lnTo>
                  <a:lnTo>
                    <a:pt x="98996" y="365360"/>
                  </a:lnTo>
                  <a:lnTo>
                    <a:pt x="98996" y="303951"/>
                  </a:lnTo>
                  <a:lnTo>
                    <a:pt x="79291" y="303951"/>
                  </a:lnTo>
                  <a:lnTo>
                    <a:pt x="70377" y="274536"/>
                  </a:lnTo>
                  <a:lnTo>
                    <a:pt x="30496" y="274536"/>
                  </a:lnTo>
                  <a:lnTo>
                    <a:pt x="30496" y="248734"/>
                  </a:lnTo>
                  <a:lnTo>
                    <a:pt x="0" y="248734"/>
                  </a:lnTo>
                  <a:lnTo>
                    <a:pt x="0" y="127463"/>
                  </a:lnTo>
                  <a:lnTo>
                    <a:pt x="30027" y="127463"/>
                  </a:lnTo>
                  <a:lnTo>
                    <a:pt x="30027" y="109917"/>
                  </a:lnTo>
                  <a:lnTo>
                    <a:pt x="63808" y="109917"/>
                  </a:lnTo>
                  <a:lnTo>
                    <a:pt x="71783" y="102177"/>
                  </a:lnTo>
                  <a:lnTo>
                    <a:pt x="79760" y="82567"/>
                  </a:lnTo>
                  <a:lnTo>
                    <a:pt x="98996" y="82567"/>
                  </a:lnTo>
                  <a:lnTo>
                    <a:pt x="144506" y="0"/>
                  </a:lnTo>
                  <a:lnTo>
                    <a:pt x="266024" y="0"/>
                  </a:lnTo>
                  <a:lnTo>
                    <a:pt x="243034" y="33027"/>
                  </a:lnTo>
                  <a:lnTo>
                    <a:pt x="172188" y="33027"/>
                  </a:lnTo>
                  <a:lnTo>
                    <a:pt x="145445" y="85663"/>
                  </a:lnTo>
                  <a:lnTo>
                    <a:pt x="332595" y="85663"/>
                  </a:lnTo>
                  <a:lnTo>
                    <a:pt x="339685" y="110433"/>
                  </a:lnTo>
                  <a:lnTo>
                    <a:pt x="375811" y="110433"/>
                  </a:lnTo>
                  <a:lnTo>
                    <a:pt x="376219" y="127463"/>
                  </a:lnTo>
                  <a:lnTo>
                    <a:pt x="376280" y="130043"/>
                  </a:lnTo>
                  <a:lnTo>
                    <a:pt x="389886" y="130559"/>
                  </a:lnTo>
                  <a:lnTo>
                    <a:pt x="402555" y="130559"/>
                  </a:lnTo>
                  <a:lnTo>
                    <a:pt x="402555" y="250798"/>
                  </a:lnTo>
                  <a:lnTo>
                    <a:pt x="375811" y="251314"/>
                  </a:lnTo>
                  <a:lnTo>
                    <a:pt x="375381" y="274536"/>
                  </a:lnTo>
                  <a:lnTo>
                    <a:pt x="375342" y="276600"/>
                  </a:lnTo>
                  <a:lnTo>
                    <a:pt x="341093" y="276600"/>
                  </a:lnTo>
                  <a:lnTo>
                    <a:pt x="331240" y="306531"/>
                  </a:lnTo>
                  <a:lnTo>
                    <a:pt x="312473" y="307047"/>
                  </a:lnTo>
                  <a:lnTo>
                    <a:pt x="311125" y="365360"/>
                  </a:lnTo>
                  <a:lnTo>
                    <a:pt x="311065" y="367940"/>
                  </a:lnTo>
                  <a:lnTo>
                    <a:pt x="298397" y="367940"/>
                  </a:lnTo>
                  <a:lnTo>
                    <a:pt x="294175" y="377229"/>
                  </a:lnTo>
                  <a:lnTo>
                    <a:pt x="294175" y="438122"/>
                  </a:lnTo>
                  <a:lnTo>
                    <a:pt x="271654" y="438639"/>
                  </a:lnTo>
                  <a:lnTo>
                    <a:pt x="272659" y="700274"/>
                  </a:lnTo>
                  <a:lnTo>
                    <a:pt x="272742" y="721948"/>
                  </a:lnTo>
                  <a:lnTo>
                    <a:pt x="272805" y="738461"/>
                  </a:lnTo>
                  <a:lnTo>
                    <a:pt x="272879" y="757555"/>
                  </a:lnTo>
                  <a:lnTo>
                    <a:pt x="272960" y="778713"/>
                  </a:lnTo>
                  <a:lnTo>
                    <a:pt x="273061" y="805031"/>
                  </a:lnTo>
                  <a:lnTo>
                    <a:pt x="219575" y="860248"/>
                  </a:lnTo>
                  <a:close/>
                </a:path>
                <a:path w="402590" h="860425">
                  <a:moveTo>
                    <a:pt x="332595" y="85663"/>
                  </a:moveTo>
                  <a:lnTo>
                    <a:pt x="267431" y="85663"/>
                  </a:lnTo>
                  <a:lnTo>
                    <a:pt x="242565" y="33542"/>
                  </a:lnTo>
                  <a:lnTo>
                    <a:pt x="266024" y="515"/>
                  </a:lnTo>
                  <a:lnTo>
                    <a:pt x="308719" y="82051"/>
                  </a:lnTo>
                  <a:lnTo>
                    <a:pt x="331709" y="82567"/>
                  </a:lnTo>
                  <a:lnTo>
                    <a:pt x="332595" y="85663"/>
                  </a:lnTo>
                  <a:close/>
                </a:path>
              </a:pathLst>
            </a:custGeom>
            <a:solidFill>
              <a:srgbClr val="FF9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/>
            <p:cNvSpPr/>
            <p:nvPr/>
          </p:nvSpPr>
          <p:spPr>
            <a:xfrm>
              <a:off x="6941162" y="2984228"/>
              <a:ext cx="403225" cy="861060"/>
            </a:xfrm>
            <a:custGeom>
              <a:avLst/>
              <a:gdLst/>
              <a:ahLst/>
              <a:cxnLst/>
              <a:rect l="l" t="t" r="r" b="b"/>
              <a:pathLst>
                <a:path w="403225" h="861060">
                  <a:moveTo>
                    <a:pt x="219575" y="860764"/>
                  </a:moveTo>
                  <a:lnTo>
                    <a:pt x="151075" y="796774"/>
                  </a:lnTo>
                  <a:lnTo>
                    <a:pt x="175472" y="778713"/>
                  </a:lnTo>
                  <a:lnTo>
                    <a:pt x="175472" y="757555"/>
                  </a:lnTo>
                  <a:lnTo>
                    <a:pt x="151075" y="738461"/>
                  </a:lnTo>
                  <a:lnTo>
                    <a:pt x="175472" y="721948"/>
                  </a:lnTo>
                  <a:lnTo>
                    <a:pt x="171718" y="715239"/>
                  </a:lnTo>
                  <a:lnTo>
                    <a:pt x="150606" y="700274"/>
                  </a:lnTo>
                  <a:lnTo>
                    <a:pt x="146853" y="652798"/>
                  </a:lnTo>
                  <a:lnTo>
                    <a:pt x="144037" y="648670"/>
                  </a:lnTo>
                  <a:lnTo>
                    <a:pt x="175941" y="620803"/>
                  </a:lnTo>
                  <a:lnTo>
                    <a:pt x="175941" y="597065"/>
                  </a:lnTo>
                  <a:lnTo>
                    <a:pt x="150606" y="569198"/>
                  </a:lnTo>
                  <a:lnTo>
                    <a:pt x="175472" y="544428"/>
                  </a:lnTo>
                  <a:lnTo>
                    <a:pt x="175472" y="519658"/>
                  </a:lnTo>
                  <a:lnTo>
                    <a:pt x="151075" y="487663"/>
                  </a:lnTo>
                  <a:lnTo>
                    <a:pt x="146383" y="435542"/>
                  </a:lnTo>
                  <a:lnTo>
                    <a:pt x="116825" y="435542"/>
                  </a:lnTo>
                  <a:lnTo>
                    <a:pt x="116825" y="365360"/>
                  </a:lnTo>
                  <a:lnTo>
                    <a:pt x="99466" y="365360"/>
                  </a:lnTo>
                  <a:lnTo>
                    <a:pt x="99466" y="303951"/>
                  </a:lnTo>
                  <a:lnTo>
                    <a:pt x="79291" y="303951"/>
                  </a:lnTo>
                  <a:lnTo>
                    <a:pt x="70376" y="274536"/>
                  </a:lnTo>
                  <a:lnTo>
                    <a:pt x="30496" y="274536"/>
                  </a:lnTo>
                  <a:lnTo>
                    <a:pt x="30496" y="248734"/>
                  </a:lnTo>
                  <a:lnTo>
                    <a:pt x="0" y="248734"/>
                  </a:lnTo>
                  <a:lnTo>
                    <a:pt x="0" y="127463"/>
                  </a:lnTo>
                  <a:lnTo>
                    <a:pt x="30026" y="127463"/>
                  </a:lnTo>
                  <a:lnTo>
                    <a:pt x="30026" y="109917"/>
                  </a:lnTo>
                  <a:lnTo>
                    <a:pt x="63807" y="109917"/>
                  </a:lnTo>
                  <a:lnTo>
                    <a:pt x="71784" y="102177"/>
                  </a:lnTo>
                  <a:lnTo>
                    <a:pt x="79760" y="82567"/>
                  </a:lnTo>
                  <a:lnTo>
                    <a:pt x="99466" y="82567"/>
                  </a:lnTo>
                  <a:lnTo>
                    <a:pt x="144506" y="0"/>
                  </a:lnTo>
                  <a:lnTo>
                    <a:pt x="266024" y="0"/>
                  </a:lnTo>
                  <a:lnTo>
                    <a:pt x="243033" y="33027"/>
                  </a:lnTo>
                  <a:lnTo>
                    <a:pt x="172188" y="33027"/>
                  </a:lnTo>
                  <a:lnTo>
                    <a:pt x="145445" y="85663"/>
                  </a:lnTo>
                  <a:lnTo>
                    <a:pt x="332595" y="85663"/>
                  </a:lnTo>
                  <a:lnTo>
                    <a:pt x="339685" y="110433"/>
                  </a:lnTo>
                  <a:lnTo>
                    <a:pt x="375811" y="110433"/>
                  </a:lnTo>
                  <a:lnTo>
                    <a:pt x="376219" y="127463"/>
                  </a:lnTo>
                  <a:lnTo>
                    <a:pt x="376280" y="130043"/>
                  </a:lnTo>
                  <a:lnTo>
                    <a:pt x="389886" y="130559"/>
                  </a:lnTo>
                  <a:lnTo>
                    <a:pt x="403024" y="130559"/>
                  </a:lnTo>
                  <a:lnTo>
                    <a:pt x="403024" y="250798"/>
                  </a:lnTo>
                  <a:lnTo>
                    <a:pt x="375811" y="251314"/>
                  </a:lnTo>
                  <a:lnTo>
                    <a:pt x="375381" y="274536"/>
                  </a:lnTo>
                  <a:lnTo>
                    <a:pt x="375342" y="276600"/>
                  </a:lnTo>
                  <a:lnTo>
                    <a:pt x="341092" y="276600"/>
                  </a:lnTo>
                  <a:lnTo>
                    <a:pt x="331240" y="306531"/>
                  </a:lnTo>
                  <a:lnTo>
                    <a:pt x="312473" y="307047"/>
                  </a:lnTo>
                  <a:lnTo>
                    <a:pt x="311125" y="365360"/>
                  </a:lnTo>
                  <a:lnTo>
                    <a:pt x="311065" y="367940"/>
                  </a:lnTo>
                  <a:lnTo>
                    <a:pt x="298397" y="367940"/>
                  </a:lnTo>
                  <a:lnTo>
                    <a:pt x="295112" y="373101"/>
                  </a:lnTo>
                  <a:lnTo>
                    <a:pt x="295112" y="438639"/>
                  </a:lnTo>
                  <a:lnTo>
                    <a:pt x="271653" y="438639"/>
                  </a:lnTo>
                  <a:lnTo>
                    <a:pt x="272659" y="700274"/>
                  </a:lnTo>
                  <a:lnTo>
                    <a:pt x="272742" y="721948"/>
                  </a:lnTo>
                  <a:lnTo>
                    <a:pt x="272805" y="738461"/>
                  </a:lnTo>
                  <a:lnTo>
                    <a:pt x="272879" y="757555"/>
                  </a:lnTo>
                  <a:lnTo>
                    <a:pt x="272960" y="778713"/>
                  </a:lnTo>
                  <a:lnTo>
                    <a:pt x="273061" y="805031"/>
                  </a:lnTo>
                  <a:lnTo>
                    <a:pt x="219575" y="860764"/>
                  </a:lnTo>
                  <a:close/>
                </a:path>
                <a:path w="403225" h="861060">
                  <a:moveTo>
                    <a:pt x="332595" y="85663"/>
                  </a:moveTo>
                  <a:lnTo>
                    <a:pt x="267431" y="85663"/>
                  </a:lnTo>
                  <a:lnTo>
                    <a:pt x="242565" y="33543"/>
                  </a:lnTo>
                  <a:lnTo>
                    <a:pt x="266024" y="516"/>
                  </a:lnTo>
                  <a:lnTo>
                    <a:pt x="309188" y="82051"/>
                  </a:lnTo>
                  <a:lnTo>
                    <a:pt x="331709" y="82567"/>
                  </a:lnTo>
                  <a:lnTo>
                    <a:pt x="332595" y="85663"/>
                  </a:lnTo>
                  <a:close/>
                </a:path>
              </a:pathLst>
            </a:custGeom>
            <a:solidFill>
              <a:srgbClr val="BF7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/>
            <p:cNvSpPr/>
            <p:nvPr/>
          </p:nvSpPr>
          <p:spPr>
            <a:xfrm>
              <a:off x="6997463" y="3122528"/>
              <a:ext cx="285115" cy="99060"/>
            </a:xfrm>
            <a:custGeom>
              <a:avLst/>
              <a:gdLst/>
              <a:ahLst/>
              <a:cxnLst/>
              <a:rect l="l" t="t" r="r" b="b"/>
              <a:pathLst>
                <a:path w="285115" h="99060">
                  <a:moveTo>
                    <a:pt x="22990" y="98564"/>
                  </a:moveTo>
                  <a:lnTo>
                    <a:pt x="0" y="51088"/>
                  </a:lnTo>
                  <a:lnTo>
                    <a:pt x="24866" y="0"/>
                  </a:lnTo>
                  <a:lnTo>
                    <a:pt x="284791" y="0"/>
                  </a:lnTo>
                  <a:lnTo>
                    <a:pt x="282445" y="3612"/>
                  </a:lnTo>
                  <a:lnTo>
                    <a:pt x="27681" y="3612"/>
                  </a:lnTo>
                  <a:lnTo>
                    <a:pt x="4691" y="51088"/>
                  </a:lnTo>
                  <a:lnTo>
                    <a:pt x="27212" y="95468"/>
                  </a:lnTo>
                  <a:lnTo>
                    <a:pt x="22990" y="98564"/>
                  </a:lnTo>
                  <a:close/>
                </a:path>
              </a:pathLst>
            </a:custGeom>
            <a:solidFill>
              <a:srgbClr val="BF7F3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/>
            <p:cNvSpPr/>
            <p:nvPr/>
          </p:nvSpPr>
          <p:spPr>
            <a:xfrm>
              <a:off x="6973062" y="3087953"/>
              <a:ext cx="342265" cy="736600"/>
            </a:xfrm>
            <a:custGeom>
              <a:avLst/>
              <a:gdLst/>
              <a:ahLst/>
              <a:cxnLst/>
              <a:rect l="l" t="t" r="r" b="b"/>
              <a:pathLst>
                <a:path w="342265" h="736600">
                  <a:moveTo>
                    <a:pt x="165150" y="265252"/>
                  </a:moveTo>
                  <a:lnTo>
                    <a:pt x="156235" y="279704"/>
                  </a:lnTo>
                  <a:lnTo>
                    <a:pt x="157175" y="728141"/>
                  </a:lnTo>
                  <a:lnTo>
                    <a:pt x="164680" y="735368"/>
                  </a:lnTo>
                  <a:lnTo>
                    <a:pt x="165150" y="265252"/>
                  </a:lnTo>
                  <a:close/>
                </a:path>
                <a:path w="342265" h="736600">
                  <a:moveTo>
                    <a:pt x="213474" y="728662"/>
                  </a:moveTo>
                  <a:lnTo>
                    <a:pt x="212064" y="277634"/>
                  </a:lnTo>
                  <a:lnTo>
                    <a:pt x="205498" y="314794"/>
                  </a:lnTo>
                  <a:lnTo>
                    <a:pt x="206438" y="736409"/>
                  </a:lnTo>
                  <a:lnTo>
                    <a:pt x="213474" y="728662"/>
                  </a:lnTo>
                  <a:close/>
                </a:path>
                <a:path w="342265" h="736600">
                  <a:moveTo>
                    <a:pt x="300736" y="0"/>
                  </a:moveTo>
                  <a:lnTo>
                    <a:pt x="33782" y="0"/>
                  </a:lnTo>
                  <a:lnTo>
                    <a:pt x="33782" y="5168"/>
                  </a:lnTo>
                  <a:lnTo>
                    <a:pt x="300736" y="5168"/>
                  </a:lnTo>
                  <a:lnTo>
                    <a:pt x="300736" y="0"/>
                  </a:lnTo>
                  <a:close/>
                </a:path>
                <a:path w="342265" h="736600">
                  <a:moveTo>
                    <a:pt x="331711" y="81026"/>
                  </a:moveTo>
                  <a:lnTo>
                    <a:pt x="308711" y="34061"/>
                  </a:lnTo>
                  <a:lnTo>
                    <a:pt x="304495" y="37160"/>
                  </a:lnTo>
                  <a:lnTo>
                    <a:pt x="327012" y="81026"/>
                  </a:lnTo>
                  <a:lnTo>
                    <a:pt x="304025" y="129019"/>
                  </a:lnTo>
                  <a:lnTo>
                    <a:pt x="49263" y="129019"/>
                  </a:lnTo>
                  <a:lnTo>
                    <a:pt x="46913" y="132626"/>
                  </a:lnTo>
                  <a:lnTo>
                    <a:pt x="306844" y="132626"/>
                  </a:lnTo>
                  <a:lnTo>
                    <a:pt x="331711" y="81026"/>
                  </a:lnTo>
                  <a:close/>
                </a:path>
                <a:path w="342265" h="736600">
                  <a:moveTo>
                    <a:pt x="342023" y="19621"/>
                  </a:moveTo>
                  <a:lnTo>
                    <a:pt x="0" y="19621"/>
                  </a:lnTo>
                  <a:lnTo>
                    <a:pt x="0" y="24257"/>
                  </a:lnTo>
                  <a:lnTo>
                    <a:pt x="342023" y="24257"/>
                  </a:lnTo>
                  <a:lnTo>
                    <a:pt x="342023" y="19621"/>
                  </a:lnTo>
                  <a:close/>
                </a:path>
              </a:pathLst>
            </a:custGeom>
            <a:solidFill>
              <a:srgbClr val="FF9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/>
            <p:cNvSpPr/>
            <p:nvPr/>
          </p:nvSpPr>
          <p:spPr>
            <a:xfrm>
              <a:off x="6972592" y="3234003"/>
              <a:ext cx="344170" cy="610235"/>
            </a:xfrm>
            <a:custGeom>
              <a:avLst/>
              <a:gdLst/>
              <a:ahLst/>
              <a:cxnLst/>
              <a:rect l="l" t="t" r="r" b="b"/>
              <a:pathLst>
                <a:path w="344170" h="610235">
                  <a:moveTo>
                    <a:pt x="212534" y="132626"/>
                  </a:moveTo>
                  <a:lnTo>
                    <a:pt x="186258" y="182676"/>
                  </a:lnTo>
                  <a:lnTo>
                    <a:pt x="188137" y="609968"/>
                  </a:lnTo>
                  <a:lnTo>
                    <a:pt x="196113" y="601192"/>
                  </a:lnTo>
                  <a:lnTo>
                    <a:pt x="196113" y="190423"/>
                  </a:lnTo>
                  <a:lnTo>
                    <a:pt x="206438" y="163588"/>
                  </a:lnTo>
                  <a:lnTo>
                    <a:pt x="212534" y="132626"/>
                  </a:lnTo>
                  <a:close/>
                </a:path>
                <a:path w="344170" h="610235">
                  <a:moveTo>
                    <a:pt x="280568" y="56756"/>
                  </a:moveTo>
                  <a:lnTo>
                    <a:pt x="70370" y="56756"/>
                  </a:lnTo>
                  <a:lnTo>
                    <a:pt x="70370" y="67081"/>
                  </a:lnTo>
                  <a:lnTo>
                    <a:pt x="280568" y="67081"/>
                  </a:lnTo>
                  <a:lnTo>
                    <a:pt x="280568" y="56756"/>
                  </a:lnTo>
                  <a:close/>
                </a:path>
                <a:path w="344170" h="610235">
                  <a:moveTo>
                    <a:pt x="343903" y="0"/>
                  </a:moveTo>
                  <a:lnTo>
                    <a:pt x="0" y="0"/>
                  </a:lnTo>
                  <a:lnTo>
                    <a:pt x="0" y="11353"/>
                  </a:lnTo>
                  <a:lnTo>
                    <a:pt x="343903" y="11353"/>
                  </a:lnTo>
                  <a:lnTo>
                    <a:pt x="343903" y="0"/>
                  </a:lnTo>
                  <a:close/>
                </a:path>
              </a:pathLst>
            </a:custGeom>
            <a:solidFill>
              <a:srgbClr val="BF7F3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4" name="object 5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057987" y="3349073"/>
              <a:ext cx="183448" cy="71730"/>
            </a:xfrm>
            <a:prstGeom prst="rect">
              <a:avLst/>
            </a:prstGeom>
          </p:spPr>
        </p:pic>
        <p:sp>
          <p:nvSpPr>
            <p:cNvPr id="55" name="object 55"/>
            <p:cNvSpPr/>
            <p:nvPr/>
          </p:nvSpPr>
          <p:spPr>
            <a:xfrm>
              <a:off x="7012008" y="3257732"/>
              <a:ext cx="271780" cy="10160"/>
            </a:xfrm>
            <a:custGeom>
              <a:avLst/>
              <a:gdLst/>
              <a:ahLst/>
              <a:cxnLst/>
              <a:rect l="l" t="t" r="r" b="b"/>
              <a:pathLst>
                <a:path w="271779" h="10160">
                  <a:moveTo>
                    <a:pt x="2345" y="9804"/>
                  </a:moveTo>
                  <a:lnTo>
                    <a:pt x="0" y="515"/>
                  </a:lnTo>
                  <a:lnTo>
                    <a:pt x="271184" y="0"/>
                  </a:lnTo>
                  <a:lnTo>
                    <a:pt x="268369" y="9288"/>
                  </a:lnTo>
                  <a:lnTo>
                    <a:pt x="2345" y="9804"/>
                  </a:lnTo>
                  <a:close/>
                </a:path>
              </a:pathLst>
            </a:custGeom>
            <a:solidFill>
              <a:srgbClr val="BF7F3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6" name="object 56"/>
          <p:cNvSpPr txBox="1"/>
          <p:nvPr/>
        </p:nvSpPr>
        <p:spPr>
          <a:xfrm>
            <a:off x="7608015" y="3610516"/>
            <a:ext cx="1337945" cy="736600"/>
          </a:xfrm>
          <a:prstGeom prst="rect">
            <a:avLst/>
          </a:prstGeom>
          <a:ln w="9859">
            <a:solidFill>
              <a:srgbClr val="000000"/>
            </a:solidFill>
          </a:ln>
        </p:spPr>
        <p:txBody>
          <a:bodyPr wrap="square" lIns="0" tIns="45720" rIns="0" bIns="0" rtlCol="0" vert="horz">
            <a:spAutoFit/>
          </a:bodyPr>
          <a:lstStyle/>
          <a:p>
            <a:pPr marL="94615">
              <a:lnSpc>
                <a:spcPct val="100000"/>
              </a:lnSpc>
              <a:spcBef>
                <a:spcPts val="360"/>
              </a:spcBef>
            </a:pPr>
            <a:r>
              <a:rPr dirty="0" sz="4150" spc="-25" b="1">
                <a:latin typeface="Times New Roman"/>
                <a:cs typeface="Times New Roman"/>
              </a:rPr>
              <a:t>AES</a:t>
            </a:r>
            <a:endParaRPr sz="4150">
              <a:latin typeface="Times New Roman"/>
              <a:cs typeface="Times New Roman"/>
            </a:endParaRPr>
          </a:p>
        </p:txBody>
      </p:sp>
      <p:grpSp>
        <p:nvGrpSpPr>
          <p:cNvPr id="57" name="object 57"/>
          <p:cNvGrpSpPr/>
          <p:nvPr/>
        </p:nvGrpSpPr>
        <p:grpSpPr>
          <a:xfrm>
            <a:off x="6559741" y="1797955"/>
            <a:ext cx="1962150" cy="3546475"/>
            <a:chOff x="6559741" y="1797955"/>
            <a:chExt cx="1962150" cy="3546475"/>
          </a:xfrm>
        </p:grpSpPr>
        <p:sp>
          <p:nvSpPr>
            <p:cNvPr id="58" name="object 58"/>
            <p:cNvSpPr/>
            <p:nvPr/>
          </p:nvSpPr>
          <p:spPr>
            <a:xfrm>
              <a:off x="8033569" y="2460204"/>
              <a:ext cx="473709" cy="473709"/>
            </a:xfrm>
            <a:custGeom>
              <a:avLst/>
              <a:gdLst/>
              <a:ahLst/>
              <a:cxnLst/>
              <a:rect l="l" t="t" r="r" b="b"/>
              <a:pathLst>
                <a:path w="473709" h="473710">
                  <a:moveTo>
                    <a:pt x="0" y="236635"/>
                  </a:moveTo>
                  <a:lnTo>
                    <a:pt x="4806" y="188945"/>
                  </a:lnTo>
                  <a:lnTo>
                    <a:pt x="18593" y="144526"/>
                  </a:lnTo>
                  <a:lnTo>
                    <a:pt x="40407" y="104330"/>
                  </a:lnTo>
                  <a:lnTo>
                    <a:pt x="69298" y="69309"/>
                  </a:lnTo>
                  <a:lnTo>
                    <a:pt x="104314" y="40413"/>
                  </a:lnTo>
                  <a:lnTo>
                    <a:pt x="144504" y="18596"/>
                  </a:lnTo>
                  <a:lnTo>
                    <a:pt x="188917" y="4807"/>
                  </a:lnTo>
                  <a:lnTo>
                    <a:pt x="236600" y="0"/>
                  </a:lnTo>
                  <a:lnTo>
                    <a:pt x="284283" y="4807"/>
                  </a:lnTo>
                  <a:lnTo>
                    <a:pt x="328696" y="18596"/>
                  </a:lnTo>
                  <a:lnTo>
                    <a:pt x="368886" y="40413"/>
                  </a:lnTo>
                  <a:lnTo>
                    <a:pt x="403902" y="69309"/>
                  </a:lnTo>
                  <a:lnTo>
                    <a:pt x="432793" y="104330"/>
                  </a:lnTo>
                  <a:lnTo>
                    <a:pt x="454608" y="144526"/>
                  </a:lnTo>
                  <a:lnTo>
                    <a:pt x="468395" y="188945"/>
                  </a:lnTo>
                  <a:lnTo>
                    <a:pt x="473201" y="236635"/>
                  </a:lnTo>
                  <a:lnTo>
                    <a:pt x="468395" y="284325"/>
                  </a:lnTo>
                  <a:lnTo>
                    <a:pt x="454608" y="328744"/>
                  </a:lnTo>
                  <a:lnTo>
                    <a:pt x="432794" y="368940"/>
                  </a:lnTo>
                  <a:lnTo>
                    <a:pt x="403903" y="403962"/>
                  </a:lnTo>
                  <a:lnTo>
                    <a:pt x="368886" y="432857"/>
                  </a:lnTo>
                  <a:lnTo>
                    <a:pt x="328696" y="454675"/>
                  </a:lnTo>
                  <a:lnTo>
                    <a:pt x="284284" y="468463"/>
                  </a:lnTo>
                  <a:lnTo>
                    <a:pt x="236600" y="473271"/>
                  </a:lnTo>
                  <a:lnTo>
                    <a:pt x="188917" y="468463"/>
                  </a:lnTo>
                  <a:lnTo>
                    <a:pt x="144504" y="454675"/>
                  </a:lnTo>
                  <a:lnTo>
                    <a:pt x="104314" y="432857"/>
                  </a:lnTo>
                  <a:lnTo>
                    <a:pt x="69298" y="403962"/>
                  </a:lnTo>
                  <a:lnTo>
                    <a:pt x="40407" y="368940"/>
                  </a:lnTo>
                  <a:lnTo>
                    <a:pt x="18593" y="328744"/>
                  </a:lnTo>
                  <a:lnTo>
                    <a:pt x="4806" y="284325"/>
                  </a:lnTo>
                  <a:lnTo>
                    <a:pt x="0" y="236635"/>
                  </a:lnTo>
                  <a:close/>
                </a:path>
              </a:pathLst>
            </a:custGeom>
            <a:ln w="2957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/>
            <p:cNvSpPr/>
            <p:nvPr/>
          </p:nvSpPr>
          <p:spPr>
            <a:xfrm>
              <a:off x="8033569" y="2460204"/>
              <a:ext cx="473709" cy="473709"/>
            </a:xfrm>
            <a:custGeom>
              <a:avLst/>
              <a:gdLst/>
              <a:ahLst/>
              <a:cxnLst/>
              <a:rect l="l" t="t" r="r" b="b"/>
              <a:pathLst>
                <a:path w="473709" h="473710">
                  <a:moveTo>
                    <a:pt x="0" y="236635"/>
                  </a:moveTo>
                  <a:lnTo>
                    <a:pt x="473201" y="236635"/>
                  </a:lnTo>
                </a:path>
                <a:path w="473709" h="473710">
                  <a:moveTo>
                    <a:pt x="236600" y="473271"/>
                  </a:moveTo>
                  <a:lnTo>
                    <a:pt x="236600" y="0"/>
                  </a:lnTo>
                </a:path>
              </a:pathLst>
            </a:custGeom>
            <a:ln w="98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/>
            <p:cNvSpPr/>
            <p:nvPr/>
          </p:nvSpPr>
          <p:spPr>
            <a:xfrm>
              <a:off x="8178158" y="2981133"/>
              <a:ext cx="197485" cy="616585"/>
            </a:xfrm>
            <a:custGeom>
              <a:avLst/>
              <a:gdLst/>
              <a:ahLst/>
              <a:cxnLst/>
              <a:rect l="l" t="t" r="r" b="b"/>
              <a:pathLst>
                <a:path w="197484" h="616585">
                  <a:moveTo>
                    <a:pt x="147876" y="0"/>
                  </a:moveTo>
                  <a:lnTo>
                    <a:pt x="49291" y="0"/>
                  </a:lnTo>
                  <a:lnTo>
                    <a:pt x="49291" y="462179"/>
                  </a:lnTo>
                  <a:lnTo>
                    <a:pt x="0" y="462179"/>
                  </a:lnTo>
                  <a:lnTo>
                    <a:pt x="98583" y="616238"/>
                  </a:lnTo>
                  <a:lnTo>
                    <a:pt x="197167" y="462179"/>
                  </a:lnTo>
                  <a:lnTo>
                    <a:pt x="147876" y="462179"/>
                  </a:lnTo>
                  <a:lnTo>
                    <a:pt x="14787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/>
            <p:cNvSpPr/>
            <p:nvPr/>
          </p:nvSpPr>
          <p:spPr>
            <a:xfrm>
              <a:off x="8178159" y="2981132"/>
              <a:ext cx="197485" cy="616585"/>
            </a:xfrm>
            <a:custGeom>
              <a:avLst/>
              <a:gdLst/>
              <a:ahLst/>
              <a:cxnLst/>
              <a:rect l="l" t="t" r="r" b="b"/>
              <a:pathLst>
                <a:path w="197484" h="616585">
                  <a:moveTo>
                    <a:pt x="0" y="462179"/>
                  </a:moveTo>
                  <a:lnTo>
                    <a:pt x="98582" y="616239"/>
                  </a:lnTo>
                  <a:lnTo>
                    <a:pt x="197166" y="462179"/>
                  </a:lnTo>
                  <a:lnTo>
                    <a:pt x="147874" y="462179"/>
                  </a:lnTo>
                  <a:lnTo>
                    <a:pt x="147874" y="0"/>
                  </a:lnTo>
                  <a:lnTo>
                    <a:pt x="49290" y="0"/>
                  </a:lnTo>
                  <a:lnTo>
                    <a:pt x="49290" y="462179"/>
                  </a:lnTo>
                  <a:lnTo>
                    <a:pt x="0" y="462179"/>
                  </a:lnTo>
                  <a:close/>
                </a:path>
              </a:pathLst>
            </a:custGeom>
            <a:ln w="13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/>
            <p:cNvSpPr/>
            <p:nvPr/>
          </p:nvSpPr>
          <p:spPr>
            <a:xfrm>
              <a:off x="8178158" y="1804527"/>
              <a:ext cx="197485" cy="616585"/>
            </a:xfrm>
            <a:custGeom>
              <a:avLst/>
              <a:gdLst/>
              <a:ahLst/>
              <a:cxnLst/>
              <a:rect l="l" t="t" r="r" b="b"/>
              <a:pathLst>
                <a:path w="197484" h="616585">
                  <a:moveTo>
                    <a:pt x="147876" y="0"/>
                  </a:moveTo>
                  <a:lnTo>
                    <a:pt x="49291" y="0"/>
                  </a:lnTo>
                  <a:lnTo>
                    <a:pt x="49291" y="462179"/>
                  </a:lnTo>
                  <a:lnTo>
                    <a:pt x="0" y="462179"/>
                  </a:lnTo>
                  <a:lnTo>
                    <a:pt x="98583" y="616239"/>
                  </a:lnTo>
                  <a:lnTo>
                    <a:pt x="197167" y="462179"/>
                  </a:lnTo>
                  <a:lnTo>
                    <a:pt x="147876" y="462179"/>
                  </a:lnTo>
                  <a:lnTo>
                    <a:pt x="14787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/>
            <p:cNvSpPr/>
            <p:nvPr/>
          </p:nvSpPr>
          <p:spPr>
            <a:xfrm>
              <a:off x="8178159" y="1804527"/>
              <a:ext cx="197485" cy="616585"/>
            </a:xfrm>
            <a:custGeom>
              <a:avLst/>
              <a:gdLst/>
              <a:ahLst/>
              <a:cxnLst/>
              <a:rect l="l" t="t" r="r" b="b"/>
              <a:pathLst>
                <a:path w="197484" h="616585">
                  <a:moveTo>
                    <a:pt x="0" y="462179"/>
                  </a:moveTo>
                  <a:lnTo>
                    <a:pt x="98582" y="616239"/>
                  </a:lnTo>
                  <a:lnTo>
                    <a:pt x="197166" y="462179"/>
                  </a:lnTo>
                  <a:lnTo>
                    <a:pt x="147874" y="462179"/>
                  </a:lnTo>
                  <a:lnTo>
                    <a:pt x="147874" y="0"/>
                  </a:lnTo>
                  <a:lnTo>
                    <a:pt x="49290" y="0"/>
                  </a:lnTo>
                  <a:lnTo>
                    <a:pt x="49290" y="462179"/>
                  </a:lnTo>
                  <a:lnTo>
                    <a:pt x="0" y="462179"/>
                  </a:lnTo>
                  <a:close/>
                </a:path>
              </a:pathLst>
            </a:custGeom>
            <a:ln w="13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/>
            <p:cNvSpPr/>
            <p:nvPr/>
          </p:nvSpPr>
          <p:spPr>
            <a:xfrm>
              <a:off x="6566315" y="2626178"/>
              <a:ext cx="1419860" cy="187960"/>
            </a:xfrm>
            <a:custGeom>
              <a:avLst/>
              <a:gdLst/>
              <a:ahLst/>
              <a:cxnLst/>
              <a:rect l="l" t="t" r="r" b="b"/>
              <a:pathLst>
                <a:path w="1419859" h="187960">
                  <a:moveTo>
                    <a:pt x="1064703" y="0"/>
                  </a:moveTo>
                  <a:lnTo>
                    <a:pt x="1064703" y="46835"/>
                  </a:lnTo>
                  <a:lnTo>
                    <a:pt x="0" y="46835"/>
                  </a:lnTo>
                  <a:lnTo>
                    <a:pt x="0" y="140502"/>
                  </a:lnTo>
                  <a:lnTo>
                    <a:pt x="1064703" y="140502"/>
                  </a:lnTo>
                  <a:lnTo>
                    <a:pt x="1064703" y="187337"/>
                  </a:lnTo>
                  <a:lnTo>
                    <a:pt x="1419604" y="93668"/>
                  </a:lnTo>
                  <a:lnTo>
                    <a:pt x="106470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/>
            <p:cNvSpPr/>
            <p:nvPr/>
          </p:nvSpPr>
          <p:spPr>
            <a:xfrm>
              <a:off x="6566314" y="2626177"/>
              <a:ext cx="1419860" cy="187960"/>
            </a:xfrm>
            <a:custGeom>
              <a:avLst/>
              <a:gdLst/>
              <a:ahLst/>
              <a:cxnLst/>
              <a:rect l="l" t="t" r="r" b="b"/>
              <a:pathLst>
                <a:path w="1419859" h="187960">
                  <a:moveTo>
                    <a:pt x="1064702" y="187337"/>
                  </a:moveTo>
                  <a:lnTo>
                    <a:pt x="1419605" y="93668"/>
                  </a:lnTo>
                  <a:lnTo>
                    <a:pt x="1064702" y="0"/>
                  </a:lnTo>
                  <a:lnTo>
                    <a:pt x="1064702" y="46834"/>
                  </a:lnTo>
                  <a:lnTo>
                    <a:pt x="0" y="46834"/>
                  </a:lnTo>
                  <a:lnTo>
                    <a:pt x="0" y="140503"/>
                  </a:lnTo>
                  <a:lnTo>
                    <a:pt x="1064702" y="140503"/>
                  </a:lnTo>
                  <a:lnTo>
                    <a:pt x="1064702" y="187337"/>
                  </a:lnTo>
                  <a:close/>
                </a:path>
              </a:pathLst>
            </a:custGeom>
            <a:ln w="131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/>
            <p:cNvSpPr/>
            <p:nvPr/>
          </p:nvSpPr>
          <p:spPr>
            <a:xfrm>
              <a:off x="8197875" y="4407519"/>
              <a:ext cx="197485" cy="616585"/>
            </a:xfrm>
            <a:custGeom>
              <a:avLst/>
              <a:gdLst/>
              <a:ahLst/>
              <a:cxnLst/>
              <a:rect l="l" t="t" r="r" b="b"/>
              <a:pathLst>
                <a:path w="197484" h="616585">
                  <a:moveTo>
                    <a:pt x="147876" y="0"/>
                  </a:moveTo>
                  <a:lnTo>
                    <a:pt x="49291" y="0"/>
                  </a:lnTo>
                  <a:lnTo>
                    <a:pt x="49291" y="462179"/>
                  </a:lnTo>
                  <a:lnTo>
                    <a:pt x="0" y="462179"/>
                  </a:lnTo>
                  <a:lnTo>
                    <a:pt x="98583" y="616238"/>
                  </a:lnTo>
                  <a:lnTo>
                    <a:pt x="197167" y="462179"/>
                  </a:lnTo>
                  <a:lnTo>
                    <a:pt x="147876" y="462179"/>
                  </a:lnTo>
                  <a:lnTo>
                    <a:pt x="14787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/>
            <p:cNvSpPr/>
            <p:nvPr/>
          </p:nvSpPr>
          <p:spPr>
            <a:xfrm>
              <a:off x="8197876" y="4407519"/>
              <a:ext cx="197485" cy="616585"/>
            </a:xfrm>
            <a:custGeom>
              <a:avLst/>
              <a:gdLst/>
              <a:ahLst/>
              <a:cxnLst/>
              <a:rect l="l" t="t" r="r" b="b"/>
              <a:pathLst>
                <a:path w="197484" h="616585">
                  <a:moveTo>
                    <a:pt x="0" y="462179"/>
                  </a:moveTo>
                  <a:lnTo>
                    <a:pt x="98583" y="616239"/>
                  </a:lnTo>
                  <a:lnTo>
                    <a:pt x="197166" y="462179"/>
                  </a:lnTo>
                  <a:lnTo>
                    <a:pt x="147874" y="462179"/>
                  </a:lnTo>
                  <a:lnTo>
                    <a:pt x="147874" y="0"/>
                  </a:lnTo>
                  <a:lnTo>
                    <a:pt x="49290" y="0"/>
                  </a:lnTo>
                  <a:lnTo>
                    <a:pt x="49290" y="462179"/>
                  </a:lnTo>
                  <a:lnTo>
                    <a:pt x="0" y="462179"/>
                  </a:lnTo>
                  <a:close/>
                </a:path>
              </a:pathLst>
            </a:custGeom>
            <a:ln w="13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8" name="object 6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763481" y="4611288"/>
              <a:ext cx="433768" cy="732913"/>
            </a:xfrm>
            <a:prstGeom prst="rect">
              <a:avLst/>
            </a:prstGeom>
          </p:spPr>
        </p:pic>
      </p:grpSp>
      <p:sp>
        <p:nvSpPr>
          <p:cNvPr id="69" name="object 69"/>
          <p:cNvSpPr txBox="1"/>
          <p:nvPr/>
        </p:nvSpPr>
        <p:spPr>
          <a:xfrm>
            <a:off x="5051197" y="1160470"/>
            <a:ext cx="469900" cy="5302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3300" spc="-25">
                <a:latin typeface="Times New Roman"/>
                <a:cs typeface="Times New Roman"/>
              </a:rPr>
              <a:t>P2</a:t>
            </a:r>
            <a:endParaRPr sz="3300">
              <a:latin typeface="Times New Roman"/>
              <a:cs typeface="Times New Roman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8039927" y="1121031"/>
            <a:ext cx="469900" cy="5302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3300" spc="-25">
                <a:latin typeface="Times New Roman"/>
                <a:cs typeface="Times New Roman"/>
              </a:rPr>
              <a:t>P3</a:t>
            </a:r>
            <a:endParaRPr sz="3300">
              <a:latin typeface="Times New Roman"/>
              <a:cs typeface="Times New Roman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5051197" y="4977863"/>
            <a:ext cx="516890" cy="5302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3300" spc="-25">
                <a:solidFill>
                  <a:srgbClr val="B2B2B2"/>
                </a:solidFill>
                <a:latin typeface="Times New Roman"/>
                <a:cs typeface="Times New Roman"/>
              </a:rPr>
              <a:t>C2</a:t>
            </a:r>
            <a:endParaRPr sz="3300">
              <a:latin typeface="Times New Roman"/>
              <a:cs typeface="Times New Roman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8651147" y="4563751"/>
            <a:ext cx="516890" cy="5302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3300" spc="-25">
                <a:solidFill>
                  <a:srgbClr val="B2B2B2"/>
                </a:solidFill>
                <a:latin typeface="Times New Roman"/>
                <a:cs typeface="Times New Roman"/>
              </a:rPr>
              <a:t>C3</a:t>
            </a:r>
            <a:endParaRPr sz="3300">
              <a:latin typeface="Times New Roman"/>
              <a:cs typeface="Times New Roman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7594870" y="5096062"/>
            <a:ext cx="1337945" cy="736600"/>
          </a:xfrm>
          <a:prstGeom prst="rect">
            <a:avLst/>
          </a:prstGeom>
          <a:ln w="9859">
            <a:solidFill>
              <a:srgbClr val="000000"/>
            </a:solidFill>
          </a:ln>
        </p:spPr>
        <p:txBody>
          <a:bodyPr wrap="square" lIns="0" tIns="45720" rIns="0" bIns="0" rtlCol="0" vert="horz">
            <a:spAutoFit/>
          </a:bodyPr>
          <a:lstStyle/>
          <a:p>
            <a:pPr marL="94615">
              <a:lnSpc>
                <a:spcPct val="100000"/>
              </a:lnSpc>
              <a:spcBef>
                <a:spcPts val="360"/>
              </a:spcBef>
            </a:pPr>
            <a:r>
              <a:rPr dirty="0" sz="4150" spc="-25" b="1">
                <a:latin typeface="Times New Roman"/>
                <a:cs typeface="Times New Roman"/>
              </a:rPr>
              <a:t>AES</a:t>
            </a:r>
            <a:endParaRPr sz="4150">
              <a:latin typeface="Times New Roman"/>
              <a:cs typeface="Times New Roman"/>
            </a:endParaRPr>
          </a:p>
        </p:txBody>
      </p:sp>
      <p:grpSp>
        <p:nvGrpSpPr>
          <p:cNvPr id="74" name="object 74"/>
          <p:cNvGrpSpPr/>
          <p:nvPr/>
        </p:nvGrpSpPr>
        <p:grpSpPr>
          <a:xfrm>
            <a:off x="6939288" y="5418151"/>
            <a:ext cx="628015" cy="210820"/>
            <a:chOff x="6939288" y="5418151"/>
            <a:chExt cx="628015" cy="210820"/>
          </a:xfrm>
        </p:grpSpPr>
        <p:sp>
          <p:nvSpPr>
            <p:cNvPr id="75" name="object 75"/>
            <p:cNvSpPr/>
            <p:nvPr/>
          </p:nvSpPr>
          <p:spPr>
            <a:xfrm>
              <a:off x="6945861" y="5424723"/>
              <a:ext cx="614680" cy="197485"/>
            </a:xfrm>
            <a:custGeom>
              <a:avLst/>
              <a:gdLst/>
              <a:ahLst/>
              <a:cxnLst/>
              <a:rect l="l" t="t" r="r" b="b"/>
              <a:pathLst>
                <a:path w="614679" h="197485">
                  <a:moveTo>
                    <a:pt x="460877" y="0"/>
                  </a:moveTo>
                  <a:lnTo>
                    <a:pt x="460877" y="49300"/>
                  </a:lnTo>
                  <a:lnTo>
                    <a:pt x="0" y="49300"/>
                  </a:lnTo>
                  <a:lnTo>
                    <a:pt x="0" y="147897"/>
                  </a:lnTo>
                  <a:lnTo>
                    <a:pt x="460877" y="147897"/>
                  </a:lnTo>
                  <a:lnTo>
                    <a:pt x="460877" y="197196"/>
                  </a:lnTo>
                  <a:lnTo>
                    <a:pt x="614504" y="98598"/>
                  </a:lnTo>
                  <a:lnTo>
                    <a:pt x="460877" y="0"/>
                  </a:lnTo>
                  <a:close/>
                </a:path>
              </a:pathLst>
            </a:custGeom>
            <a:solidFill>
              <a:srgbClr val="FF26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/>
            <p:cNvSpPr/>
            <p:nvPr/>
          </p:nvSpPr>
          <p:spPr>
            <a:xfrm>
              <a:off x="6945861" y="5424724"/>
              <a:ext cx="614680" cy="197485"/>
            </a:xfrm>
            <a:custGeom>
              <a:avLst/>
              <a:gdLst/>
              <a:ahLst/>
              <a:cxnLst/>
              <a:rect l="l" t="t" r="r" b="b"/>
              <a:pathLst>
                <a:path w="614679" h="197485">
                  <a:moveTo>
                    <a:pt x="460877" y="197196"/>
                  </a:moveTo>
                  <a:lnTo>
                    <a:pt x="614504" y="98598"/>
                  </a:lnTo>
                  <a:lnTo>
                    <a:pt x="460877" y="0"/>
                  </a:lnTo>
                  <a:lnTo>
                    <a:pt x="460877" y="49298"/>
                  </a:lnTo>
                  <a:lnTo>
                    <a:pt x="0" y="49298"/>
                  </a:lnTo>
                  <a:lnTo>
                    <a:pt x="0" y="147896"/>
                  </a:lnTo>
                  <a:lnTo>
                    <a:pt x="460877" y="147896"/>
                  </a:lnTo>
                  <a:lnTo>
                    <a:pt x="460877" y="197196"/>
                  </a:lnTo>
                  <a:close/>
                </a:path>
              </a:pathLst>
            </a:custGeom>
            <a:ln w="13146">
              <a:solidFill>
                <a:srgbClr val="FF26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77" name="object 77"/>
          <p:cNvGrpSpPr/>
          <p:nvPr/>
        </p:nvGrpSpPr>
        <p:grpSpPr>
          <a:xfrm>
            <a:off x="8178158" y="5866772"/>
            <a:ext cx="171450" cy="491490"/>
            <a:chOff x="8178158" y="5866772"/>
            <a:chExt cx="171450" cy="491490"/>
          </a:xfrm>
        </p:grpSpPr>
        <p:sp>
          <p:nvSpPr>
            <p:cNvPr id="78" name="object 78"/>
            <p:cNvSpPr/>
            <p:nvPr/>
          </p:nvSpPr>
          <p:spPr>
            <a:xfrm>
              <a:off x="8184730" y="5873346"/>
              <a:ext cx="158115" cy="478790"/>
            </a:xfrm>
            <a:custGeom>
              <a:avLst/>
              <a:gdLst/>
              <a:ahLst/>
              <a:cxnLst/>
              <a:rect l="l" t="t" r="r" b="b"/>
              <a:pathLst>
                <a:path w="158115" h="478789">
                  <a:moveTo>
                    <a:pt x="118300" y="0"/>
                  </a:moveTo>
                  <a:lnTo>
                    <a:pt x="39433" y="0"/>
                  </a:lnTo>
                  <a:lnTo>
                    <a:pt x="39433" y="358651"/>
                  </a:lnTo>
                  <a:lnTo>
                    <a:pt x="0" y="358651"/>
                  </a:lnTo>
                  <a:lnTo>
                    <a:pt x="78867" y="478201"/>
                  </a:lnTo>
                  <a:lnTo>
                    <a:pt x="157733" y="358651"/>
                  </a:lnTo>
                  <a:lnTo>
                    <a:pt x="118300" y="358651"/>
                  </a:lnTo>
                  <a:lnTo>
                    <a:pt x="1183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9" name="object 79"/>
            <p:cNvSpPr/>
            <p:nvPr/>
          </p:nvSpPr>
          <p:spPr>
            <a:xfrm>
              <a:off x="8184730" y="5873345"/>
              <a:ext cx="158115" cy="478790"/>
            </a:xfrm>
            <a:custGeom>
              <a:avLst/>
              <a:gdLst/>
              <a:ahLst/>
              <a:cxnLst/>
              <a:rect l="l" t="t" r="r" b="b"/>
              <a:pathLst>
                <a:path w="158115" h="478789">
                  <a:moveTo>
                    <a:pt x="0" y="358651"/>
                  </a:moveTo>
                  <a:lnTo>
                    <a:pt x="78866" y="478201"/>
                  </a:lnTo>
                  <a:lnTo>
                    <a:pt x="157735" y="358651"/>
                  </a:lnTo>
                  <a:lnTo>
                    <a:pt x="118300" y="358651"/>
                  </a:lnTo>
                  <a:lnTo>
                    <a:pt x="118300" y="0"/>
                  </a:lnTo>
                  <a:lnTo>
                    <a:pt x="39434" y="0"/>
                  </a:lnTo>
                  <a:lnTo>
                    <a:pt x="39434" y="358651"/>
                  </a:lnTo>
                  <a:lnTo>
                    <a:pt x="0" y="358651"/>
                  </a:lnTo>
                  <a:close/>
                </a:path>
              </a:pathLst>
            </a:custGeom>
            <a:ln w="13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0" name="object 80"/>
          <p:cNvSpPr txBox="1"/>
          <p:nvPr/>
        </p:nvSpPr>
        <p:spPr>
          <a:xfrm>
            <a:off x="7256398" y="6466576"/>
            <a:ext cx="2031364" cy="861694"/>
          </a:xfrm>
          <a:prstGeom prst="rect">
            <a:avLst/>
          </a:prstGeom>
          <a:ln w="9859">
            <a:solidFill>
              <a:srgbClr val="000000"/>
            </a:solidFill>
          </a:ln>
        </p:spPr>
        <p:txBody>
          <a:bodyPr wrap="square" lIns="0" tIns="43815" rIns="0" bIns="0" rtlCol="0" vert="horz">
            <a:spAutoFit/>
          </a:bodyPr>
          <a:lstStyle/>
          <a:p>
            <a:pPr marL="592455" marR="89535" indent="-490855">
              <a:lnSpc>
                <a:spcPct val="102099"/>
              </a:lnSpc>
              <a:spcBef>
                <a:spcPts val="345"/>
              </a:spcBef>
            </a:pPr>
            <a:r>
              <a:rPr dirty="0" sz="2450">
                <a:latin typeface="Times New Roman"/>
                <a:cs typeface="Times New Roman"/>
              </a:rPr>
              <a:t>select</a:t>
            </a:r>
            <a:r>
              <a:rPr dirty="0" sz="2450" spc="45">
                <a:latin typeface="Times New Roman"/>
                <a:cs typeface="Times New Roman"/>
              </a:rPr>
              <a:t> </a:t>
            </a:r>
            <a:r>
              <a:rPr dirty="0" sz="2450" spc="-10">
                <a:latin typeface="Times New Roman"/>
                <a:cs typeface="Times New Roman"/>
              </a:rPr>
              <a:t>leftmost </a:t>
            </a:r>
            <a:r>
              <a:rPr dirty="0" sz="2450">
                <a:latin typeface="Times New Roman"/>
                <a:cs typeface="Times New Roman"/>
              </a:rPr>
              <a:t>64</a:t>
            </a:r>
            <a:r>
              <a:rPr dirty="0" sz="2450" spc="20">
                <a:latin typeface="Times New Roman"/>
                <a:cs typeface="Times New Roman"/>
              </a:rPr>
              <a:t> </a:t>
            </a:r>
            <a:r>
              <a:rPr dirty="0" sz="2450" spc="-20">
                <a:latin typeface="Times New Roman"/>
                <a:cs typeface="Times New Roman"/>
              </a:rPr>
              <a:t>bits</a:t>
            </a:r>
            <a:endParaRPr sz="2450">
              <a:latin typeface="Times New Roman"/>
              <a:cs typeface="Times New Roman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1029193" y="6144489"/>
            <a:ext cx="3371850" cy="547370"/>
          </a:xfrm>
          <a:prstGeom prst="rect">
            <a:avLst/>
          </a:prstGeom>
          <a:ln w="9859">
            <a:solidFill>
              <a:srgbClr val="FF6962"/>
            </a:solidFill>
          </a:ln>
        </p:spPr>
        <p:txBody>
          <a:bodyPr wrap="square" lIns="0" tIns="46990" rIns="0" bIns="0" rtlCol="0" vert="horz">
            <a:spAutoFit/>
          </a:bodyPr>
          <a:lstStyle/>
          <a:p>
            <a:pPr marL="94615">
              <a:lnSpc>
                <a:spcPct val="100000"/>
              </a:lnSpc>
              <a:spcBef>
                <a:spcPts val="370"/>
              </a:spcBef>
            </a:pPr>
            <a:r>
              <a:rPr dirty="0" sz="2900">
                <a:latin typeface="Times New Roman"/>
                <a:cs typeface="Times New Roman"/>
              </a:rPr>
              <a:t>security</a:t>
            </a:r>
            <a:r>
              <a:rPr dirty="0" sz="2900" spc="-70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level:</a:t>
            </a:r>
            <a:r>
              <a:rPr dirty="0" sz="2900" spc="-65">
                <a:latin typeface="Times New Roman"/>
                <a:cs typeface="Times New Roman"/>
              </a:rPr>
              <a:t> </a:t>
            </a:r>
            <a:r>
              <a:rPr dirty="0" sz="2900" spc="-25">
                <a:latin typeface="Times New Roman"/>
                <a:cs typeface="Times New Roman"/>
              </a:rPr>
              <a:t>2</a:t>
            </a:r>
            <a:r>
              <a:rPr dirty="0" baseline="24853" sz="2850" spc="-37">
                <a:latin typeface="Times New Roman"/>
                <a:cs typeface="Times New Roman"/>
              </a:rPr>
              <a:t>64</a:t>
            </a:r>
            <a:endParaRPr baseline="24853" sz="2850">
              <a:latin typeface="Times New Roman"/>
              <a:cs typeface="Times New Roman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9793075" y="6889024"/>
            <a:ext cx="209550" cy="2463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50" spc="-25">
                <a:latin typeface="Times New Roman"/>
                <a:cs typeface="Times New Roman"/>
              </a:rPr>
              <a:t>53</a:t>
            </a:r>
            <a:endParaRPr sz="14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104810" y="493945"/>
            <a:ext cx="5045710" cy="593725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700"/>
              <a:t>Data</a:t>
            </a:r>
            <a:r>
              <a:rPr dirty="0" sz="3700" spc="-25"/>
              <a:t> </a:t>
            </a:r>
            <a:r>
              <a:rPr dirty="0" sz="3700"/>
              <a:t>authentication:</a:t>
            </a:r>
            <a:r>
              <a:rPr dirty="0" sz="3700" spc="-20"/>
              <a:t> </a:t>
            </a:r>
            <a:r>
              <a:rPr dirty="0" sz="3700" spc="-25"/>
              <a:t>MDC</a:t>
            </a:r>
            <a:endParaRPr sz="3700"/>
          </a:p>
        </p:txBody>
      </p:sp>
      <p:sp>
        <p:nvSpPr>
          <p:cNvPr id="3" name="object 3"/>
          <p:cNvSpPr txBox="1"/>
          <p:nvPr/>
        </p:nvSpPr>
        <p:spPr>
          <a:xfrm>
            <a:off x="6612108" y="1352803"/>
            <a:ext cx="2446020" cy="2503170"/>
          </a:xfrm>
          <a:prstGeom prst="rect">
            <a:avLst/>
          </a:prstGeom>
        </p:spPr>
        <p:txBody>
          <a:bodyPr wrap="square" lIns="0" tIns="106045" rIns="0" bIns="0" rtlCol="0" vert="horz">
            <a:spAutoFit/>
          </a:bodyPr>
          <a:lstStyle/>
          <a:p>
            <a:pPr marL="367030" indent="-354330">
              <a:lnSpc>
                <a:spcPct val="100000"/>
              </a:lnSpc>
              <a:spcBef>
                <a:spcPts val="835"/>
              </a:spcBef>
              <a:buChar char="•"/>
              <a:tabLst>
                <a:tab pos="367030" algn="l"/>
              </a:tabLst>
            </a:pPr>
            <a:r>
              <a:rPr dirty="0" sz="2900" spc="-10">
                <a:solidFill>
                  <a:srgbClr val="0533E9"/>
                </a:solidFill>
                <a:latin typeface="Times New Roman"/>
                <a:cs typeface="Times New Roman"/>
              </a:rPr>
              <a:t>(MD5)</a:t>
            </a:r>
            <a:endParaRPr sz="2900">
              <a:latin typeface="Times New Roman"/>
              <a:cs typeface="Times New Roman"/>
            </a:endParaRPr>
          </a:p>
          <a:p>
            <a:pPr marL="367030" marR="567055" indent="-354965">
              <a:lnSpc>
                <a:spcPct val="100099"/>
              </a:lnSpc>
              <a:spcBef>
                <a:spcPts val="730"/>
              </a:spcBef>
              <a:buChar char="•"/>
              <a:tabLst>
                <a:tab pos="367030" algn="l"/>
              </a:tabLst>
            </a:pPr>
            <a:r>
              <a:rPr dirty="0" sz="2900" spc="-10">
                <a:solidFill>
                  <a:srgbClr val="0533E9"/>
                </a:solidFill>
                <a:latin typeface="Times New Roman"/>
                <a:cs typeface="Times New Roman"/>
              </a:rPr>
              <a:t>(SHA-</a:t>
            </a:r>
            <a:r>
              <a:rPr dirty="0" sz="2900" spc="-25">
                <a:solidFill>
                  <a:srgbClr val="0533E9"/>
                </a:solidFill>
                <a:latin typeface="Times New Roman"/>
                <a:cs typeface="Times New Roman"/>
              </a:rPr>
              <a:t>1), SHA-</a:t>
            </a:r>
            <a:r>
              <a:rPr dirty="0" sz="2900" spc="-20">
                <a:solidFill>
                  <a:srgbClr val="0533E9"/>
                </a:solidFill>
                <a:latin typeface="Times New Roman"/>
                <a:cs typeface="Times New Roman"/>
              </a:rPr>
              <a:t>256, </a:t>
            </a:r>
            <a:r>
              <a:rPr dirty="0" sz="2900" spc="-25">
                <a:solidFill>
                  <a:srgbClr val="0533E9"/>
                </a:solidFill>
                <a:latin typeface="Times New Roman"/>
                <a:cs typeface="Times New Roman"/>
              </a:rPr>
              <a:t>SHA-512</a:t>
            </a:r>
            <a:endParaRPr sz="2900">
              <a:latin typeface="Times New Roman"/>
              <a:cs typeface="Times New Roman"/>
            </a:endParaRPr>
          </a:p>
          <a:p>
            <a:pPr marL="367030" indent="-354330">
              <a:lnSpc>
                <a:spcPct val="100000"/>
              </a:lnSpc>
              <a:spcBef>
                <a:spcPts val="630"/>
              </a:spcBef>
              <a:buChar char="•"/>
              <a:tabLst>
                <a:tab pos="367030" algn="l"/>
              </a:tabLst>
            </a:pPr>
            <a:r>
              <a:rPr dirty="0" sz="2900" spc="-25">
                <a:solidFill>
                  <a:srgbClr val="0533E9"/>
                </a:solidFill>
                <a:latin typeface="Times New Roman"/>
                <a:cs typeface="Times New Roman"/>
              </a:rPr>
              <a:t>RIPEMD-160</a:t>
            </a:r>
            <a:endParaRPr sz="29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51742" y="3710759"/>
            <a:ext cx="3075940" cy="2626360"/>
          </a:xfrm>
          <a:prstGeom prst="rect">
            <a:avLst/>
          </a:prstGeom>
          <a:solidFill>
            <a:srgbClr val="73A4FE"/>
          </a:solidFill>
        </p:spPr>
        <p:txBody>
          <a:bodyPr wrap="square" lIns="0" tIns="50165" rIns="0" bIns="0" rtlCol="0" vert="horz">
            <a:spAutoFit/>
          </a:bodyPr>
          <a:lstStyle/>
          <a:p>
            <a:pPr marL="94615" marR="116839">
              <a:lnSpc>
                <a:spcPct val="100499"/>
              </a:lnSpc>
              <a:spcBef>
                <a:spcPts val="395"/>
              </a:spcBef>
            </a:pPr>
            <a:r>
              <a:rPr dirty="0" sz="1650" i="1">
                <a:latin typeface="Times New Roman"/>
                <a:cs typeface="Times New Roman"/>
              </a:rPr>
              <a:t>This</a:t>
            </a:r>
            <a:r>
              <a:rPr dirty="0" sz="1650" spc="-5" i="1">
                <a:latin typeface="Times New Roman"/>
                <a:cs typeface="Times New Roman"/>
              </a:rPr>
              <a:t> </a:t>
            </a:r>
            <a:r>
              <a:rPr dirty="0" sz="1650" i="1">
                <a:latin typeface="Times New Roman"/>
                <a:cs typeface="Times New Roman"/>
              </a:rPr>
              <a:t>is</a:t>
            </a:r>
            <a:r>
              <a:rPr dirty="0" sz="1650" spc="-5" i="1">
                <a:latin typeface="Times New Roman"/>
                <a:cs typeface="Times New Roman"/>
              </a:rPr>
              <a:t> </a:t>
            </a:r>
            <a:r>
              <a:rPr dirty="0" sz="1650" i="1">
                <a:latin typeface="Times New Roman"/>
                <a:cs typeface="Times New Roman"/>
              </a:rPr>
              <a:t>an</a:t>
            </a:r>
            <a:r>
              <a:rPr dirty="0" sz="1650" spc="-5" i="1">
                <a:latin typeface="Times New Roman"/>
                <a:cs typeface="Times New Roman"/>
              </a:rPr>
              <a:t> </a:t>
            </a:r>
            <a:r>
              <a:rPr dirty="0" sz="1650" i="1">
                <a:latin typeface="Times New Roman"/>
                <a:cs typeface="Times New Roman"/>
              </a:rPr>
              <a:t>input</a:t>
            </a:r>
            <a:r>
              <a:rPr dirty="0" sz="1650" spc="-5" i="1">
                <a:latin typeface="Times New Roman"/>
                <a:cs typeface="Times New Roman"/>
              </a:rPr>
              <a:t> </a:t>
            </a:r>
            <a:r>
              <a:rPr dirty="0" sz="1650" i="1">
                <a:latin typeface="Times New Roman"/>
                <a:cs typeface="Times New Roman"/>
              </a:rPr>
              <a:t>to</a:t>
            </a:r>
            <a:r>
              <a:rPr dirty="0" sz="1650" spc="-5" i="1">
                <a:latin typeface="Times New Roman"/>
                <a:cs typeface="Times New Roman"/>
              </a:rPr>
              <a:t> </a:t>
            </a:r>
            <a:r>
              <a:rPr dirty="0" sz="1650" spc="-50" i="1">
                <a:latin typeface="Times New Roman"/>
                <a:cs typeface="Times New Roman"/>
              </a:rPr>
              <a:t>a</a:t>
            </a:r>
            <a:r>
              <a:rPr dirty="0" sz="1650" spc="-50" i="1">
                <a:latin typeface="Times New Roman"/>
                <a:cs typeface="Times New Roman"/>
              </a:rPr>
              <a:t> </a:t>
            </a:r>
            <a:r>
              <a:rPr dirty="0" sz="1650" i="1">
                <a:latin typeface="Times New Roman"/>
                <a:cs typeface="Times New Roman"/>
              </a:rPr>
              <a:t>cryptographic</a:t>
            </a:r>
            <a:r>
              <a:rPr dirty="0" sz="1650" spc="-25" i="1">
                <a:latin typeface="Times New Roman"/>
                <a:cs typeface="Times New Roman"/>
              </a:rPr>
              <a:t> </a:t>
            </a:r>
            <a:r>
              <a:rPr dirty="0" sz="1650" i="1">
                <a:latin typeface="Times New Roman"/>
                <a:cs typeface="Times New Roman"/>
              </a:rPr>
              <a:t>hash</a:t>
            </a:r>
            <a:r>
              <a:rPr dirty="0" sz="1650" spc="-20" i="1">
                <a:latin typeface="Times New Roman"/>
                <a:cs typeface="Times New Roman"/>
              </a:rPr>
              <a:t> </a:t>
            </a:r>
            <a:r>
              <a:rPr dirty="0" sz="1650" i="1">
                <a:latin typeface="Times New Roman"/>
                <a:cs typeface="Times New Roman"/>
              </a:rPr>
              <a:t>function.</a:t>
            </a:r>
            <a:r>
              <a:rPr dirty="0" sz="1650" spc="365" i="1">
                <a:latin typeface="Times New Roman"/>
                <a:cs typeface="Times New Roman"/>
              </a:rPr>
              <a:t> </a:t>
            </a:r>
            <a:r>
              <a:rPr dirty="0" sz="1650" spc="-25" i="1">
                <a:latin typeface="Times New Roman"/>
                <a:cs typeface="Times New Roman"/>
              </a:rPr>
              <a:t>The </a:t>
            </a:r>
            <a:r>
              <a:rPr dirty="0" sz="1650" i="1">
                <a:latin typeface="Times New Roman"/>
                <a:cs typeface="Times New Roman"/>
              </a:rPr>
              <a:t>input</a:t>
            </a:r>
            <a:r>
              <a:rPr dirty="0" sz="1650" spc="-10" i="1">
                <a:latin typeface="Times New Roman"/>
                <a:cs typeface="Times New Roman"/>
              </a:rPr>
              <a:t> </a:t>
            </a:r>
            <a:r>
              <a:rPr dirty="0" sz="1650" i="1">
                <a:latin typeface="Times New Roman"/>
                <a:cs typeface="Times New Roman"/>
              </a:rPr>
              <a:t>is</a:t>
            </a:r>
            <a:r>
              <a:rPr dirty="0" sz="1650" spc="-10" i="1">
                <a:latin typeface="Times New Roman"/>
                <a:cs typeface="Times New Roman"/>
              </a:rPr>
              <a:t> </a:t>
            </a:r>
            <a:r>
              <a:rPr dirty="0" sz="1650" i="1">
                <a:latin typeface="Times New Roman"/>
                <a:cs typeface="Times New Roman"/>
              </a:rPr>
              <a:t>a</a:t>
            </a:r>
            <a:r>
              <a:rPr dirty="0" sz="1650" spc="-10" i="1">
                <a:latin typeface="Times New Roman"/>
                <a:cs typeface="Times New Roman"/>
              </a:rPr>
              <a:t> </a:t>
            </a:r>
            <a:r>
              <a:rPr dirty="0" sz="1650" i="1">
                <a:latin typeface="Times New Roman"/>
                <a:cs typeface="Times New Roman"/>
              </a:rPr>
              <a:t>very</a:t>
            </a:r>
            <a:r>
              <a:rPr dirty="0" sz="1650" spc="-10" i="1">
                <a:latin typeface="Times New Roman"/>
                <a:cs typeface="Times New Roman"/>
              </a:rPr>
              <a:t> </a:t>
            </a:r>
            <a:r>
              <a:rPr dirty="0" sz="1650" i="1">
                <a:latin typeface="Times New Roman"/>
                <a:cs typeface="Times New Roman"/>
              </a:rPr>
              <a:t>long</a:t>
            </a:r>
            <a:r>
              <a:rPr dirty="0" sz="1650" spc="-10" i="1">
                <a:latin typeface="Times New Roman"/>
                <a:cs typeface="Times New Roman"/>
              </a:rPr>
              <a:t> </a:t>
            </a:r>
            <a:r>
              <a:rPr dirty="0" sz="1650" i="1">
                <a:latin typeface="Times New Roman"/>
                <a:cs typeface="Times New Roman"/>
              </a:rPr>
              <a:t>string,</a:t>
            </a:r>
            <a:r>
              <a:rPr dirty="0" sz="1650" spc="-10" i="1">
                <a:latin typeface="Times New Roman"/>
                <a:cs typeface="Times New Roman"/>
              </a:rPr>
              <a:t> </a:t>
            </a:r>
            <a:r>
              <a:rPr dirty="0" sz="1650" i="1">
                <a:latin typeface="Times New Roman"/>
                <a:cs typeface="Times New Roman"/>
              </a:rPr>
              <a:t>that</a:t>
            </a:r>
            <a:r>
              <a:rPr dirty="0" sz="1650" spc="-5" i="1">
                <a:latin typeface="Times New Roman"/>
                <a:cs typeface="Times New Roman"/>
              </a:rPr>
              <a:t> </a:t>
            </a:r>
            <a:r>
              <a:rPr dirty="0" sz="1650" spc="-25" i="1">
                <a:latin typeface="Times New Roman"/>
                <a:cs typeface="Times New Roman"/>
              </a:rPr>
              <a:t>is </a:t>
            </a:r>
            <a:r>
              <a:rPr dirty="0" sz="1650" i="1">
                <a:latin typeface="Times New Roman"/>
                <a:cs typeface="Times New Roman"/>
              </a:rPr>
              <a:t>reduced</a:t>
            </a:r>
            <a:r>
              <a:rPr dirty="0" sz="1650" spc="-30" i="1">
                <a:latin typeface="Times New Roman"/>
                <a:cs typeface="Times New Roman"/>
              </a:rPr>
              <a:t> </a:t>
            </a:r>
            <a:r>
              <a:rPr dirty="0" sz="1650" i="1">
                <a:latin typeface="Times New Roman"/>
                <a:cs typeface="Times New Roman"/>
              </a:rPr>
              <a:t>by</a:t>
            </a:r>
            <a:r>
              <a:rPr dirty="0" sz="1650" spc="-25" i="1">
                <a:latin typeface="Times New Roman"/>
                <a:cs typeface="Times New Roman"/>
              </a:rPr>
              <a:t> </a:t>
            </a:r>
            <a:r>
              <a:rPr dirty="0" sz="1650" i="1">
                <a:latin typeface="Times New Roman"/>
                <a:cs typeface="Times New Roman"/>
              </a:rPr>
              <a:t>the</a:t>
            </a:r>
            <a:r>
              <a:rPr dirty="0" sz="1650" spc="-25" i="1">
                <a:latin typeface="Times New Roman"/>
                <a:cs typeface="Times New Roman"/>
              </a:rPr>
              <a:t> </a:t>
            </a:r>
            <a:r>
              <a:rPr dirty="0" sz="1650" i="1">
                <a:latin typeface="Times New Roman"/>
                <a:cs typeface="Times New Roman"/>
              </a:rPr>
              <a:t>hash</a:t>
            </a:r>
            <a:r>
              <a:rPr dirty="0" sz="1650" spc="-25" i="1">
                <a:latin typeface="Times New Roman"/>
                <a:cs typeface="Times New Roman"/>
              </a:rPr>
              <a:t> </a:t>
            </a:r>
            <a:r>
              <a:rPr dirty="0" sz="1650" i="1">
                <a:latin typeface="Times New Roman"/>
                <a:cs typeface="Times New Roman"/>
              </a:rPr>
              <a:t>function</a:t>
            </a:r>
            <a:r>
              <a:rPr dirty="0" sz="1650" spc="-25" i="1">
                <a:latin typeface="Times New Roman"/>
                <a:cs typeface="Times New Roman"/>
              </a:rPr>
              <a:t> </a:t>
            </a:r>
            <a:r>
              <a:rPr dirty="0" sz="1650" i="1">
                <a:latin typeface="Times New Roman"/>
                <a:cs typeface="Times New Roman"/>
              </a:rPr>
              <a:t>to</a:t>
            </a:r>
            <a:r>
              <a:rPr dirty="0" sz="1650" spc="-25" i="1">
                <a:latin typeface="Times New Roman"/>
                <a:cs typeface="Times New Roman"/>
              </a:rPr>
              <a:t> </a:t>
            </a:r>
            <a:r>
              <a:rPr dirty="0" sz="1650" spc="-50" i="1">
                <a:latin typeface="Times New Roman"/>
                <a:cs typeface="Times New Roman"/>
              </a:rPr>
              <a:t>a </a:t>
            </a:r>
            <a:r>
              <a:rPr dirty="0" sz="1650" i="1">
                <a:latin typeface="Times New Roman"/>
                <a:cs typeface="Times New Roman"/>
              </a:rPr>
              <a:t>string</a:t>
            </a:r>
            <a:r>
              <a:rPr dirty="0" sz="1650" spc="-25" i="1">
                <a:latin typeface="Times New Roman"/>
                <a:cs typeface="Times New Roman"/>
              </a:rPr>
              <a:t> </a:t>
            </a:r>
            <a:r>
              <a:rPr dirty="0" sz="1650" i="1">
                <a:latin typeface="Times New Roman"/>
                <a:cs typeface="Times New Roman"/>
              </a:rPr>
              <a:t>of</a:t>
            </a:r>
            <a:r>
              <a:rPr dirty="0" sz="1650" spc="-25" i="1">
                <a:latin typeface="Times New Roman"/>
                <a:cs typeface="Times New Roman"/>
              </a:rPr>
              <a:t> </a:t>
            </a:r>
            <a:r>
              <a:rPr dirty="0" sz="1650" i="1">
                <a:latin typeface="Times New Roman"/>
                <a:cs typeface="Times New Roman"/>
              </a:rPr>
              <a:t>fixed</a:t>
            </a:r>
            <a:r>
              <a:rPr dirty="0" sz="1650" spc="-25" i="1">
                <a:latin typeface="Times New Roman"/>
                <a:cs typeface="Times New Roman"/>
              </a:rPr>
              <a:t> </a:t>
            </a:r>
            <a:r>
              <a:rPr dirty="0" sz="1650" i="1">
                <a:latin typeface="Times New Roman"/>
                <a:cs typeface="Times New Roman"/>
              </a:rPr>
              <a:t>length.</a:t>
            </a:r>
            <a:r>
              <a:rPr dirty="0" sz="1650" spc="360" i="1">
                <a:latin typeface="Times New Roman"/>
                <a:cs typeface="Times New Roman"/>
              </a:rPr>
              <a:t> </a:t>
            </a:r>
            <a:r>
              <a:rPr dirty="0" sz="1650" i="1">
                <a:latin typeface="Times New Roman"/>
                <a:cs typeface="Times New Roman"/>
              </a:rPr>
              <a:t>There</a:t>
            </a:r>
            <a:r>
              <a:rPr dirty="0" sz="1650" spc="-25" i="1">
                <a:latin typeface="Times New Roman"/>
                <a:cs typeface="Times New Roman"/>
              </a:rPr>
              <a:t> are </a:t>
            </a:r>
            <a:r>
              <a:rPr dirty="0" sz="1650" i="1">
                <a:latin typeface="Times New Roman"/>
                <a:cs typeface="Times New Roman"/>
              </a:rPr>
              <a:t>additional</a:t>
            </a:r>
            <a:r>
              <a:rPr dirty="0" sz="1650" spc="-45" i="1">
                <a:latin typeface="Times New Roman"/>
                <a:cs typeface="Times New Roman"/>
              </a:rPr>
              <a:t> </a:t>
            </a:r>
            <a:r>
              <a:rPr dirty="0" sz="1650" i="1">
                <a:latin typeface="Times New Roman"/>
                <a:cs typeface="Times New Roman"/>
              </a:rPr>
              <a:t>security</a:t>
            </a:r>
            <a:r>
              <a:rPr dirty="0" sz="1650" spc="-40" i="1">
                <a:latin typeface="Times New Roman"/>
                <a:cs typeface="Times New Roman"/>
              </a:rPr>
              <a:t> </a:t>
            </a:r>
            <a:r>
              <a:rPr dirty="0" sz="1650" i="1">
                <a:latin typeface="Times New Roman"/>
                <a:cs typeface="Times New Roman"/>
              </a:rPr>
              <a:t>conditions:</a:t>
            </a:r>
            <a:r>
              <a:rPr dirty="0" sz="1650" spc="-40" i="1">
                <a:latin typeface="Times New Roman"/>
                <a:cs typeface="Times New Roman"/>
              </a:rPr>
              <a:t> </a:t>
            </a:r>
            <a:r>
              <a:rPr dirty="0" sz="1650" spc="-25" i="1">
                <a:latin typeface="Times New Roman"/>
                <a:cs typeface="Times New Roman"/>
              </a:rPr>
              <a:t>it </a:t>
            </a:r>
            <a:r>
              <a:rPr dirty="0" sz="1650" i="1">
                <a:latin typeface="Times New Roman"/>
                <a:cs typeface="Times New Roman"/>
              </a:rPr>
              <a:t>should</a:t>
            </a:r>
            <a:r>
              <a:rPr dirty="0" sz="1650" spc="-25" i="1">
                <a:latin typeface="Times New Roman"/>
                <a:cs typeface="Times New Roman"/>
              </a:rPr>
              <a:t> </a:t>
            </a:r>
            <a:r>
              <a:rPr dirty="0" sz="1650" i="1">
                <a:latin typeface="Times New Roman"/>
                <a:cs typeface="Times New Roman"/>
              </a:rPr>
              <a:t>be</a:t>
            </a:r>
            <a:r>
              <a:rPr dirty="0" sz="1650" spc="-20" i="1">
                <a:latin typeface="Times New Roman"/>
                <a:cs typeface="Times New Roman"/>
              </a:rPr>
              <a:t> </a:t>
            </a:r>
            <a:r>
              <a:rPr dirty="0" sz="1650" i="1">
                <a:latin typeface="Times New Roman"/>
                <a:cs typeface="Times New Roman"/>
              </a:rPr>
              <a:t>very</a:t>
            </a:r>
            <a:r>
              <a:rPr dirty="0" sz="1650" spc="-20" i="1">
                <a:latin typeface="Times New Roman"/>
                <a:cs typeface="Times New Roman"/>
              </a:rPr>
              <a:t> </a:t>
            </a:r>
            <a:r>
              <a:rPr dirty="0" sz="1650" i="1">
                <a:latin typeface="Times New Roman"/>
                <a:cs typeface="Times New Roman"/>
              </a:rPr>
              <a:t>hard</a:t>
            </a:r>
            <a:r>
              <a:rPr dirty="0" sz="1650" spc="-25" i="1">
                <a:latin typeface="Times New Roman"/>
                <a:cs typeface="Times New Roman"/>
              </a:rPr>
              <a:t> </a:t>
            </a:r>
            <a:r>
              <a:rPr dirty="0" sz="1650" i="1">
                <a:latin typeface="Times New Roman"/>
                <a:cs typeface="Times New Roman"/>
              </a:rPr>
              <a:t>to</a:t>
            </a:r>
            <a:r>
              <a:rPr dirty="0" sz="1650" spc="-20" i="1">
                <a:latin typeface="Times New Roman"/>
                <a:cs typeface="Times New Roman"/>
              </a:rPr>
              <a:t> </a:t>
            </a:r>
            <a:r>
              <a:rPr dirty="0" sz="1650" i="1">
                <a:latin typeface="Times New Roman"/>
                <a:cs typeface="Times New Roman"/>
              </a:rPr>
              <a:t>find</a:t>
            </a:r>
            <a:r>
              <a:rPr dirty="0" sz="1650" spc="-20" i="1">
                <a:latin typeface="Times New Roman"/>
                <a:cs typeface="Times New Roman"/>
              </a:rPr>
              <a:t> </a:t>
            </a:r>
            <a:r>
              <a:rPr dirty="0" sz="1650" spc="-25" i="1">
                <a:latin typeface="Times New Roman"/>
                <a:cs typeface="Times New Roman"/>
              </a:rPr>
              <a:t>an </a:t>
            </a:r>
            <a:r>
              <a:rPr dirty="0" sz="1650" i="1">
                <a:latin typeface="Times New Roman"/>
                <a:cs typeface="Times New Roman"/>
              </a:rPr>
              <a:t>input</a:t>
            </a:r>
            <a:r>
              <a:rPr dirty="0" sz="1650" spc="-15" i="1">
                <a:latin typeface="Times New Roman"/>
                <a:cs typeface="Times New Roman"/>
              </a:rPr>
              <a:t> </a:t>
            </a:r>
            <a:r>
              <a:rPr dirty="0" sz="1650" i="1">
                <a:latin typeface="Times New Roman"/>
                <a:cs typeface="Times New Roman"/>
              </a:rPr>
              <a:t>hashing</a:t>
            </a:r>
            <a:r>
              <a:rPr dirty="0" sz="1650" spc="-15" i="1">
                <a:latin typeface="Times New Roman"/>
                <a:cs typeface="Times New Roman"/>
              </a:rPr>
              <a:t> </a:t>
            </a:r>
            <a:r>
              <a:rPr dirty="0" sz="1650" i="1">
                <a:latin typeface="Times New Roman"/>
                <a:cs typeface="Times New Roman"/>
              </a:rPr>
              <a:t>to</a:t>
            </a:r>
            <a:r>
              <a:rPr dirty="0" sz="1650" spc="-15" i="1">
                <a:latin typeface="Times New Roman"/>
                <a:cs typeface="Times New Roman"/>
              </a:rPr>
              <a:t> </a:t>
            </a:r>
            <a:r>
              <a:rPr dirty="0" sz="1650" i="1">
                <a:latin typeface="Times New Roman"/>
                <a:cs typeface="Times New Roman"/>
              </a:rPr>
              <a:t>a</a:t>
            </a:r>
            <a:r>
              <a:rPr dirty="0" sz="1650" spc="-10" i="1">
                <a:latin typeface="Times New Roman"/>
                <a:cs typeface="Times New Roman"/>
              </a:rPr>
              <a:t> </a:t>
            </a:r>
            <a:r>
              <a:rPr dirty="0" sz="1650" i="1">
                <a:latin typeface="Times New Roman"/>
                <a:cs typeface="Times New Roman"/>
              </a:rPr>
              <a:t>given</a:t>
            </a:r>
            <a:r>
              <a:rPr dirty="0" sz="1650" spc="-15" i="1">
                <a:latin typeface="Times New Roman"/>
                <a:cs typeface="Times New Roman"/>
              </a:rPr>
              <a:t> </a:t>
            </a:r>
            <a:r>
              <a:rPr dirty="0" sz="1650" i="1">
                <a:latin typeface="Times New Roman"/>
                <a:cs typeface="Times New Roman"/>
              </a:rPr>
              <a:t>value</a:t>
            </a:r>
            <a:r>
              <a:rPr dirty="0" sz="1650" spc="-15" i="1">
                <a:latin typeface="Times New Roman"/>
                <a:cs typeface="Times New Roman"/>
              </a:rPr>
              <a:t> </a:t>
            </a:r>
            <a:r>
              <a:rPr dirty="0" sz="1650" spc="-25" i="1">
                <a:latin typeface="Times New Roman"/>
                <a:cs typeface="Times New Roman"/>
              </a:rPr>
              <a:t>(a </a:t>
            </a:r>
            <a:r>
              <a:rPr dirty="0" sz="1650" i="1">
                <a:latin typeface="Times New Roman"/>
                <a:cs typeface="Times New Roman"/>
              </a:rPr>
              <a:t>preimage)</a:t>
            </a:r>
            <a:r>
              <a:rPr dirty="0" sz="1650" spc="-30" i="1">
                <a:latin typeface="Times New Roman"/>
                <a:cs typeface="Times New Roman"/>
              </a:rPr>
              <a:t> </a:t>
            </a:r>
            <a:r>
              <a:rPr dirty="0" sz="1650" i="1">
                <a:latin typeface="Times New Roman"/>
                <a:cs typeface="Times New Roman"/>
              </a:rPr>
              <a:t>or</a:t>
            </a:r>
            <a:r>
              <a:rPr dirty="0" sz="1650" spc="-30" i="1">
                <a:latin typeface="Times New Roman"/>
                <a:cs typeface="Times New Roman"/>
              </a:rPr>
              <a:t> </a:t>
            </a:r>
            <a:r>
              <a:rPr dirty="0" sz="1650" i="1">
                <a:latin typeface="Times New Roman"/>
                <a:cs typeface="Times New Roman"/>
              </a:rPr>
              <a:t>to</a:t>
            </a:r>
            <a:r>
              <a:rPr dirty="0" sz="1650" spc="-25" i="1">
                <a:latin typeface="Times New Roman"/>
                <a:cs typeface="Times New Roman"/>
              </a:rPr>
              <a:t> </a:t>
            </a:r>
            <a:r>
              <a:rPr dirty="0" sz="1650" i="1">
                <a:latin typeface="Times New Roman"/>
                <a:cs typeface="Times New Roman"/>
              </a:rPr>
              <a:t>find</a:t>
            </a:r>
            <a:r>
              <a:rPr dirty="0" sz="1650" spc="-30" i="1">
                <a:latin typeface="Times New Roman"/>
                <a:cs typeface="Times New Roman"/>
              </a:rPr>
              <a:t> </a:t>
            </a:r>
            <a:r>
              <a:rPr dirty="0" sz="1650" i="1">
                <a:latin typeface="Times New Roman"/>
                <a:cs typeface="Times New Roman"/>
              </a:rPr>
              <a:t>two</a:t>
            </a:r>
            <a:r>
              <a:rPr dirty="0" sz="1650" spc="-30" i="1">
                <a:latin typeface="Times New Roman"/>
                <a:cs typeface="Times New Roman"/>
              </a:rPr>
              <a:t> </a:t>
            </a:r>
            <a:r>
              <a:rPr dirty="0" sz="1650" spc="-10" i="1">
                <a:latin typeface="Times New Roman"/>
                <a:cs typeface="Times New Roman"/>
              </a:rPr>
              <a:t>colliding </a:t>
            </a:r>
            <a:r>
              <a:rPr dirty="0" sz="1650" i="1">
                <a:latin typeface="Times New Roman"/>
                <a:cs typeface="Times New Roman"/>
              </a:rPr>
              <a:t>inputs</a:t>
            </a:r>
            <a:r>
              <a:rPr dirty="0" sz="1650" spc="-5" i="1">
                <a:latin typeface="Times New Roman"/>
                <a:cs typeface="Times New Roman"/>
              </a:rPr>
              <a:t> </a:t>
            </a:r>
            <a:r>
              <a:rPr dirty="0" sz="1650" i="1">
                <a:latin typeface="Times New Roman"/>
                <a:cs typeface="Times New Roman"/>
              </a:rPr>
              <a:t>(a</a:t>
            </a:r>
            <a:r>
              <a:rPr dirty="0" sz="1650" spc="-5" i="1">
                <a:latin typeface="Times New Roman"/>
                <a:cs typeface="Times New Roman"/>
              </a:rPr>
              <a:t> </a:t>
            </a:r>
            <a:r>
              <a:rPr dirty="0" sz="1650" spc="-10" i="1">
                <a:latin typeface="Times New Roman"/>
                <a:cs typeface="Times New Roman"/>
              </a:rPr>
              <a:t>collision).</a:t>
            </a:r>
            <a:endParaRPr sz="1650">
              <a:latin typeface="Times New Roman"/>
              <a:cs typeface="Times New Roman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3927460" y="3693504"/>
            <a:ext cx="2681605" cy="2555875"/>
            <a:chOff x="3927460" y="3693504"/>
            <a:chExt cx="2681605" cy="2555875"/>
          </a:xfrm>
        </p:grpSpPr>
        <p:sp>
          <p:nvSpPr>
            <p:cNvPr id="6" name="object 6"/>
            <p:cNvSpPr/>
            <p:nvPr/>
          </p:nvSpPr>
          <p:spPr>
            <a:xfrm>
              <a:off x="3927460" y="5037047"/>
              <a:ext cx="828675" cy="0"/>
            </a:xfrm>
            <a:custGeom>
              <a:avLst/>
              <a:gdLst/>
              <a:ahLst/>
              <a:cxnLst/>
              <a:rect l="l" t="t" r="r" b="b"/>
              <a:pathLst>
                <a:path w="828675" h="0">
                  <a:moveTo>
                    <a:pt x="0" y="0"/>
                  </a:moveTo>
                  <a:lnTo>
                    <a:pt x="828135" y="0"/>
                  </a:lnTo>
                </a:path>
              </a:pathLst>
            </a:custGeom>
            <a:ln w="3943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4676729" y="4977888"/>
              <a:ext cx="118745" cy="118745"/>
            </a:xfrm>
            <a:custGeom>
              <a:avLst/>
              <a:gdLst/>
              <a:ahLst/>
              <a:cxnLst/>
              <a:rect l="l" t="t" r="r" b="b"/>
              <a:pathLst>
                <a:path w="118745" h="118745">
                  <a:moveTo>
                    <a:pt x="0" y="0"/>
                  </a:moveTo>
                  <a:lnTo>
                    <a:pt x="0" y="118318"/>
                  </a:lnTo>
                  <a:lnTo>
                    <a:pt x="118300" y="591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4794271" y="3700076"/>
              <a:ext cx="946785" cy="2542540"/>
            </a:xfrm>
            <a:custGeom>
              <a:avLst/>
              <a:gdLst/>
              <a:ahLst/>
              <a:cxnLst/>
              <a:rect l="l" t="t" r="r" b="b"/>
              <a:pathLst>
                <a:path w="946785" h="2542540">
                  <a:moveTo>
                    <a:pt x="0" y="0"/>
                  </a:moveTo>
                  <a:lnTo>
                    <a:pt x="0" y="2542190"/>
                  </a:lnTo>
                  <a:lnTo>
                    <a:pt x="946403" y="1906643"/>
                  </a:lnTo>
                  <a:lnTo>
                    <a:pt x="946403" y="6355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8D4D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4794270" y="3700077"/>
              <a:ext cx="946785" cy="2542540"/>
            </a:xfrm>
            <a:custGeom>
              <a:avLst/>
              <a:gdLst/>
              <a:ahLst/>
              <a:cxnLst/>
              <a:rect l="l" t="t" r="r" b="b"/>
              <a:pathLst>
                <a:path w="946785" h="2542540">
                  <a:moveTo>
                    <a:pt x="0" y="2542188"/>
                  </a:moveTo>
                  <a:lnTo>
                    <a:pt x="946403" y="1906642"/>
                  </a:lnTo>
                  <a:lnTo>
                    <a:pt x="946403" y="635546"/>
                  </a:lnTo>
                  <a:lnTo>
                    <a:pt x="0" y="0"/>
                  </a:lnTo>
                  <a:lnTo>
                    <a:pt x="0" y="2542188"/>
                  </a:lnTo>
                  <a:close/>
                </a:path>
              </a:pathLst>
            </a:custGeom>
            <a:ln w="13144">
              <a:solidFill>
                <a:srgbClr val="38D4D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5741179" y="5037047"/>
              <a:ext cx="828675" cy="0"/>
            </a:xfrm>
            <a:custGeom>
              <a:avLst/>
              <a:gdLst/>
              <a:ahLst/>
              <a:cxnLst/>
              <a:rect l="l" t="t" r="r" b="b"/>
              <a:pathLst>
                <a:path w="828675" h="0">
                  <a:moveTo>
                    <a:pt x="0" y="0"/>
                  </a:moveTo>
                  <a:lnTo>
                    <a:pt x="828134" y="0"/>
                  </a:lnTo>
                </a:path>
              </a:pathLst>
            </a:custGeom>
            <a:ln w="3943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6490448" y="4977888"/>
              <a:ext cx="118745" cy="118745"/>
            </a:xfrm>
            <a:custGeom>
              <a:avLst/>
              <a:gdLst/>
              <a:ahLst/>
              <a:cxnLst/>
              <a:rect l="l" t="t" r="r" b="b"/>
              <a:pathLst>
                <a:path w="118745" h="118745">
                  <a:moveTo>
                    <a:pt x="0" y="0"/>
                  </a:moveTo>
                  <a:lnTo>
                    <a:pt x="0" y="118318"/>
                  </a:lnTo>
                  <a:lnTo>
                    <a:pt x="118299" y="591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/>
          <p:nvPr/>
        </p:nvSpPr>
        <p:spPr>
          <a:xfrm>
            <a:off x="6690973" y="4879923"/>
            <a:ext cx="3018790" cy="2781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650" spc="-10" i="1">
                <a:latin typeface="Arial"/>
                <a:cs typeface="Arial"/>
              </a:rPr>
              <a:t>1A3FD4128A198FB3CA345932</a:t>
            </a:r>
            <a:endParaRPr sz="165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586636" y="1301334"/>
            <a:ext cx="3907154" cy="1887220"/>
          </a:xfrm>
          <a:prstGeom prst="rect">
            <a:avLst/>
          </a:prstGeom>
        </p:spPr>
        <p:txBody>
          <a:bodyPr wrap="square" lIns="0" tIns="7620" rIns="0" bIns="0" rtlCol="0" vert="horz">
            <a:spAutoFit/>
          </a:bodyPr>
          <a:lstStyle/>
          <a:p>
            <a:pPr marL="367030" marR="535940" indent="-354965">
              <a:lnSpc>
                <a:spcPct val="101099"/>
              </a:lnSpc>
              <a:spcBef>
                <a:spcPts val="60"/>
              </a:spcBef>
              <a:buChar char="•"/>
              <a:tabLst>
                <a:tab pos="367030" algn="l"/>
              </a:tabLst>
            </a:pPr>
            <a:r>
              <a:rPr dirty="0" sz="2900">
                <a:latin typeface="Times New Roman"/>
                <a:cs typeface="Times New Roman"/>
              </a:rPr>
              <a:t>MDC</a:t>
            </a:r>
            <a:r>
              <a:rPr dirty="0" sz="2900" spc="-50">
                <a:latin typeface="Times New Roman"/>
                <a:cs typeface="Times New Roman"/>
              </a:rPr>
              <a:t> </a:t>
            </a:r>
            <a:r>
              <a:rPr dirty="0" sz="2900" spc="-10">
                <a:latin typeface="Times New Roman"/>
                <a:cs typeface="Times New Roman"/>
              </a:rPr>
              <a:t>(manipulation </a:t>
            </a:r>
            <a:r>
              <a:rPr dirty="0" sz="2900">
                <a:latin typeface="Times New Roman"/>
                <a:cs typeface="Times New Roman"/>
              </a:rPr>
              <a:t>detection</a:t>
            </a:r>
            <a:r>
              <a:rPr dirty="0" sz="2900" spc="-120">
                <a:latin typeface="Times New Roman"/>
                <a:cs typeface="Times New Roman"/>
              </a:rPr>
              <a:t> </a:t>
            </a:r>
            <a:r>
              <a:rPr dirty="0" sz="2900" spc="-10">
                <a:latin typeface="Times New Roman"/>
                <a:cs typeface="Times New Roman"/>
              </a:rPr>
              <a:t>code)</a:t>
            </a:r>
            <a:endParaRPr sz="2900">
              <a:latin typeface="Times New Roman"/>
              <a:cs typeface="Times New Roman"/>
            </a:endParaRPr>
          </a:p>
          <a:p>
            <a:pPr marL="367030" marR="5080" indent="-354965">
              <a:lnSpc>
                <a:spcPct val="102000"/>
              </a:lnSpc>
              <a:spcBef>
                <a:spcPts val="560"/>
              </a:spcBef>
              <a:buChar char="•"/>
              <a:tabLst>
                <a:tab pos="367030" algn="l"/>
              </a:tabLst>
            </a:pPr>
            <a:r>
              <a:rPr dirty="0" sz="2900">
                <a:latin typeface="Times New Roman"/>
                <a:cs typeface="Times New Roman"/>
              </a:rPr>
              <a:t>Protect</a:t>
            </a:r>
            <a:r>
              <a:rPr dirty="0" sz="2900" spc="-40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short</a:t>
            </a:r>
            <a:r>
              <a:rPr dirty="0" sz="2900" spc="-40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hash</a:t>
            </a:r>
            <a:r>
              <a:rPr dirty="0" sz="2900" spc="-40">
                <a:latin typeface="Times New Roman"/>
                <a:cs typeface="Times New Roman"/>
              </a:rPr>
              <a:t> </a:t>
            </a:r>
            <a:r>
              <a:rPr dirty="0" sz="2900" spc="-10">
                <a:latin typeface="Times New Roman"/>
                <a:cs typeface="Times New Roman"/>
              </a:rPr>
              <a:t>value </a:t>
            </a:r>
            <a:r>
              <a:rPr dirty="0" sz="2900">
                <a:latin typeface="Times New Roman"/>
                <a:cs typeface="Times New Roman"/>
              </a:rPr>
              <a:t>rather</a:t>
            </a:r>
            <a:r>
              <a:rPr dirty="0" sz="2900" spc="-55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than</a:t>
            </a:r>
            <a:r>
              <a:rPr dirty="0" sz="2900" spc="-55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long</a:t>
            </a:r>
            <a:r>
              <a:rPr dirty="0" sz="2900" spc="-50">
                <a:latin typeface="Times New Roman"/>
                <a:cs typeface="Times New Roman"/>
              </a:rPr>
              <a:t> </a:t>
            </a:r>
            <a:r>
              <a:rPr dirty="0" sz="2900" spc="-20">
                <a:latin typeface="Times New Roman"/>
                <a:cs typeface="Times New Roman"/>
              </a:rPr>
              <a:t>text</a:t>
            </a:r>
            <a:endParaRPr sz="29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083273" y="6731267"/>
            <a:ext cx="209550" cy="2463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50" spc="-25">
                <a:latin typeface="Times New Roman"/>
                <a:cs typeface="Times New Roman"/>
              </a:rPr>
              <a:t>54</a:t>
            </a:r>
            <a:endParaRPr sz="14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4201" y="413918"/>
            <a:ext cx="7633334" cy="5937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700">
                <a:latin typeface="Times New Roman"/>
                <a:cs typeface="Times New Roman"/>
              </a:rPr>
              <a:t>MDC</a:t>
            </a:r>
            <a:r>
              <a:rPr dirty="0" sz="3700" spc="-20">
                <a:latin typeface="Times New Roman"/>
                <a:cs typeface="Times New Roman"/>
              </a:rPr>
              <a:t> </a:t>
            </a:r>
            <a:r>
              <a:rPr dirty="0" sz="3700">
                <a:latin typeface="Times New Roman"/>
                <a:cs typeface="Times New Roman"/>
              </a:rPr>
              <a:t>Security</a:t>
            </a:r>
            <a:r>
              <a:rPr dirty="0" sz="3700" spc="-10">
                <a:latin typeface="Times New Roman"/>
                <a:cs typeface="Times New Roman"/>
              </a:rPr>
              <a:t> </a:t>
            </a:r>
            <a:r>
              <a:rPr dirty="0" sz="3700">
                <a:latin typeface="Times New Roman"/>
                <a:cs typeface="Times New Roman"/>
              </a:rPr>
              <a:t>requirements</a:t>
            </a:r>
            <a:r>
              <a:rPr dirty="0" sz="3700" spc="90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(n-bit</a:t>
            </a:r>
            <a:r>
              <a:rPr dirty="0" sz="3300" spc="-10">
                <a:latin typeface="Times New Roman"/>
                <a:cs typeface="Times New Roman"/>
              </a:rPr>
              <a:t> result)</a:t>
            </a:r>
            <a:endParaRPr sz="330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941603" y="2957910"/>
            <a:ext cx="1582420" cy="2016760"/>
            <a:chOff x="941603" y="2957910"/>
            <a:chExt cx="1582420" cy="2016760"/>
          </a:xfrm>
        </p:grpSpPr>
        <p:sp>
          <p:nvSpPr>
            <p:cNvPr id="4" name="object 4"/>
            <p:cNvSpPr/>
            <p:nvPr/>
          </p:nvSpPr>
          <p:spPr>
            <a:xfrm>
              <a:off x="1692260" y="2957910"/>
              <a:ext cx="0" cy="613410"/>
            </a:xfrm>
            <a:custGeom>
              <a:avLst/>
              <a:gdLst/>
              <a:ahLst/>
              <a:cxnLst/>
              <a:rect l="l" t="t" r="r" b="b"/>
              <a:pathLst>
                <a:path w="0" h="613410">
                  <a:moveTo>
                    <a:pt x="0" y="0"/>
                  </a:moveTo>
                  <a:lnTo>
                    <a:pt x="0" y="613119"/>
                  </a:lnTo>
                </a:path>
              </a:pathLst>
            </a:custGeom>
            <a:ln w="3943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633110" y="3492151"/>
              <a:ext cx="118745" cy="118745"/>
            </a:xfrm>
            <a:custGeom>
              <a:avLst/>
              <a:gdLst/>
              <a:ahLst/>
              <a:cxnLst/>
              <a:rect l="l" t="t" r="r" b="b"/>
              <a:pathLst>
                <a:path w="118744" h="118745">
                  <a:moveTo>
                    <a:pt x="118300" y="0"/>
                  </a:moveTo>
                  <a:lnTo>
                    <a:pt x="0" y="0"/>
                  </a:lnTo>
                  <a:lnTo>
                    <a:pt x="59150" y="118318"/>
                  </a:lnTo>
                  <a:lnTo>
                    <a:pt x="1183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948176" y="3609851"/>
              <a:ext cx="1569720" cy="711835"/>
            </a:xfrm>
            <a:custGeom>
              <a:avLst/>
              <a:gdLst/>
              <a:ahLst/>
              <a:cxnLst/>
              <a:rect l="l" t="t" r="r" b="b"/>
              <a:pathLst>
                <a:path w="1569720" h="711835">
                  <a:moveTo>
                    <a:pt x="1569124" y="0"/>
                  </a:moveTo>
                  <a:lnTo>
                    <a:pt x="0" y="0"/>
                  </a:lnTo>
                  <a:lnTo>
                    <a:pt x="392281" y="711647"/>
                  </a:lnTo>
                  <a:lnTo>
                    <a:pt x="1176843" y="711647"/>
                  </a:lnTo>
                  <a:lnTo>
                    <a:pt x="1569124" y="0"/>
                  </a:lnTo>
                  <a:close/>
                </a:path>
              </a:pathLst>
            </a:custGeom>
            <a:solidFill>
              <a:srgbClr val="00D2A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948176" y="3609851"/>
              <a:ext cx="1569720" cy="711835"/>
            </a:xfrm>
            <a:custGeom>
              <a:avLst/>
              <a:gdLst/>
              <a:ahLst/>
              <a:cxnLst/>
              <a:rect l="l" t="t" r="r" b="b"/>
              <a:pathLst>
                <a:path w="1569720" h="711835">
                  <a:moveTo>
                    <a:pt x="0" y="0"/>
                  </a:moveTo>
                  <a:lnTo>
                    <a:pt x="392281" y="711646"/>
                  </a:lnTo>
                  <a:lnTo>
                    <a:pt x="1176843" y="711646"/>
                  </a:lnTo>
                  <a:lnTo>
                    <a:pt x="1569124" y="0"/>
                  </a:lnTo>
                  <a:lnTo>
                    <a:pt x="0" y="0"/>
                  </a:lnTo>
                  <a:close/>
                </a:path>
              </a:pathLst>
            </a:custGeom>
            <a:ln w="13146">
              <a:solidFill>
                <a:srgbClr val="38D4D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1692260" y="4321773"/>
              <a:ext cx="0" cy="613410"/>
            </a:xfrm>
            <a:custGeom>
              <a:avLst/>
              <a:gdLst/>
              <a:ahLst/>
              <a:cxnLst/>
              <a:rect l="l" t="t" r="r" b="b"/>
              <a:pathLst>
                <a:path w="0" h="613410">
                  <a:moveTo>
                    <a:pt x="0" y="0"/>
                  </a:moveTo>
                  <a:lnTo>
                    <a:pt x="0" y="613119"/>
                  </a:lnTo>
                </a:path>
              </a:pathLst>
            </a:custGeom>
            <a:ln w="3943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633110" y="4856013"/>
              <a:ext cx="118745" cy="118745"/>
            </a:xfrm>
            <a:custGeom>
              <a:avLst/>
              <a:gdLst/>
              <a:ahLst/>
              <a:cxnLst/>
              <a:rect l="l" t="t" r="r" b="b"/>
              <a:pathLst>
                <a:path w="118744" h="118745">
                  <a:moveTo>
                    <a:pt x="118300" y="0"/>
                  </a:moveTo>
                  <a:lnTo>
                    <a:pt x="0" y="0"/>
                  </a:lnTo>
                  <a:lnTo>
                    <a:pt x="59150" y="118318"/>
                  </a:lnTo>
                  <a:lnTo>
                    <a:pt x="1183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1477537" y="3663220"/>
            <a:ext cx="288925" cy="5937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700" spc="-50" b="1">
                <a:latin typeface="Times New Roman"/>
                <a:cs typeface="Times New Roman"/>
              </a:rPr>
              <a:t>h</a:t>
            </a:r>
            <a:endParaRPr sz="37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471177" y="2254792"/>
            <a:ext cx="447040" cy="703580"/>
          </a:xfrm>
          <a:prstGeom prst="rect">
            <a:avLst/>
          </a:prstGeom>
          <a:ln w="39435">
            <a:solidFill>
              <a:srgbClr val="C51B21"/>
            </a:solidFill>
          </a:ln>
        </p:spPr>
        <p:txBody>
          <a:bodyPr wrap="square" lIns="0" tIns="50800" rIns="0" bIns="0" rtlCol="0" vert="horz">
            <a:spAutoFit/>
          </a:bodyPr>
          <a:lstStyle/>
          <a:p>
            <a:pPr marL="94615">
              <a:lnSpc>
                <a:spcPct val="100000"/>
              </a:lnSpc>
              <a:spcBef>
                <a:spcPts val="400"/>
              </a:spcBef>
            </a:pPr>
            <a:r>
              <a:rPr dirty="0" sz="3700" spc="-50" b="1">
                <a:solidFill>
                  <a:srgbClr val="B6001A"/>
                </a:solidFill>
                <a:latin typeface="Times New Roman"/>
                <a:cs typeface="Times New Roman"/>
              </a:rPr>
              <a:t>?</a:t>
            </a:r>
            <a:endParaRPr sz="37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329662" y="5079748"/>
            <a:ext cx="726440" cy="5302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3300" spc="-20">
                <a:latin typeface="Times New Roman"/>
                <a:cs typeface="Times New Roman"/>
              </a:rPr>
              <a:t>h(x)</a:t>
            </a:r>
            <a:endParaRPr sz="3300">
              <a:latin typeface="Times New Roman"/>
              <a:cs typeface="Times New Roman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3102230" y="2962674"/>
            <a:ext cx="1582420" cy="2016760"/>
            <a:chOff x="3102230" y="2962674"/>
            <a:chExt cx="1582420" cy="2016760"/>
          </a:xfrm>
        </p:grpSpPr>
        <p:sp>
          <p:nvSpPr>
            <p:cNvPr id="14" name="object 14"/>
            <p:cNvSpPr/>
            <p:nvPr/>
          </p:nvSpPr>
          <p:spPr>
            <a:xfrm>
              <a:off x="3852848" y="2962674"/>
              <a:ext cx="0" cy="613410"/>
            </a:xfrm>
            <a:custGeom>
              <a:avLst/>
              <a:gdLst/>
              <a:ahLst/>
              <a:cxnLst/>
              <a:rect l="l" t="t" r="r" b="b"/>
              <a:pathLst>
                <a:path w="0" h="613410">
                  <a:moveTo>
                    <a:pt x="0" y="0"/>
                  </a:moveTo>
                  <a:lnTo>
                    <a:pt x="0" y="613119"/>
                  </a:lnTo>
                </a:path>
              </a:pathLst>
            </a:custGeom>
            <a:ln w="3943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3793698" y="3496915"/>
              <a:ext cx="118745" cy="118745"/>
            </a:xfrm>
            <a:custGeom>
              <a:avLst/>
              <a:gdLst/>
              <a:ahLst/>
              <a:cxnLst/>
              <a:rect l="l" t="t" r="r" b="b"/>
              <a:pathLst>
                <a:path w="118745" h="118745">
                  <a:moveTo>
                    <a:pt x="118300" y="0"/>
                  </a:moveTo>
                  <a:lnTo>
                    <a:pt x="0" y="0"/>
                  </a:lnTo>
                  <a:lnTo>
                    <a:pt x="59150" y="118317"/>
                  </a:lnTo>
                  <a:lnTo>
                    <a:pt x="1183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3108803" y="3614780"/>
              <a:ext cx="1569720" cy="711835"/>
            </a:xfrm>
            <a:custGeom>
              <a:avLst/>
              <a:gdLst/>
              <a:ahLst/>
              <a:cxnLst/>
              <a:rect l="l" t="t" r="r" b="b"/>
              <a:pathLst>
                <a:path w="1569720" h="711835">
                  <a:moveTo>
                    <a:pt x="1569124" y="0"/>
                  </a:moveTo>
                  <a:lnTo>
                    <a:pt x="0" y="0"/>
                  </a:lnTo>
                  <a:lnTo>
                    <a:pt x="392281" y="711647"/>
                  </a:lnTo>
                  <a:lnTo>
                    <a:pt x="1176842" y="711647"/>
                  </a:lnTo>
                  <a:lnTo>
                    <a:pt x="1569124" y="0"/>
                  </a:lnTo>
                  <a:close/>
                </a:path>
              </a:pathLst>
            </a:custGeom>
            <a:solidFill>
              <a:srgbClr val="00D2A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3108803" y="3614780"/>
              <a:ext cx="1569720" cy="711835"/>
            </a:xfrm>
            <a:custGeom>
              <a:avLst/>
              <a:gdLst/>
              <a:ahLst/>
              <a:cxnLst/>
              <a:rect l="l" t="t" r="r" b="b"/>
              <a:pathLst>
                <a:path w="1569720" h="711835">
                  <a:moveTo>
                    <a:pt x="0" y="0"/>
                  </a:moveTo>
                  <a:lnTo>
                    <a:pt x="392281" y="711646"/>
                  </a:lnTo>
                  <a:lnTo>
                    <a:pt x="1176843" y="711646"/>
                  </a:lnTo>
                  <a:lnTo>
                    <a:pt x="1569125" y="0"/>
                  </a:lnTo>
                  <a:lnTo>
                    <a:pt x="0" y="0"/>
                  </a:lnTo>
                  <a:close/>
                </a:path>
              </a:pathLst>
            </a:custGeom>
            <a:ln w="13146">
              <a:solidFill>
                <a:srgbClr val="38D4D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3852848" y="4327330"/>
              <a:ext cx="0" cy="612775"/>
            </a:xfrm>
            <a:custGeom>
              <a:avLst/>
              <a:gdLst/>
              <a:ahLst/>
              <a:cxnLst/>
              <a:rect l="l" t="t" r="r" b="b"/>
              <a:pathLst>
                <a:path w="0" h="612775">
                  <a:moveTo>
                    <a:pt x="0" y="0"/>
                  </a:moveTo>
                  <a:lnTo>
                    <a:pt x="0" y="612325"/>
                  </a:lnTo>
                </a:path>
              </a:pathLst>
            </a:custGeom>
            <a:ln w="3943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3793698" y="4860777"/>
              <a:ext cx="118745" cy="118745"/>
            </a:xfrm>
            <a:custGeom>
              <a:avLst/>
              <a:gdLst/>
              <a:ahLst/>
              <a:cxnLst/>
              <a:rect l="l" t="t" r="r" b="b"/>
              <a:pathLst>
                <a:path w="118745" h="118745">
                  <a:moveTo>
                    <a:pt x="118300" y="0"/>
                  </a:moveTo>
                  <a:lnTo>
                    <a:pt x="0" y="0"/>
                  </a:lnTo>
                  <a:lnTo>
                    <a:pt x="59150" y="118317"/>
                  </a:lnTo>
                  <a:lnTo>
                    <a:pt x="1183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/>
          <p:cNvSpPr txBox="1"/>
          <p:nvPr/>
        </p:nvSpPr>
        <p:spPr>
          <a:xfrm>
            <a:off x="3638163" y="3668150"/>
            <a:ext cx="288925" cy="5937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700" spc="-50" b="1">
                <a:latin typeface="Times New Roman"/>
                <a:cs typeface="Times New Roman"/>
              </a:rPr>
              <a:t>h</a:t>
            </a:r>
            <a:endParaRPr sz="37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713744" y="2401164"/>
            <a:ext cx="236220" cy="5302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3300" spc="-50">
                <a:latin typeface="Times New Roman"/>
                <a:cs typeface="Times New Roman"/>
              </a:rPr>
              <a:t>x</a:t>
            </a:r>
            <a:endParaRPr sz="33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490287" y="5084678"/>
            <a:ext cx="726440" cy="5302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3300" spc="-20">
                <a:latin typeface="Times New Roman"/>
                <a:cs typeface="Times New Roman"/>
              </a:rPr>
              <a:t>h(x)</a:t>
            </a:r>
            <a:endParaRPr sz="3300">
              <a:latin typeface="Times New Roman"/>
              <a:cs typeface="Times New Roman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4740364" y="2957910"/>
            <a:ext cx="1582420" cy="2016760"/>
            <a:chOff x="4740364" y="2957910"/>
            <a:chExt cx="1582420" cy="2016760"/>
          </a:xfrm>
        </p:grpSpPr>
        <p:sp>
          <p:nvSpPr>
            <p:cNvPr id="24" name="object 24"/>
            <p:cNvSpPr/>
            <p:nvPr/>
          </p:nvSpPr>
          <p:spPr>
            <a:xfrm>
              <a:off x="5491148" y="2957910"/>
              <a:ext cx="0" cy="613410"/>
            </a:xfrm>
            <a:custGeom>
              <a:avLst/>
              <a:gdLst/>
              <a:ahLst/>
              <a:cxnLst/>
              <a:rect l="l" t="t" r="r" b="b"/>
              <a:pathLst>
                <a:path w="0" h="613410">
                  <a:moveTo>
                    <a:pt x="0" y="0"/>
                  </a:moveTo>
                  <a:lnTo>
                    <a:pt x="0" y="613119"/>
                  </a:lnTo>
                </a:path>
              </a:pathLst>
            </a:custGeom>
            <a:ln w="3943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5431998" y="3492151"/>
              <a:ext cx="118745" cy="118745"/>
            </a:xfrm>
            <a:custGeom>
              <a:avLst/>
              <a:gdLst/>
              <a:ahLst/>
              <a:cxnLst/>
              <a:rect l="l" t="t" r="r" b="b"/>
              <a:pathLst>
                <a:path w="118745" h="118745">
                  <a:moveTo>
                    <a:pt x="118300" y="0"/>
                  </a:moveTo>
                  <a:lnTo>
                    <a:pt x="0" y="0"/>
                  </a:lnTo>
                  <a:lnTo>
                    <a:pt x="59150" y="118318"/>
                  </a:lnTo>
                  <a:lnTo>
                    <a:pt x="1183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4746937" y="3609851"/>
              <a:ext cx="1569720" cy="711835"/>
            </a:xfrm>
            <a:custGeom>
              <a:avLst/>
              <a:gdLst/>
              <a:ahLst/>
              <a:cxnLst/>
              <a:rect l="l" t="t" r="r" b="b"/>
              <a:pathLst>
                <a:path w="1569720" h="711835">
                  <a:moveTo>
                    <a:pt x="1569124" y="0"/>
                  </a:moveTo>
                  <a:lnTo>
                    <a:pt x="0" y="0"/>
                  </a:lnTo>
                  <a:lnTo>
                    <a:pt x="392280" y="711647"/>
                  </a:lnTo>
                  <a:lnTo>
                    <a:pt x="1176842" y="711647"/>
                  </a:lnTo>
                  <a:lnTo>
                    <a:pt x="1569124" y="0"/>
                  </a:lnTo>
                  <a:close/>
                </a:path>
              </a:pathLst>
            </a:custGeom>
            <a:solidFill>
              <a:srgbClr val="00D2A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4746937" y="3609851"/>
              <a:ext cx="1569720" cy="711835"/>
            </a:xfrm>
            <a:custGeom>
              <a:avLst/>
              <a:gdLst/>
              <a:ahLst/>
              <a:cxnLst/>
              <a:rect l="l" t="t" r="r" b="b"/>
              <a:pathLst>
                <a:path w="1569720" h="711835">
                  <a:moveTo>
                    <a:pt x="0" y="0"/>
                  </a:moveTo>
                  <a:lnTo>
                    <a:pt x="392280" y="711646"/>
                  </a:lnTo>
                  <a:lnTo>
                    <a:pt x="1176843" y="711646"/>
                  </a:lnTo>
                  <a:lnTo>
                    <a:pt x="1569124" y="0"/>
                  </a:lnTo>
                  <a:lnTo>
                    <a:pt x="0" y="0"/>
                  </a:lnTo>
                  <a:close/>
                </a:path>
              </a:pathLst>
            </a:custGeom>
            <a:ln w="13146">
              <a:solidFill>
                <a:srgbClr val="38D4D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5491148" y="4321773"/>
              <a:ext cx="0" cy="613410"/>
            </a:xfrm>
            <a:custGeom>
              <a:avLst/>
              <a:gdLst/>
              <a:ahLst/>
              <a:cxnLst/>
              <a:rect l="l" t="t" r="r" b="b"/>
              <a:pathLst>
                <a:path w="0" h="613410">
                  <a:moveTo>
                    <a:pt x="0" y="0"/>
                  </a:moveTo>
                  <a:lnTo>
                    <a:pt x="0" y="613119"/>
                  </a:lnTo>
                </a:path>
              </a:pathLst>
            </a:custGeom>
            <a:ln w="3943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5431998" y="4856013"/>
              <a:ext cx="118745" cy="118745"/>
            </a:xfrm>
            <a:custGeom>
              <a:avLst/>
              <a:gdLst/>
              <a:ahLst/>
              <a:cxnLst/>
              <a:rect l="l" t="t" r="r" b="b"/>
              <a:pathLst>
                <a:path w="118745" h="118745">
                  <a:moveTo>
                    <a:pt x="118300" y="0"/>
                  </a:moveTo>
                  <a:lnTo>
                    <a:pt x="0" y="0"/>
                  </a:lnTo>
                  <a:lnTo>
                    <a:pt x="59150" y="118318"/>
                  </a:lnTo>
                  <a:lnTo>
                    <a:pt x="1183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" name="object 30"/>
          <p:cNvSpPr txBox="1"/>
          <p:nvPr/>
        </p:nvSpPr>
        <p:spPr>
          <a:xfrm>
            <a:off x="5276297" y="3663220"/>
            <a:ext cx="288925" cy="5937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700" spc="-50" b="1">
                <a:latin typeface="Times New Roman"/>
                <a:cs typeface="Times New Roman"/>
              </a:rPr>
              <a:t>h</a:t>
            </a:r>
            <a:endParaRPr sz="37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5269938" y="2254792"/>
            <a:ext cx="447040" cy="703580"/>
          </a:xfrm>
          <a:prstGeom prst="rect">
            <a:avLst/>
          </a:prstGeom>
          <a:ln w="39435">
            <a:solidFill>
              <a:srgbClr val="C51B21"/>
            </a:solidFill>
          </a:ln>
        </p:spPr>
        <p:txBody>
          <a:bodyPr wrap="square" lIns="0" tIns="50800" rIns="0" bIns="0" rtlCol="0" vert="horz">
            <a:spAutoFit/>
          </a:bodyPr>
          <a:lstStyle/>
          <a:p>
            <a:pPr marL="94615">
              <a:lnSpc>
                <a:spcPct val="100000"/>
              </a:lnSpc>
              <a:spcBef>
                <a:spcPts val="400"/>
              </a:spcBef>
            </a:pPr>
            <a:r>
              <a:rPr dirty="0" sz="3700" spc="-50" b="1">
                <a:solidFill>
                  <a:srgbClr val="B6001A"/>
                </a:solidFill>
                <a:latin typeface="Times New Roman"/>
                <a:cs typeface="Times New Roman"/>
              </a:rPr>
              <a:t>?</a:t>
            </a:r>
            <a:endParaRPr sz="37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5128422" y="5079748"/>
            <a:ext cx="866775" cy="5302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3300" spc="-10">
                <a:latin typeface="Times New Roman"/>
                <a:cs typeface="Times New Roman"/>
              </a:rPr>
              <a:t>h(x’)</a:t>
            </a:r>
            <a:endParaRPr sz="3300">
              <a:latin typeface="Times New Roman"/>
              <a:cs typeface="Times New Roman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8396177" y="2962674"/>
            <a:ext cx="1582420" cy="2016760"/>
            <a:chOff x="8396177" y="2962674"/>
            <a:chExt cx="1582420" cy="2016760"/>
          </a:xfrm>
        </p:grpSpPr>
        <p:sp>
          <p:nvSpPr>
            <p:cNvPr id="34" name="object 34"/>
            <p:cNvSpPr/>
            <p:nvPr/>
          </p:nvSpPr>
          <p:spPr>
            <a:xfrm>
              <a:off x="9146366" y="2962674"/>
              <a:ext cx="0" cy="613410"/>
            </a:xfrm>
            <a:custGeom>
              <a:avLst/>
              <a:gdLst/>
              <a:ahLst/>
              <a:cxnLst/>
              <a:rect l="l" t="t" r="r" b="b"/>
              <a:pathLst>
                <a:path w="0" h="613410">
                  <a:moveTo>
                    <a:pt x="0" y="0"/>
                  </a:moveTo>
                  <a:lnTo>
                    <a:pt x="0" y="613119"/>
                  </a:lnTo>
                </a:path>
              </a:pathLst>
            </a:custGeom>
            <a:ln w="3943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9087217" y="3496915"/>
              <a:ext cx="118745" cy="118745"/>
            </a:xfrm>
            <a:custGeom>
              <a:avLst/>
              <a:gdLst/>
              <a:ahLst/>
              <a:cxnLst/>
              <a:rect l="l" t="t" r="r" b="b"/>
              <a:pathLst>
                <a:path w="118745" h="118745">
                  <a:moveTo>
                    <a:pt x="118299" y="0"/>
                  </a:moveTo>
                  <a:lnTo>
                    <a:pt x="0" y="0"/>
                  </a:lnTo>
                  <a:lnTo>
                    <a:pt x="59148" y="118317"/>
                  </a:lnTo>
                  <a:lnTo>
                    <a:pt x="11829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8402750" y="3614780"/>
              <a:ext cx="1569720" cy="711835"/>
            </a:xfrm>
            <a:custGeom>
              <a:avLst/>
              <a:gdLst/>
              <a:ahLst/>
              <a:cxnLst/>
              <a:rect l="l" t="t" r="r" b="b"/>
              <a:pathLst>
                <a:path w="1569720" h="711835">
                  <a:moveTo>
                    <a:pt x="1569125" y="0"/>
                  </a:moveTo>
                  <a:lnTo>
                    <a:pt x="0" y="0"/>
                  </a:lnTo>
                  <a:lnTo>
                    <a:pt x="392281" y="711647"/>
                  </a:lnTo>
                  <a:lnTo>
                    <a:pt x="1176844" y="711647"/>
                  </a:lnTo>
                  <a:lnTo>
                    <a:pt x="1569125" y="0"/>
                  </a:lnTo>
                  <a:close/>
                </a:path>
              </a:pathLst>
            </a:custGeom>
            <a:solidFill>
              <a:srgbClr val="00D2A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8402750" y="3614780"/>
              <a:ext cx="1569720" cy="711835"/>
            </a:xfrm>
            <a:custGeom>
              <a:avLst/>
              <a:gdLst/>
              <a:ahLst/>
              <a:cxnLst/>
              <a:rect l="l" t="t" r="r" b="b"/>
              <a:pathLst>
                <a:path w="1569720" h="711835">
                  <a:moveTo>
                    <a:pt x="0" y="0"/>
                  </a:moveTo>
                  <a:lnTo>
                    <a:pt x="392281" y="711646"/>
                  </a:lnTo>
                  <a:lnTo>
                    <a:pt x="1176843" y="711646"/>
                  </a:lnTo>
                  <a:lnTo>
                    <a:pt x="1569125" y="0"/>
                  </a:lnTo>
                  <a:lnTo>
                    <a:pt x="0" y="0"/>
                  </a:lnTo>
                  <a:close/>
                </a:path>
              </a:pathLst>
            </a:custGeom>
            <a:ln w="13146">
              <a:solidFill>
                <a:srgbClr val="38D4D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9146366" y="4327330"/>
              <a:ext cx="0" cy="612775"/>
            </a:xfrm>
            <a:custGeom>
              <a:avLst/>
              <a:gdLst/>
              <a:ahLst/>
              <a:cxnLst/>
              <a:rect l="l" t="t" r="r" b="b"/>
              <a:pathLst>
                <a:path w="0" h="612775">
                  <a:moveTo>
                    <a:pt x="0" y="0"/>
                  </a:moveTo>
                  <a:lnTo>
                    <a:pt x="0" y="612325"/>
                  </a:lnTo>
                </a:path>
              </a:pathLst>
            </a:custGeom>
            <a:ln w="3943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9087217" y="4860777"/>
              <a:ext cx="118745" cy="118745"/>
            </a:xfrm>
            <a:custGeom>
              <a:avLst/>
              <a:gdLst/>
              <a:ahLst/>
              <a:cxnLst/>
              <a:rect l="l" t="t" r="r" b="b"/>
              <a:pathLst>
                <a:path w="118745" h="118745">
                  <a:moveTo>
                    <a:pt x="118299" y="0"/>
                  </a:moveTo>
                  <a:lnTo>
                    <a:pt x="0" y="0"/>
                  </a:lnTo>
                  <a:lnTo>
                    <a:pt x="59148" y="118317"/>
                  </a:lnTo>
                  <a:lnTo>
                    <a:pt x="11829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0" name="object 40"/>
          <p:cNvSpPr txBox="1"/>
          <p:nvPr/>
        </p:nvSpPr>
        <p:spPr>
          <a:xfrm>
            <a:off x="8932112" y="3668150"/>
            <a:ext cx="288925" cy="5937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700" spc="-50" b="1">
                <a:latin typeface="Times New Roman"/>
                <a:cs typeface="Times New Roman"/>
              </a:rPr>
              <a:t>h</a:t>
            </a:r>
            <a:endParaRPr sz="3700">
              <a:latin typeface="Times New Roman"/>
              <a:cs typeface="Times New Roman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8925751" y="2254792"/>
            <a:ext cx="447040" cy="703580"/>
          </a:xfrm>
          <a:prstGeom prst="rect">
            <a:avLst/>
          </a:prstGeom>
          <a:ln w="39435">
            <a:solidFill>
              <a:srgbClr val="C51B21"/>
            </a:solidFill>
          </a:ln>
        </p:spPr>
        <p:txBody>
          <a:bodyPr wrap="square" lIns="0" tIns="50800" rIns="0" bIns="0" rtlCol="0" vert="horz">
            <a:spAutoFit/>
          </a:bodyPr>
          <a:lstStyle/>
          <a:p>
            <a:pPr marL="94615">
              <a:lnSpc>
                <a:spcPct val="100000"/>
              </a:lnSpc>
              <a:spcBef>
                <a:spcPts val="400"/>
              </a:spcBef>
            </a:pPr>
            <a:r>
              <a:rPr dirty="0" sz="3700" spc="-50" b="1">
                <a:solidFill>
                  <a:srgbClr val="B6001A"/>
                </a:solidFill>
                <a:latin typeface="Times New Roman"/>
                <a:cs typeface="Times New Roman"/>
              </a:rPr>
              <a:t>?</a:t>
            </a:r>
            <a:endParaRPr sz="3700">
              <a:latin typeface="Times New Roman"/>
              <a:cs typeface="Times New Roman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6756400" y="2962674"/>
            <a:ext cx="1582420" cy="2016760"/>
            <a:chOff x="6756400" y="2962674"/>
            <a:chExt cx="1582420" cy="2016760"/>
          </a:xfrm>
        </p:grpSpPr>
        <p:sp>
          <p:nvSpPr>
            <p:cNvPr id="43" name="object 43"/>
            <p:cNvSpPr/>
            <p:nvPr/>
          </p:nvSpPr>
          <p:spPr>
            <a:xfrm>
              <a:off x="7507273" y="2962674"/>
              <a:ext cx="0" cy="613410"/>
            </a:xfrm>
            <a:custGeom>
              <a:avLst/>
              <a:gdLst/>
              <a:ahLst/>
              <a:cxnLst/>
              <a:rect l="l" t="t" r="r" b="b"/>
              <a:pathLst>
                <a:path w="0" h="613410">
                  <a:moveTo>
                    <a:pt x="0" y="0"/>
                  </a:moveTo>
                  <a:lnTo>
                    <a:pt x="0" y="613119"/>
                  </a:lnTo>
                </a:path>
              </a:pathLst>
            </a:custGeom>
            <a:ln w="3943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/>
            <p:cNvSpPr/>
            <p:nvPr/>
          </p:nvSpPr>
          <p:spPr>
            <a:xfrm>
              <a:off x="7448122" y="3496915"/>
              <a:ext cx="118745" cy="118745"/>
            </a:xfrm>
            <a:custGeom>
              <a:avLst/>
              <a:gdLst/>
              <a:ahLst/>
              <a:cxnLst/>
              <a:rect l="l" t="t" r="r" b="b"/>
              <a:pathLst>
                <a:path w="118745" h="118745">
                  <a:moveTo>
                    <a:pt x="118300" y="0"/>
                  </a:moveTo>
                  <a:lnTo>
                    <a:pt x="0" y="0"/>
                  </a:lnTo>
                  <a:lnTo>
                    <a:pt x="59150" y="118317"/>
                  </a:lnTo>
                  <a:lnTo>
                    <a:pt x="1183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/>
            <p:cNvSpPr/>
            <p:nvPr/>
          </p:nvSpPr>
          <p:spPr>
            <a:xfrm>
              <a:off x="6762973" y="3614780"/>
              <a:ext cx="1569720" cy="711835"/>
            </a:xfrm>
            <a:custGeom>
              <a:avLst/>
              <a:gdLst/>
              <a:ahLst/>
              <a:cxnLst/>
              <a:rect l="l" t="t" r="r" b="b"/>
              <a:pathLst>
                <a:path w="1569720" h="711835">
                  <a:moveTo>
                    <a:pt x="1569125" y="0"/>
                  </a:moveTo>
                  <a:lnTo>
                    <a:pt x="0" y="0"/>
                  </a:lnTo>
                  <a:lnTo>
                    <a:pt x="392281" y="711647"/>
                  </a:lnTo>
                  <a:lnTo>
                    <a:pt x="1176844" y="711647"/>
                  </a:lnTo>
                  <a:lnTo>
                    <a:pt x="1569125" y="0"/>
                  </a:lnTo>
                  <a:close/>
                </a:path>
              </a:pathLst>
            </a:custGeom>
            <a:solidFill>
              <a:srgbClr val="00D2A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/>
            <p:cNvSpPr/>
            <p:nvPr/>
          </p:nvSpPr>
          <p:spPr>
            <a:xfrm>
              <a:off x="6762973" y="3614780"/>
              <a:ext cx="1569720" cy="711835"/>
            </a:xfrm>
            <a:custGeom>
              <a:avLst/>
              <a:gdLst/>
              <a:ahLst/>
              <a:cxnLst/>
              <a:rect l="l" t="t" r="r" b="b"/>
              <a:pathLst>
                <a:path w="1569720" h="711835">
                  <a:moveTo>
                    <a:pt x="0" y="0"/>
                  </a:moveTo>
                  <a:lnTo>
                    <a:pt x="392281" y="711646"/>
                  </a:lnTo>
                  <a:lnTo>
                    <a:pt x="1176843" y="711646"/>
                  </a:lnTo>
                  <a:lnTo>
                    <a:pt x="1569125" y="0"/>
                  </a:lnTo>
                  <a:lnTo>
                    <a:pt x="0" y="0"/>
                  </a:lnTo>
                  <a:close/>
                </a:path>
              </a:pathLst>
            </a:custGeom>
            <a:ln w="13146">
              <a:solidFill>
                <a:srgbClr val="38D4D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/>
            <p:cNvSpPr/>
            <p:nvPr/>
          </p:nvSpPr>
          <p:spPr>
            <a:xfrm>
              <a:off x="7507273" y="4327330"/>
              <a:ext cx="0" cy="612775"/>
            </a:xfrm>
            <a:custGeom>
              <a:avLst/>
              <a:gdLst/>
              <a:ahLst/>
              <a:cxnLst/>
              <a:rect l="l" t="t" r="r" b="b"/>
              <a:pathLst>
                <a:path w="0" h="612775">
                  <a:moveTo>
                    <a:pt x="0" y="0"/>
                  </a:moveTo>
                  <a:lnTo>
                    <a:pt x="0" y="612325"/>
                  </a:lnTo>
                </a:path>
              </a:pathLst>
            </a:custGeom>
            <a:ln w="3943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/>
            <p:cNvSpPr/>
            <p:nvPr/>
          </p:nvSpPr>
          <p:spPr>
            <a:xfrm>
              <a:off x="7448122" y="4860777"/>
              <a:ext cx="118745" cy="118745"/>
            </a:xfrm>
            <a:custGeom>
              <a:avLst/>
              <a:gdLst/>
              <a:ahLst/>
              <a:cxnLst/>
              <a:rect l="l" t="t" r="r" b="b"/>
              <a:pathLst>
                <a:path w="118745" h="118745">
                  <a:moveTo>
                    <a:pt x="118300" y="0"/>
                  </a:moveTo>
                  <a:lnTo>
                    <a:pt x="0" y="0"/>
                  </a:lnTo>
                  <a:lnTo>
                    <a:pt x="59150" y="118317"/>
                  </a:lnTo>
                  <a:lnTo>
                    <a:pt x="1183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9" name="object 49"/>
          <p:cNvSpPr txBox="1"/>
          <p:nvPr/>
        </p:nvSpPr>
        <p:spPr>
          <a:xfrm>
            <a:off x="7292334" y="3668150"/>
            <a:ext cx="288925" cy="5937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700" spc="-50" b="1">
                <a:latin typeface="Times New Roman"/>
                <a:cs typeface="Times New Roman"/>
              </a:rPr>
              <a:t>h</a:t>
            </a:r>
            <a:endParaRPr sz="3700">
              <a:latin typeface="Times New Roman"/>
              <a:cs typeface="Times New Roman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7285975" y="2287658"/>
            <a:ext cx="447040" cy="703580"/>
          </a:xfrm>
          <a:prstGeom prst="rect">
            <a:avLst/>
          </a:prstGeom>
          <a:ln w="39435">
            <a:solidFill>
              <a:srgbClr val="C51B21"/>
            </a:solidFill>
          </a:ln>
        </p:spPr>
        <p:txBody>
          <a:bodyPr wrap="square" lIns="0" tIns="50800" rIns="0" bIns="0" rtlCol="0" vert="horz">
            <a:spAutoFit/>
          </a:bodyPr>
          <a:lstStyle/>
          <a:p>
            <a:pPr marL="94615">
              <a:lnSpc>
                <a:spcPct val="100000"/>
              </a:lnSpc>
              <a:spcBef>
                <a:spcPts val="400"/>
              </a:spcBef>
            </a:pPr>
            <a:r>
              <a:rPr dirty="0" sz="3700" spc="-50" b="1">
                <a:solidFill>
                  <a:srgbClr val="B6001A"/>
                </a:solidFill>
                <a:latin typeface="Times New Roman"/>
                <a:cs typeface="Times New Roman"/>
              </a:rPr>
              <a:t>?</a:t>
            </a:r>
            <a:endParaRPr sz="3700">
              <a:latin typeface="Times New Roman"/>
              <a:cs typeface="Times New Roman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8112224" y="4782309"/>
            <a:ext cx="470534" cy="9721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6200" spc="-50">
                <a:latin typeface="Times New Roman"/>
                <a:cs typeface="Times New Roman"/>
              </a:rPr>
              <a:t>=</a:t>
            </a:r>
            <a:endParaRPr sz="6200">
              <a:latin typeface="Times New Roman"/>
              <a:cs typeface="Times New Roman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8186160" y="2401164"/>
            <a:ext cx="285115" cy="5937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700" spc="-50">
                <a:latin typeface="Symbol"/>
                <a:cs typeface="Symbol"/>
              </a:rPr>
              <a:t></a:t>
            </a:r>
            <a:endParaRPr sz="3700">
              <a:latin typeface="Symbol"/>
              <a:cs typeface="Symbol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4531990" y="5028805"/>
            <a:ext cx="321945" cy="65659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4150" spc="-50">
                <a:latin typeface="Times New Roman"/>
                <a:cs typeface="Times New Roman"/>
              </a:rPr>
              <a:t>=</a:t>
            </a:r>
            <a:endParaRPr sz="4150">
              <a:latin typeface="Times New Roman"/>
              <a:cs typeface="Times New Roman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1005224" y="1498991"/>
            <a:ext cx="4857750" cy="5302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  <a:tabLst>
                <a:tab pos="2645410" algn="l"/>
              </a:tabLst>
            </a:pPr>
            <a:r>
              <a:rPr dirty="0" sz="3300" spc="-10">
                <a:latin typeface="Times New Roman"/>
                <a:cs typeface="Times New Roman"/>
              </a:rPr>
              <a:t>preimage</a:t>
            </a:r>
            <a:r>
              <a:rPr dirty="0" sz="3300">
                <a:latin typeface="Times New Roman"/>
                <a:cs typeface="Times New Roman"/>
              </a:rPr>
              <a:t>	2</a:t>
            </a:r>
            <a:r>
              <a:rPr dirty="0" baseline="25252" sz="3300">
                <a:latin typeface="Times New Roman"/>
                <a:cs typeface="Times New Roman"/>
              </a:rPr>
              <a:t>nd</a:t>
            </a:r>
            <a:r>
              <a:rPr dirty="0" baseline="25252" sz="3300" spc="397">
                <a:latin typeface="Times New Roman"/>
                <a:cs typeface="Times New Roman"/>
              </a:rPr>
              <a:t> </a:t>
            </a:r>
            <a:r>
              <a:rPr dirty="0" sz="3300" spc="-10">
                <a:latin typeface="Times New Roman"/>
                <a:cs typeface="Times New Roman"/>
              </a:rPr>
              <a:t>preimage</a:t>
            </a:r>
            <a:endParaRPr sz="3300">
              <a:latin typeface="Times New Roman"/>
              <a:cs typeface="Times New Roman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7591371" y="1423399"/>
            <a:ext cx="1474470" cy="5302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3300" spc="-10">
                <a:latin typeface="Times New Roman"/>
                <a:cs typeface="Times New Roman"/>
              </a:rPr>
              <a:t>collision</a:t>
            </a:r>
            <a:endParaRPr sz="3300">
              <a:latin typeface="Times New Roman"/>
              <a:cs typeface="Times New Roman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1246077" y="5809256"/>
            <a:ext cx="969644" cy="726440"/>
          </a:xfrm>
          <a:prstGeom prst="rect">
            <a:avLst/>
          </a:prstGeom>
          <a:solidFill>
            <a:srgbClr val="D6D7FF"/>
          </a:solidFill>
        </p:spPr>
        <p:txBody>
          <a:bodyPr wrap="square" lIns="0" tIns="0" rIns="0" bIns="0" rtlCol="0" vert="horz">
            <a:spAutoFit/>
          </a:bodyPr>
          <a:lstStyle/>
          <a:p>
            <a:pPr marL="267970">
              <a:lnSpc>
                <a:spcPts val="4100"/>
              </a:lnSpc>
            </a:pPr>
            <a:r>
              <a:rPr dirty="0" baseline="-16733" sz="6225" spc="-37">
                <a:solidFill>
                  <a:srgbClr val="B6001A"/>
                </a:solidFill>
                <a:latin typeface="Times New Roman"/>
                <a:cs typeface="Times New Roman"/>
              </a:rPr>
              <a:t>2</a:t>
            </a:r>
            <a:r>
              <a:rPr dirty="0" sz="2750" spc="-25">
                <a:solidFill>
                  <a:srgbClr val="B6001A"/>
                </a:solidFill>
                <a:latin typeface="Times New Roman"/>
                <a:cs typeface="Times New Roman"/>
              </a:rPr>
              <a:t>n</a:t>
            </a:r>
            <a:endParaRPr sz="2750">
              <a:latin typeface="Times New Roman"/>
              <a:cs typeface="Times New Roman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4226593" y="5809256"/>
            <a:ext cx="969644" cy="726440"/>
          </a:xfrm>
          <a:prstGeom prst="rect">
            <a:avLst/>
          </a:prstGeom>
          <a:solidFill>
            <a:srgbClr val="D6D7FF"/>
          </a:solidFill>
        </p:spPr>
        <p:txBody>
          <a:bodyPr wrap="square" lIns="0" tIns="0" rIns="0" bIns="0" rtlCol="0" vert="horz">
            <a:spAutoFit/>
          </a:bodyPr>
          <a:lstStyle/>
          <a:p>
            <a:pPr marL="267970">
              <a:lnSpc>
                <a:spcPts val="4100"/>
              </a:lnSpc>
            </a:pPr>
            <a:r>
              <a:rPr dirty="0" baseline="-16733" sz="6225" spc="-37">
                <a:solidFill>
                  <a:srgbClr val="B6001A"/>
                </a:solidFill>
                <a:latin typeface="Times New Roman"/>
                <a:cs typeface="Times New Roman"/>
              </a:rPr>
              <a:t>2</a:t>
            </a:r>
            <a:r>
              <a:rPr dirty="0" sz="2750" spc="-25">
                <a:solidFill>
                  <a:srgbClr val="B6001A"/>
                </a:solidFill>
                <a:latin typeface="Times New Roman"/>
                <a:cs typeface="Times New Roman"/>
              </a:rPr>
              <a:t>n</a:t>
            </a:r>
            <a:endParaRPr sz="2750">
              <a:latin typeface="Times New Roman"/>
              <a:cs typeface="Times New Roman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7954702" y="5791180"/>
            <a:ext cx="969644" cy="726440"/>
          </a:xfrm>
          <a:prstGeom prst="rect">
            <a:avLst/>
          </a:prstGeom>
          <a:solidFill>
            <a:srgbClr val="D6D7FF"/>
          </a:solidFill>
        </p:spPr>
        <p:txBody>
          <a:bodyPr wrap="square" lIns="0" tIns="0" rIns="0" bIns="0" rtlCol="0" vert="horz">
            <a:spAutoFit/>
          </a:bodyPr>
          <a:lstStyle/>
          <a:p>
            <a:pPr marL="131445">
              <a:lnSpc>
                <a:spcPts val="4100"/>
              </a:lnSpc>
            </a:pPr>
            <a:r>
              <a:rPr dirty="0" baseline="-16733" sz="6225" spc="-30">
                <a:solidFill>
                  <a:srgbClr val="B6001A"/>
                </a:solidFill>
                <a:latin typeface="Times New Roman"/>
                <a:cs typeface="Times New Roman"/>
              </a:rPr>
              <a:t>2</a:t>
            </a:r>
            <a:r>
              <a:rPr dirty="0" sz="2750" spc="-20">
                <a:solidFill>
                  <a:srgbClr val="B6001A"/>
                </a:solidFill>
                <a:latin typeface="Times New Roman"/>
                <a:cs typeface="Times New Roman"/>
              </a:rPr>
              <a:t>n/2</a:t>
            </a:r>
            <a:endParaRPr sz="2750">
              <a:latin typeface="Times New Roman"/>
              <a:cs typeface="Times New Roman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4489269" y="2388018"/>
            <a:ext cx="285115" cy="5937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700" spc="-50">
                <a:latin typeface="Symbol"/>
                <a:cs typeface="Symbol"/>
              </a:rPr>
              <a:t></a:t>
            </a:r>
            <a:endParaRPr sz="3700">
              <a:latin typeface="Symbol"/>
              <a:cs typeface="Symbol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34570" rIns="0" bIns="0" rtlCol="0" vert="horz">
            <a:spAutoFit/>
          </a:bodyPr>
          <a:lstStyle/>
          <a:p>
            <a:pPr marL="1864360">
              <a:lnSpc>
                <a:spcPct val="100000"/>
              </a:lnSpc>
              <a:spcBef>
                <a:spcPts val="90"/>
              </a:spcBef>
            </a:pPr>
            <a:r>
              <a:rPr dirty="0" sz="4150"/>
              <a:t>Data</a:t>
            </a:r>
            <a:r>
              <a:rPr dirty="0" sz="4150" spc="-130"/>
              <a:t> </a:t>
            </a:r>
            <a:r>
              <a:rPr dirty="0" sz="4150"/>
              <a:t>authentication:</a:t>
            </a:r>
            <a:r>
              <a:rPr dirty="0" sz="4150" spc="-125"/>
              <a:t> </a:t>
            </a:r>
            <a:r>
              <a:rPr dirty="0" sz="4150" spc="-25"/>
              <a:t>MDC</a:t>
            </a:r>
            <a:endParaRPr sz="4150"/>
          </a:p>
        </p:txBody>
      </p:sp>
      <p:sp>
        <p:nvSpPr>
          <p:cNvPr id="3" name="object 3"/>
          <p:cNvSpPr txBox="1"/>
          <p:nvPr/>
        </p:nvSpPr>
        <p:spPr>
          <a:xfrm>
            <a:off x="1592686" y="1998554"/>
            <a:ext cx="8114665" cy="4884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417830" indent="-354330">
              <a:lnSpc>
                <a:spcPct val="100000"/>
              </a:lnSpc>
              <a:spcBef>
                <a:spcPts val="95"/>
              </a:spcBef>
              <a:buChar char="•"/>
              <a:tabLst>
                <a:tab pos="417830" algn="l"/>
              </a:tabLst>
            </a:pPr>
            <a:r>
              <a:rPr dirty="0" sz="2900">
                <a:latin typeface="Times New Roman"/>
                <a:cs typeface="Times New Roman"/>
              </a:rPr>
              <a:t>n-bit</a:t>
            </a:r>
            <a:r>
              <a:rPr dirty="0" sz="2900" spc="-10">
                <a:latin typeface="Times New Roman"/>
                <a:cs typeface="Times New Roman"/>
              </a:rPr>
              <a:t> result</a:t>
            </a:r>
            <a:endParaRPr sz="2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689"/>
              </a:spcBef>
              <a:buFont typeface="Times New Roman"/>
              <a:buChar char="•"/>
            </a:pPr>
            <a:endParaRPr sz="2900">
              <a:latin typeface="Times New Roman"/>
              <a:cs typeface="Times New Roman"/>
            </a:endParaRPr>
          </a:p>
          <a:p>
            <a:pPr marL="417830" marR="215900" indent="-354965">
              <a:lnSpc>
                <a:spcPts val="3440"/>
              </a:lnSpc>
              <a:buChar char="•"/>
              <a:tabLst>
                <a:tab pos="417830" algn="l"/>
                <a:tab pos="3477260" algn="l"/>
              </a:tabLst>
            </a:pPr>
            <a:r>
              <a:rPr dirty="0" sz="2900">
                <a:latin typeface="Times New Roman"/>
                <a:cs typeface="Times New Roman"/>
              </a:rPr>
              <a:t>preimage</a:t>
            </a:r>
            <a:r>
              <a:rPr dirty="0" sz="2900" spc="-45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resistance:</a:t>
            </a:r>
            <a:r>
              <a:rPr dirty="0" sz="2900" spc="-45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for</a:t>
            </a:r>
            <a:r>
              <a:rPr dirty="0" sz="2900" spc="-40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given</a:t>
            </a:r>
            <a:r>
              <a:rPr dirty="0" sz="2900" spc="-45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y,</a:t>
            </a:r>
            <a:r>
              <a:rPr dirty="0" sz="2900" spc="-40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hard</a:t>
            </a:r>
            <a:r>
              <a:rPr dirty="0" sz="2900" spc="-45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to</a:t>
            </a:r>
            <a:r>
              <a:rPr dirty="0" sz="2900" spc="-40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find</a:t>
            </a:r>
            <a:r>
              <a:rPr dirty="0" sz="2900" spc="-45">
                <a:latin typeface="Times New Roman"/>
                <a:cs typeface="Times New Roman"/>
              </a:rPr>
              <a:t> </a:t>
            </a:r>
            <a:r>
              <a:rPr dirty="0" sz="2900" spc="-10">
                <a:latin typeface="Times New Roman"/>
                <a:cs typeface="Times New Roman"/>
              </a:rPr>
              <a:t>input </a:t>
            </a:r>
            <a:r>
              <a:rPr dirty="0" sz="2900">
                <a:latin typeface="Times New Roman"/>
                <a:cs typeface="Times New Roman"/>
              </a:rPr>
              <a:t>x</a:t>
            </a:r>
            <a:r>
              <a:rPr dirty="0" sz="2900" spc="-30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such</a:t>
            </a:r>
            <a:r>
              <a:rPr dirty="0" sz="2900" spc="-30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that</a:t>
            </a:r>
            <a:r>
              <a:rPr dirty="0" sz="2900" spc="-25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h(x)</a:t>
            </a:r>
            <a:r>
              <a:rPr dirty="0" sz="2900" spc="-30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=</a:t>
            </a:r>
            <a:r>
              <a:rPr dirty="0" sz="2900" spc="-30">
                <a:latin typeface="Times New Roman"/>
                <a:cs typeface="Times New Roman"/>
              </a:rPr>
              <a:t> </a:t>
            </a:r>
            <a:r>
              <a:rPr dirty="0" sz="2900" spc="-50">
                <a:latin typeface="Times New Roman"/>
                <a:cs typeface="Times New Roman"/>
              </a:rPr>
              <a:t>y</a:t>
            </a:r>
            <a:r>
              <a:rPr dirty="0" sz="2900">
                <a:latin typeface="Times New Roman"/>
                <a:cs typeface="Times New Roman"/>
              </a:rPr>
              <a:t>	</a:t>
            </a:r>
            <a:r>
              <a:rPr dirty="0" sz="2900">
                <a:solidFill>
                  <a:srgbClr val="CC0000"/>
                </a:solidFill>
                <a:latin typeface="Times New Roman"/>
                <a:cs typeface="Times New Roman"/>
              </a:rPr>
              <a:t>(2</a:t>
            </a:r>
            <a:r>
              <a:rPr dirty="0" baseline="24853" sz="2850">
                <a:solidFill>
                  <a:srgbClr val="CC0000"/>
                </a:solidFill>
                <a:latin typeface="Times New Roman"/>
                <a:cs typeface="Times New Roman"/>
              </a:rPr>
              <a:t>n</a:t>
            </a:r>
            <a:r>
              <a:rPr dirty="0" baseline="24853" sz="2850" spc="375">
                <a:solidFill>
                  <a:srgbClr val="CC0000"/>
                </a:solidFill>
                <a:latin typeface="Times New Roman"/>
                <a:cs typeface="Times New Roman"/>
              </a:rPr>
              <a:t> </a:t>
            </a:r>
            <a:r>
              <a:rPr dirty="0" sz="2900" spc="-10">
                <a:solidFill>
                  <a:srgbClr val="CC0000"/>
                </a:solidFill>
                <a:latin typeface="Times New Roman"/>
                <a:cs typeface="Times New Roman"/>
              </a:rPr>
              <a:t>operations)</a:t>
            </a:r>
            <a:endParaRPr sz="2900">
              <a:latin typeface="Times New Roman"/>
              <a:cs typeface="Times New Roman"/>
            </a:endParaRPr>
          </a:p>
          <a:p>
            <a:pPr marL="417830" marR="55880" indent="-354965">
              <a:lnSpc>
                <a:spcPts val="3440"/>
              </a:lnSpc>
              <a:spcBef>
                <a:spcPts val="780"/>
              </a:spcBef>
              <a:buChar char="•"/>
              <a:tabLst>
                <a:tab pos="417830" algn="l"/>
                <a:tab pos="2342515" algn="l"/>
              </a:tabLst>
            </a:pPr>
            <a:r>
              <a:rPr dirty="0" sz="2900">
                <a:latin typeface="Times New Roman"/>
                <a:cs typeface="Times New Roman"/>
              </a:rPr>
              <a:t>2</a:t>
            </a:r>
            <a:r>
              <a:rPr dirty="0" baseline="24853" sz="2850">
                <a:latin typeface="Times New Roman"/>
                <a:cs typeface="Times New Roman"/>
              </a:rPr>
              <a:t>nd</a:t>
            </a:r>
            <a:r>
              <a:rPr dirty="0" baseline="24853" sz="2850" spc="315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preimage</a:t>
            </a:r>
            <a:r>
              <a:rPr dirty="0" sz="2900" spc="-35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resistance:</a:t>
            </a:r>
            <a:r>
              <a:rPr dirty="0" sz="2900" spc="-40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hard</a:t>
            </a:r>
            <a:r>
              <a:rPr dirty="0" sz="2900" spc="-35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to</a:t>
            </a:r>
            <a:r>
              <a:rPr dirty="0" sz="2900" spc="-40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find</a:t>
            </a:r>
            <a:r>
              <a:rPr dirty="0" sz="2900" spc="-35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x’</a:t>
            </a:r>
            <a:r>
              <a:rPr dirty="0" sz="2900">
                <a:latin typeface="Symbol"/>
                <a:cs typeface="Symbol"/>
              </a:rPr>
              <a:t></a:t>
            </a:r>
            <a:r>
              <a:rPr dirty="0" sz="2900" spc="-40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x</a:t>
            </a:r>
            <a:r>
              <a:rPr dirty="0" sz="2900" spc="-35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such</a:t>
            </a:r>
            <a:r>
              <a:rPr dirty="0" sz="2900" spc="-40">
                <a:latin typeface="Times New Roman"/>
                <a:cs typeface="Times New Roman"/>
              </a:rPr>
              <a:t> </a:t>
            </a:r>
            <a:r>
              <a:rPr dirty="0" sz="2900" spc="-20">
                <a:latin typeface="Times New Roman"/>
                <a:cs typeface="Times New Roman"/>
              </a:rPr>
              <a:t>that </a:t>
            </a:r>
            <a:r>
              <a:rPr dirty="0" sz="2900">
                <a:latin typeface="Times New Roman"/>
                <a:cs typeface="Times New Roman"/>
              </a:rPr>
              <a:t>h(x’)</a:t>
            </a:r>
            <a:r>
              <a:rPr dirty="0" sz="2900" spc="-15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=</a:t>
            </a:r>
            <a:r>
              <a:rPr dirty="0" sz="2900" spc="-15">
                <a:latin typeface="Times New Roman"/>
                <a:cs typeface="Times New Roman"/>
              </a:rPr>
              <a:t> </a:t>
            </a:r>
            <a:r>
              <a:rPr dirty="0" sz="2900" spc="-20">
                <a:latin typeface="Times New Roman"/>
                <a:cs typeface="Times New Roman"/>
              </a:rPr>
              <a:t>h(x)</a:t>
            </a:r>
            <a:r>
              <a:rPr dirty="0" sz="2900">
                <a:latin typeface="Times New Roman"/>
                <a:cs typeface="Times New Roman"/>
              </a:rPr>
              <a:t>	</a:t>
            </a:r>
            <a:r>
              <a:rPr dirty="0" sz="2900">
                <a:solidFill>
                  <a:srgbClr val="CC0000"/>
                </a:solidFill>
                <a:latin typeface="Times New Roman"/>
                <a:cs typeface="Times New Roman"/>
              </a:rPr>
              <a:t>(2</a:t>
            </a:r>
            <a:r>
              <a:rPr dirty="0" baseline="24853" sz="2850">
                <a:solidFill>
                  <a:srgbClr val="CC0000"/>
                </a:solidFill>
                <a:latin typeface="Times New Roman"/>
                <a:cs typeface="Times New Roman"/>
              </a:rPr>
              <a:t>n</a:t>
            </a:r>
            <a:r>
              <a:rPr dirty="0" baseline="24853" sz="2850" spc="375">
                <a:solidFill>
                  <a:srgbClr val="CC0000"/>
                </a:solidFill>
                <a:latin typeface="Times New Roman"/>
                <a:cs typeface="Times New Roman"/>
              </a:rPr>
              <a:t> </a:t>
            </a:r>
            <a:r>
              <a:rPr dirty="0" sz="2900" spc="-10">
                <a:solidFill>
                  <a:srgbClr val="CC0000"/>
                </a:solidFill>
                <a:latin typeface="Times New Roman"/>
                <a:cs typeface="Times New Roman"/>
              </a:rPr>
              <a:t>operations)</a:t>
            </a:r>
            <a:endParaRPr sz="2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85"/>
              </a:spcBef>
              <a:buFont typeface="Times New Roman"/>
              <a:buChar char="•"/>
            </a:pPr>
            <a:endParaRPr sz="2900">
              <a:latin typeface="Times New Roman"/>
              <a:cs typeface="Times New Roman"/>
            </a:endParaRPr>
          </a:p>
          <a:p>
            <a:pPr marL="417830" marR="1963420" indent="-354965">
              <a:lnSpc>
                <a:spcPts val="3440"/>
              </a:lnSpc>
              <a:buChar char="•"/>
              <a:tabLst>
                <a:tab pos="417830" algn="l"/>
              </a:tabLst>
            </a:pPr>
            <a:r>
              <a:rPr dirty="0" sz="2900">
                <a:latin typeface="Times New Roman"/>
                <a:cs typeface="Times New Roman"/>
              </a:rPr>
              <a:t>Collision</a:t>
            </a:r>
            <a:r>
              <a:rPr dirty="0" sz="2900" spc="-50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resistance:</a:t>
            </a:r>
            <a:r>
              <a:rPr dirty="0" sz="2900" spc="-50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hard</a:t>
            </a:r>
            <a:r>
              <a:rPr dirty="0" sz="2900" spc="-50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to</a:t>
            </a:r>
            <a:r>
              <a:rPr dirty="0" sz="2900" spc="-45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find</a:t>
            </a:r>
            <a:r>
              <a:rPr dirty="0" sz="2900" spc="-50">
                <a:latin typeface="Times New Roman"/>
                <a:cs typeface="Times New Roman"/>
              </a:rPr>
              <a:t> </a:t>
            </a:r>
            <a:r>
              <a:rPr dirty="0" sz="2900" spc="-10">
                <a:latin typeface="Times New Roman"/>
                <a:cs typeface="Times New Roman"/>
              </a:rPr>
              <a:t>(x,x’) </a:t>
            </a:r>
            <a:r>
              <a:rPr dirty="0" sz="2900">
                <a:latin typeface="Times New Roman"/>
                <a:cs typeface="Times New Roman"/>
              </a:rPr>
              <a:t>with</a:t>
            </a:r>
            <a:r>
              <a:rPr dirty="0" sz="2900" spc="-30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x’</a:t>
            </a:r>
            <a:r>
              <a:rPr dirty="0" sz="2900" spc="-25">
                <a:latin typeface="Times New Roman"/>
                <a:cs typeface="Times New Roman"/>
              </a:rPr>
              <a:t> </a:t>
            </a:r>
            <a:r>
              <a:rPr dirty="0" sz="2900">
                <a:latin typeface="Symbol"/>
                <a:cs typeface="Symbol"/>
              </a:rPr>
              <a:t></a:t>
            </a:r>
            <a:r>
              <a:rPr dirty="0" sz="2900" spc="-25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x</a:t>
            </a:r>
            <a:r>
              <a:rPr dirty="0" sz="2900" spc="-25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such</a:t>
            </a:r>
            <a:r>
              <a:rPr dirty="0" sz="2900" spc="-25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that</a:t>
            </a:r>
            <a:r>
              <a:rPr dirty="0" sz="2900" spc="-25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h(x’)</a:t>
            </a:r>
            <a:r>
              <a:rPr dirty="0" sz="2900" spc="-25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=</a:t>
            </a:r>
            <a:r>
              <a:rPr dirty="0" sz="2900" spc="-25">
                <a:latin typeface="Times New Roman"/>
                <a:cs typeface="Times New Roman"/>
              </a:rPr>
              <a:t> </a:t>
            </a:r>
            <a:r>
              <a:rPr dirty="0" sz="2900" spc="-20">
                <a:latin typeface="Times New Roman"/>
                <a:cs typeface="Times New Roman"/>
              </a:rPr>
              <a:t>h(x)</a:t>
            </a:r>
            <a:endParaRPr sz="2900">
              <a:latin typeface="Times New Roman"/>
              <a:cs typeface="Times New Roman"/>
            </a:endParaRPr>
          </a:p>
          <a:p>
            <a:pPr marL="417830">
              <a:lnSpc>
                <a:spcPts val="3415"/>
              </a:lnSpc>
            </a:pPr>
            <a:r>
              <a:rPr dirty="0" sz="2900">
                <a:solidFill>
                  <a:srgbClr val="CC0000"/>
                </a:solidFill>
                <a:latin typeface="Times New Roman"/>
                <a:cs typeface="Times New Roman"/>
              </a:rPr>
              <a:t>(2</a:t>
            </a:r>
            <a:r>
              <a:rPr dirty="0" baseline="24853" sz="2850">
                <a:solidFill>
                  <a:srgbClr val="CC0000"/>
                </a:solidFill>
                <a:latin typeface="Times New Roman"/>
                <a:cs typeface="Times New Roman"/>
              </a:rPr>
              <a:t>n/2</a:t>
            </a:r>
            <a:r>
              <a:rPr dirty="0" baseline="24853" sz="2850" spc="390">
                <a:solidFill>
                  <a:srgbClr val="CC0000"/>
                </a:solidFill>
                <a:latin typeface="Times New Roman"/>
                <a:cs typeface="Times New Roman"/>
              </a:rPr>
              <a:t> </a:t>
            </a:r>
            <a:r>
              <a:rPr dirty="0" sz="2900" spc="-10">
                <a:solidFill>
                  <a:srgbClr val="CC0000"/>
                </a:solidFill>
                <a:latin typeface="Times New Roman"/>
                <a:cs typeface="Times New Roman"/>
              </a:rPr>
              <a:t>operations)</a:t>
            </a:r>
            <a:endParaRPr sz="29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83273" y="6731267"/>
            <a:ext cx="209550" cy="2463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50" spc="-25">
                <a:latin typeface="Times New Roman"/>
                <a:cs typeface="Times New Roman"/>
              </a:rPr>
              <a:t>56</a:t>
            </a:r>
            <a:endParaRPr sz="14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028741" y="413589"/>
            <a:ext cx="4010025" cy="72009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MD5</a:t>
            </a:r>
            <a:r>
              <a:rPr dirty="0" spc="-35"/>
              <a:t> </a:t>
            </a:r>
            <a:r>
              <a:rPr dirty="0"/>
              <a:t>and</a:t>
            </a:r>
            <a:r>
              <a:rPr dirty="0" spc="-35"/>
              <a:t> </a:t>
            </a:r>
            <a:r>
              <a:rPr dirty="0"/>
              <a:t>SHA-</a:t>
            </a:r>
            <a:r>
              <a:rPr dirty="0" spc="-50"/>
              <a:t>1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630786" y="1404317"/>
            <a:ext cx="4427855" cy="1076960"/>
          </a:xfrm>
          <a:prstGeom prst="rect">
            <a:avLst/>
          </a:prstGeom>
        </p:spPr>
        <p:txBody>
          <a:bodyPr wrap="square" lIns="0" tIns="69850" rIns="0" bIns="0" rtlCol="0" vert="horz">
            <a:spAutoFit/>
          </a:bodyPr>
          <a:lstStyle/>
          <a:p>
            <a:pPr marL="379730" indent="-354330">
              <a:lnSpc>
                <a:spcPct val="100000"/>
              </a:lnSpc>
              <a:spcBef>
                <a:spcPts val="550"/>
              </a:spcBef>
              <a:buChar char="•"/>
              <a:tabLst>
                <a:tab pos="379730" algn="l"/>
              </a:tabLst>
            </a:pPr>
            <a:r>
              <a:rPr dirty="0" sz="3300">
                <a:latin typeface="Times New Roman"/>
                <a:cs typeface="Times New Roman"/>
              </a:rPr>
              <a:t>SHA-</a:t>
            </a:r>
            <a:r>
              <a:rPr dirty="0" sz="3300" spc="-25">
                <a:latin typeface="Times New Roman"/>
                <a:cs typeface="Times New Roman"/>
              </a:rPr>
              <a:t>1:</a:t>
            </a:r>
            <a:endParaRPr sz="3300">
              <a:latin typeface="Times New Roman"/>
              <a:cs typeface="Times New Roman"/>
            </a:endParaRPr>
          </a:p>
          <a:p>
            <a:pPr marL="498475">
              <a:lnSpc>
                <a:spcPct val="100000"/>
              </a:lnSpc>
              <a:spcBef>
                <a:spcPts val="385"/>
              </a:spcBef>
            </a:pPr>
            <a:r>
              <a:rPr dirty="0" sz="2900">
                <a:latin typeface="Times New Roman"/>
                <a:cs typeface="Times New Roman"/>
              </a:rPr>
              <a:t>–</a:t>
            </a:r>
            <a:r>
              <a:rPr dirty="0" sz="2900" spc="135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(2</a:t>
            </a:r>
            <a:r>
              <a:rPr dirty="0" baseline="24853" sz="2850">
                <a:latin typeface="Times New Roman"/>
                <a:cs typeface="Times New Roman"/>
              </a:rPr>
              <a:t>nd</a:t>
            </a:r>
            <a:r>
              <a:rPr dirty="0" sz="2900">
                <a:latin typeface="Times New Roman"/>
                <a:cs typeface="Times New Roman"/>
              </a:rPr>
              <a:t>)</a:t>
            </a:r>
            <a:r>
              <a:rPr dirty="0" sz="2900" spc="-15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preimage</a:t>
            </a:r>
            <a:r>
              <a:rPr dirty="0" sz="2900" spc="-20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2</a:t>
            </a:r>
            <a:r>
              <a:rPr dirty="0" baseline="24853" sz="2850">
                <a:latin typeface="Times New Roman"/>
                <a:cs typeface="Times New Roman"/>
              </a:rPr>
              <a:t>160</a:t>
            </a:r>
            <a:r>
              <a:rPr dirty="0" baseline="24853" sz="2850" spc="352">
                <a:latin typeface="Times New Roman"/>
                <a:cs typeface="Times New Roman"/>
              </a:rPr>
              <a:t> </a:t>
            </a:r>
            <a:r>
              <a:rPr dirty="0" sz="2900" spc="-10">
                <a:latin typeface="Times New Roman"/>
                <a:cs typeface="Times New Roman"/>
              </a:rPr>
              <a:t>steps</a:t>
            </a:r>
            <a:endParaRPr sz="29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091288" y="2500354"/>
            <a:ext cx="3132455" cy="46735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2900">
                <a:latin typeface="Times New Roman"/>
                <a:cs typeface="Times New Roman"/>
              </a:rPr>
              <a:t>–</a:t>
            </a:r>
            <a:r>
              <a:rPr dirty="0" sz="2900" spc="125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collisions</a:t>
            </a:r>
            <a:r>
              <a:rPr dirty="0" sz="2900" spc="-20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2</a:t>
            </a:r>
            <a:r>
              <a:rPr dirty="0" baseline="24853" sz="2850">
                <a:latin typeface="Times New Roman"/>
                <a:cs typeface="Times New Roman"/>
              </a:rPr>
              <a:t>80</a:t>
            </a:r>
            <a:r>
              <a:rPr dirty="0" baseline="24853" sz="2850" spc="337">
                <a:latin typeface="Times New Roman"/>
                <a:cs typeface="Times New Roman"/>
              </a:rPr>
              <a:t> </a:t>
            </a:r>
            <a:r>
              <a:rPr dirty="0" sz="2900" spc="-20">
                <a:latin typeface="Times New Roman"/>
                <a:cs typeface="Times New Roman"/>
              </a:rPr>
              <a:t>steps</a:t>
            </a:r>
            <a:endParaRPr sz="29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43486" y="3546283"/>
            <a:ext cx="1268730" cy="5302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367030" indent="-354330">
              <a:lnSpc>
                <a:spcPct val="100000"/>
              </a:lnSpc>
              <a:spcBef>
                <a:spcPts val="110"/>
              </a:spcBef>
              <a:buChar char="•"/>
              <a:tabLst>
                <a:tab pos="367030" algn="l"/>
              </a:tabLst>
            </a:pPr>
            <a:r>
              <a:rPr dirty="0" sz="3300" spc="-25">
                <a:latin typeface="Times New Roman"/>
                <a:cs typeface="Times New Roman"/>
              </a:rPr>
              <a:t>MD5</a:t>
            </a:r>
            <a:endParaRPr sz="33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091288" y="4046373"/>
            <a:ext cx="3949065" cy="998855"/>
          </a:xfrm>
          <a:prstGeom prst="rect">
            <a:avLst/>
          </a:prstGeom>
        </p:spPr>
        <p:txBody>
          <a:bodyPr wrap="square" lIns="0" tIns="57150" rIns="0" bIns="0" rtlCol="0" vert="horz">
            <a:spAutoFit/>
          </a:bodyPr>
          <a:lstStyle/>
          <a:p>
            <a:pPr marL="332740" indent="-294640">
              <a:lnSpc>
                <a:spcPct val="100000"/>
              </a:lnSpc>
              <a:spcBef>
                <a:spcPts val="450"/>
              </a:spcBef>
              <a:buChar char="–"/>
              <a:tabLst>
                <a:tab pos="332740" algn="l"/>
              </a:tabLst>
            </a:pPr>
            <a:r>
              <a:rPr dirty="0" sz="2900">
                <a:latin typeface="Times New Roman"/>
                <a:cs typeface="Times New Roman"/>
              </a:rPr>
              <a:t>(2</a:t>
            </a:r>
            <a:r>
              <a:rPr dirty="0" baseline="24853" sz="2850">
                <a:latin typeface="Times New Roman"/>
                <a:cs typeface="Times New Roman"/>
              </a:rPr>
              <a:t>nd</a:t>
            </a:r>
            <a:r>
              <a:rPr dirty="0" sz="2900">
                <a:latin typeface="Times New Roman"/>
                <a:cs typeface="Times New Roman"/>
              </a:rPr>
              <a:t>)</a:t>
            </a:r>
            <a:r>
              <a:rPr dirty="0" sz="2900" spc="-20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preimage</a:t>
            </a:r>
            <a:r>
              <a:rPr dirty="0" sz="2900" spc="-15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2</a:t>
            </a:r>
            <a:r>
              <a:rPr dirty="0" baseline="24853" sz="2850">
                <a:latin typeface="Times New Roman"/>
                <a:cs typeface="Times New Roman"/>
              </a:rPr>
              <a:t>128</a:t>
            </a:r>
            <a:r>
              <a:rPr dirty="0" baseline="24853" sz="2850" spc="-7">
                <a:latin typeface="Times New Roman"/>
                <a:cs typeface="Times New Roman"/>
              </a:rPr>
              <a:t> </a:t>
            </a:r>
            <a:r>
              <a:rPr dirty="0" sz="2900" spc="-20">
                <a:latin typeface="Times New Roman"/>
                <a:cs typeface="Times New Roman"/>
              </a:rPr>
              <a:t>steps</a:t>
            </a:r>
            <a:endParaRPr sz="2900">
              <a:latin typeface="Times New Roman"/>
              <a:cs typeface="Times New Roman"/>
            </a:endParaRPr>
          </a:p>
          <a:p>
            <a:pPr marL="332740" indent="-294640">
              <a:lnSpc>
                <a:spcPct val="100000"/>
              </a:lnSpc>
              <a:spcBef>
                <a:spcPts val="350"/>
              </a:spcBef>
              <a:buChar char="–"/>
              <a:tabLst>
                <a:tab pos="332740" algn="l"/>
              </a:tabLst>
            </a:pPr>
            <a:r>
              <a:rPr dirty="0" sz="2900">
                <a:latin typeface="Times New Roman"/>
                <a:cs typeface="Times New Roman"/>
              </a:rPr>
              <a:t>collisions</a:t>
            </a:r>
            <a:r>
              <a:rPr dirty="0" sz="2900" spc="-30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2</a:t>
            </a:r>
            <a:r>
              <a:rPr dirty="0" baseline="24853" sz="2850">
                <a:latin typeface="Times New Roman"/>
                <a:cs typeface="Times New Roman"/>
              </a:rPr>
              <a:t>64</a:t>
            </a:r>
            <a:r>
              <a:rPr dirty="0" baseline="24853" sz="2850" spc="337">
                <a:latin typeface="Times New Roman"/>
                <a:cs typeface="Times New Roman"/>
              </a:rPr>
              <a:t> </a:t>
            </a:r>
            <a:r>
              <a:rPr dirty="0" sz="2900" spc="-20">
                <a:latin typeface="Times New Roman"/>
                <a:cs typeface="Times New Roman"/>
              </a:rPr>
              <a:t>steps</a:t>
            </a:r>
            <a:endParaRPr sz="29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540024" y="2585095"/>
            <a:ext cx="3427729" cy="600075"/>
          </a:xfrm>
          <a:prstGeom prst="rect">
            <a:avLst/>
          </a:prstGeom>
          <a:solidFill>
            <a:srgbClr val="D5F0FF"/>
          </a:solidFill>
        </p:spPr>
        <p:txBody>
          <a:bodyPr wrap="square" lIns="0" tIns="48895" rIns="0" bIns="0" rtlCol="0" vert="horz">
            <a:spAutoFit/>
          </a:bodyPr>
          <a:lstStyle/>
          <a:p>
            <a:pPr marL="94615">
              <a:lnSpc>
                <a:spcPct val="100000"/>
              </a:lnSpc>
              <a:spcBef>
                <a:spcPts val="385"/>
              </a:spcBef>
            </a:pPr>
            <a:r>
              <a:rPr dirty="0" sz="3300">
                <a:latin typeface="Times New Roman"/>
                <a:cs typeface="Times New Roman"/>
              </a:rPr>
              <a:t>60 M$ for 1 </a:t>
            </a:r>
            <a:r>
              <a:rPr dirty="0" sz="3300" spc="-20">
                <a:latin typeface="Times New Roman"/>
                <a:cs typeface="Times New Roman"/>
              </a:rPr>
              <a:t>year</a:t>
            </a:r>
            <a:endParaRPr sz="33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278778" y="5119068"/>
            <a:ext cx="3541395" cy="600075"/>
          </a:xfrm>
          <a:prstGeom prst="rect">
            <a:avLst/>
          </a:prstGeom>
          <a:solidFill>
            <a:srgbClr val="D5F0FF"/>
          </a:solidFill>
        </p:spPr>
        <p:txBody>
          <a:bodyPr wrap="square" lIns="0" tIns="48895" rIns="0" bIns="0" rtlCol="0" vert="horz">
            <a:spAutoFit/>
          </a:bodyPr>
          <a:lstStyle/>
          <a:p>
            <a:pPr marL="94615">
              <a:lnSpc>
                <a:spcPct val="100000"/>
              </a:lnSpc>
              <a:spcBef>
                <a:spcPts val="385"/>
              </a:spcBef>
            </a:pPr>
            <a:r>
              <a:rPr dirty="0" sz="3300">
                <a:latin typeface="Times New Roman"/>
                <a:cs typeface="Times New Roman"/>
              </a:rPr>
              <a:t>15 K$ for 1 </a:t>
            </a:r>
            <a:r>
              <a:rPr dirty="0" sz="3300" spc="-10">
                <a:latin typeface="Times New Roman"/>
                <a:cs typeface="Times New Roman"/>
              </a:rPr>
              <a:t>month</a:t>
            </a:r>
            <a:endParaRPr sz="33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154298" y="5935791"/>
            <a:ext cx="5739765" cy="1104900"/>
          </a:xfrm>
          <a:prstGeom prst="rect">
            <a:avLst/>
          </a:prstGeom>
          <a:solidFill>
            <a:srgbClr val="D5F0FF"/>
          </a:solidFill>
        </p:spPr>
        <p:txBody>
          <a:bodyPr wrap="square" lIns="0" tIns="68580" rIns="0" bIns="0" rtlCol="0" vert="horz">
            <a:spAutoFit/>
          </a:bodyPr>
          <a:lstStyle/>
          <a:p>
            <a:pPr marL="94615" marR="612775">
              <a:lnSpc>
                <a:spcPts val="3929"/>
              </a:lnSpc>
              <a:spcBef>
                <a:spcPts val="540"/>
              </a:spcBef>
            </a:pPr>
            <a:r>
              <a:rPr dirty="0" sz="3300">
                <a:solidFill>
                  <a:srgbClr val="FF5050"/>
                </a:solidFill>
                <a:latin typeface="Times New Roman"/>
                <a:cs typeface="Times New Roman"/>
              </a:rPr>
              <a:t>Shortcut:</a:t>
            </a:r>
            <a:r>
              <a:rPr dirty="0" sz="3300" spc="-195">
                <a:solidFill>
                  <a:srgbClr val="FF5050"/>
                </a:solidFill>
                <a:latin typeface="Times New Roman"/>
                <a:cs typeface="Times New Roman"/>
              </a:rPr>
              <a:t> </a:t>
            </a:r>
            <a:r>
              <a:rPr dirty="0" sz="3300">
                <a:solidFill>
                  <a:srgbClr val="FF5050"/>
                </a:solidFill>
                <a:latin typeface="Times New Roman"/>
                <a:cs typeface="Times New Roman"/>
              </a:rPr>
              <a:t>Aug.</a:t>
            </a:r>
            <a:r>
              <a:rPr dirty="0" sz="3300" spc="-10">
                <a:solidFill>
                  <a:srgbClr val="FF5050"/>
                </a:solidFill>
                <a:latin typeface="Times New Roman"/>
                <a:cs typeface="Times New Roman"/>
              </a:rPr>
              <a:t> </a:t>
            </a:r>
            <a:r>
              <a:rPr dirty="0" sz="3300">
                <a:solidFill>
                  <a:srgbClr val="FF5050"/>
                </a:solidFill>
                <a:latin typeface="Times New Roman"/>
                <a:cs typeface="Times New Roman"/>
              </a:rPr>
              <a:t>2004:</a:t>
            </a:r>
            <a:r>
              <a:rPr dirty="0" sz="3300" spc="-5">
                <a:solidFill>
                  <a:srgbClr val="FF5050"/>
                </a:solidFill>
                <a:latin typeface="Times New Roman"/>
                <a:cs typeface="Times New Roman"/>
              </a:rPr>
              <a:t> </a:t>
            </a:r>
            <a:r>
              <a:rPr dirty="0" sz="3300">
                <a:solidFill>
                  <a:srgbClr val="FF5050"/>
                </a:solidFill>
                <a:latin typeface="Times New Roman"/>
                <a:cs typeface="Times New Roman"/>
              </a:rPr>
              <a:t>2</a:t>
            </a:r>
            <a:r>
              <a:rPr dirty="0" baseline="25252" sz="3300">
                <a:solidFill>
                  <a:srgbClr val="FF5050"/>
                </a:solidFill>
                <a:latin typeface="Times New Roman"/>
                <a:cs typeface="Times New Roman"/>
              </a:rPr>
              <a:t>39 </a:t>
            </a:r>
            <a:r>
              <a:rPr dirty="0" sz="3300" spc="-10">
                <a:solidFill>
                  <a:srgbClr val="FF5050"/>
                </a:solidFill>
                <a:latin typeface="Times New Roman"/>
                <a:cs typeface="Times New Roman"/>
              </a:rPr>
              <a:t>steps </a:t>
            </a:r>
            <a:r>
              <a:rPr dirty="0" sz="3300">
                <a:solidFill>
                  <a:srgbClr val="FF5050"/>
                </a:solidFill>
                <a:latin typeface="Times New Roman"/>
                <a:cs typeface="Times New Roman"/>
              </a:rPr>
              <a:t>(today:</a:t>
            </a:r>
            <a:r>
              <a:rPr dirty="0" sz="3300" spc="-10">
                <a:solidFill>
                  <a:srgbClr val="FF5050"/>
                </a:solidFill>
                <a:latin typeface="Times New Roman"/>
                <a:cs typeface="Times New Roman"/>
              </a:rPr>
              <a:t> milliseconds)</a:t>
            </a:r>
            <a:endParaRPr sz="33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453335" y="3255563"/>
            <a:ext cx="5516245" cy="600075"/>
          </a:xfrm>
          <a:prstGeom prst="rect">
            <a:avLst/>
          </a:prstGeom>
          <a:solidFill>
            <a:srgbClr val="D5F0FF"/>
          </a:solidFill>
        </p:spPr>
        <p:txBody>
          <a:bodyPr wrap="square" lIns="0" tIns="48895" rIns="0" bIns="0" rtlCol="0" vert="horz">
            <a:spAutoFit/>
          </a:bodyPr>
          <a:lstStyle/>
          <a:p>
            <a:pPr marL="94615">
              <a:lnSpc>
                <a:spcPct val="100000"/>
              </a:lnSpc>
              <a:spcBef>
                <a:spcPts val="385"/>
              </a:spcBef>
            </a:pPr>
            <a:r>
              <a:rPr dirty="0" sz="3300">
                <a:solidFill>
                  <a:srgbClr val="FF5050"/>
                </a:solidFill>
                <a:latin typeface="Times New Roman"/>
                <a:cs typeface="Times New Roman"/>
              </a:rPr>
              <a:t>Shortcut:</a:t>
            </a:r>
            <a:r>
              <a:rPr dirty="0" sz="3300" spc="-195">
                <a:solidFill>
                  <a:srgbClr val="FF5050"/>
                </a:solidFill>
                <a:latin typeface="Times New Roman"/>
                <a:cs typeface="Times New Roman"/>
              </a:rPr>
              <a:t> </a:t>
            </a:r>
            <a:r>
              <a:rPr dirty="0" sz="3300">
                <a:solidFill>
                  <a:srgbClr val="FF5050"/>
                </a:solidFill>
                <a:latin typeface="Times New Roman"/>
                <a:cs typeface="Times New Roman"/>
              </a:rPr>
              <a:t>Aug.</a:t>
            </a:r>
            <a:r>
              <a:rPr dirty="0" sz="3300" spc="-10">
                <a:solidFill>
                  <a:srgbClr val="FF5050"/>
                </a:solidFill>
                <a:latin typeface="Times New Roman"/>
                <a:cs typeface="Times New Roman"/>
              </a:rPr>
              <a:t> </a:t>
            </a:r>
            <a:r>
              <a:rPr dirty="0" sz="3300">
                <a:solidFill>
                  <a:srgbClr val="FF5050"/>
                </a:solidFill>
                <a:latin typeface="Times New Roman"/>
                <a:cs typeface="Times New Roman"/>
              </a:rPr>
              <a:t>2007:</a:t>
            </a:r>
            <a:r>
              <a:rPr dirty="0" sz="3300" spc="-5">
                <a:solidFill>
                  <a:srgbClr val="FF5050"/>
                </a:solidFill>
                <a:latin typeface="Times New Roman"/>
                <a:cs typeface="Times New Roman"/>
              </a:rPr>
              <a:t> </a:t>
            </a:r>
            <a:r>
              <a:rPr dirty="0" sz="3300">
                <a:solidFill>
                  <a:srgbClr val="FF5050"/>
                </a:solidFill>
                <a:latin typeface="Times New Roman"/>
                <a:cs typeface="Times New Roman"/>
              </a:rPr>
              <a:t>2</a:t>
            </a:r>
            <a:r>
              <a:rPr dirty="0" baseline="25252" sz="3300">
                <a:solidFill>
                  <a:srgbClr val="FF5050"/>
                </a:solidFill>
                <a:latin typeface="Times New Roman"/>
                <a:cs typeface="Times New Roman"/>
              </a:rPr>
              <a:t>60 </a:t>
            </a:r>
            <a:r>
              <a:rPr dirty="0" sz="3300" spc="-10">
                <a:solidFill>
                  <a:srgbClr val="FF5050"/>
                </a:solidFill>
                <a:latin typeface="Times New Roman"/>
                <a:cs typeface="Times New Roman"/>
              </a:rPr>
              <a:t>steps</a:t>
            </a:r>
            <a:endParaRPr sz="33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635270" y="6889024"/>
            <a:ext cx="209550" cy="2463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50" spc="-25">
                <a:latin typeface="Times New Roman"/>
                <a:cs typeface="Times New Roman"/>
              </a:rPr>
              <a:t>57</a:t>
            </a:r>
            <a:endParaRPr sz="14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04924" rIns="0" bIns="0" rtlCol="0" vert="horz">
            <a:spAutoFit/>
          </a:bodyPr>
          <a:lstStyle/>
          <a:p>
            <a:pPr marL="2075180">
              <a:lnSpc>
                <a:spcPct val="100000"/>
              </a:lnSpc>
              <a:spcBef>
                <a:spcPts val="105"/>
              </a:spcBef>
            </a:pPr>
            <a:r>
              <a:rPr dirty="0" spc="-10"/>
              <a:t>Public-</a:t>
            </a:r>
            <a:r>
              <a:rPr dirty="0"/>
              <a:t>key</a:t>
            </a:r>
            <a:r>
              <a:rPr dirty="0" spc="20"/>
              <a:t> </a:t>
            </a:r>
            <a:r>
              <a:rPr dirty="0" spc="-10"/>
              <a:t>cryptology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680"/>
              </a:lnSpc>
            </a:pPr>
            <a:fld id="{81D60167-4931-47E6-BA6A-407CBD079E47}" type="slidenum">
              <a:rPr dirty="0" spc="-25"/>
              <a:t>58</a:t>
            </a:fld>
          </a:p>
        </p:txBody>
      </p:sp>
      <p:sp>
        <p:nvSpPr>
          <p:cNvPr id="3" name="object 3"/>
          <p:cNvSpPr txBox="1"/>
          <p:nvPr/>
        </p:nvSpPr>
        <p:spPr>
          <a:xfrm>
            <a:off x="1643486" y="1902848"/>
            <a:ext cx="6536690" cy="3054350"/>
          </a:xfrm>
          <a:prstGeom prst="rect">
            <a:avLst/>
          </a:prstGeom>
        </p:spPr>
        <p:txBody>
          <a:bodyPr wrap="square" lIns="0" tIns="109855" rIns="0" bIns="0" rtlCol="0" vert="horz">
            <a:spAutoFit/>
          </a:bodyPr>
          <a:lstStyle/>
          <a:p>
            <a:pPr marL="367030" indent="-354330">
              <a:lnSpc>
                <a:spcPct val="100000"/>
              </a:lnSpc>
              <a:spcBef>
                <a:spcPts val="865"/>
              </a:spcBef>
              <a:buChar char="•"/>
              <a:tabLst>
                <a:tab pos="367030" algn="l"/>
              </a:tabLst>
            </a:pPr>
            <a:r>
              <a:rPr dirty="0" sz="3300">
                <a:latin typeface="Times New Roman"/>
                <a:cs typeface="Times New Roman"/>
              </a:rPr>
              <a:t>the</a:t>
            </a:r>
            <a:r>
              <a:rPr dirty="0" sz="3300" spc="-5">
                <a:latin typeface="Times New Roman"/>
                <a:cs typeface="Times New Roman"/>
              </a:rPr>
              <a:t> </a:t>
            </a:r>
            <a:r>
              <a:rPr dirty="0" sz="3300" spc="-10">
                <a:latin typeface="Times New Roman"/>
                <a:cs typeface="Times New Roman"/>
              </a:rPr>
              <a:t>problem</a:t>
            </a:r>
            <a:endParaRPr sz="3300">
              <a:latin typeface="Times New Roman"/>
              <a:cs typeface="Times New Roman"/>
            </a:endParaRPr>
          </a:p>
          <a:p>
            <a:pPr marL="367030" indent="-354330">
              <a:lnSpc>
                <a:spcPct val="100000"/>
              </a:lnSpc>
              <a:spcBef>
                <a:spcPts val="770"/>
              </a:spcBef>
              <a:buChar char="•"/>
              <a:tabLst>
                <a:tab pos="367030" algn="l"/>
              </a:tabLst>
            </a:pPr>
            <a:r>
              <a:rPr dirty="0" sz="3300" spc="-10">
                <a:latin typeface="Times New Roman"/>
                <a:cs typeface="Times New Roman"/>
              </a:rPr>
              <a:t>public-</a:t>
            </a:r>
            <a:r>
              <a:rPr dirty="0" sz="3300">
                <a:latin typeface="Times New Roman"/>
                <a:cs typeface="Times New Roman"/>
              </a:rPr>
              <a:t>key</a:t>
            </a:r>
            <a:r>
              <a:rPr dirty="0" sz="3300" spc="50">
                <a:latin typeface="Times New Roman"/>
                <a:cs typeface="Times New Roman"/>
              </a:rPr>
              <a:t> </a:t>
            </a:r>
            <a:r>
              <a:rPr dirty="0" sz="3300" spc="-10">
                <a:latin typeface="Times New Roman"/>
                <a:cs typeface="Times New Roman"/>
              </a:rPr>
              <a:t>encryption</a:t>
            </a:r>
            <a:endParaRPr sz="3300">
              <a:latin typeface="Times New Roman"/>
              <a:cs typeface="Times New Roman"/>
            </a:endParaRPr>
          </a:p>
          <a:p>
            <a:pPr marL="367030" indent="-354330">
              <a:lnSpc>
                <a:spcPct val="100000"/>
              </a:lnSpc>
              <a:spcBef>
                <a:spcPts val="800"/>
              </a:spcBef>
              <a:buChar char="•"/>
              <a:tabLst>
                <a:tab pos="367030" algn="l"/>
              </a:tabLst>
            </a:pPr>
            <a:r>
              <a:rPr dirty="0" sz="3300">
                <a:latin typeface="Times New Roman"/>
                <a:cs typeface="Times New Roman"/>
              </a:rPr>
              <a:t>digital</a:t>
            </a:r>
            <a:r>
              <a:rPr dirty="0" sz="3300" spc="-20">
                <a:latin typeface="Times New Roman"/>
                <a:cs typeface="Times New Roman"/>
              </a:rPr>
              <a:t> </a:t>
            </a:r>
            <a:r>
              <a:rPr dirty="0" sz="3300" spc="-10">
                <a:latin typeface="Times New Roman"/>
                <a:cs typeface="Times New Roman"/>
              </a:rPr>
              <a:t>signatures</a:t>
            </a:r>
            <a:endParaRPr sz="3300">
              <a:latin typeface="Times New Roman"/>
              <a:cs typeface="Times New Roman"/>
            </a:endParaRPr>
          </a:p>
          <a:p>
            <a:pPr marL="367030" indent="-354330">
              <a:lnSpc>
                <a:spcPct val="100000"/>
              </a:lnSpc>
              <a:spcBef>
                <a:spcPts val="905"/>
              </a:spcBef>
              <a:buChar char="•"/>
              <a:tabLst>
                <a:tab pos="367030" algn="l"/>
              </a:tabLst>
            </a:pPr>
            <a:r>
              <a:rPr dirty="0" sz="3300">
                <a:latin typeface="Times New Roman"/>
                <a:cs typeface="Times New Roman"/>
              </a:rPr>
              <a:t>an</a:t>
            </a:r>
            <a:r>
              <a:rPr dirty="0" sz="3300" spc="-1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example:</a:t>
            </a:r>
            <a:r>
              <a:rPr dirty="0" sz="3300" spc="-15">
                <a:latin typeface="Times New Roman"/>
                <a:cs typeface="Times New Roman"/>
              </a:rPr>
              <a:t> </a:t>
            </a:r>
            <a:r>
              <a:rPr dirty="0" sz="3300" spc="-25">
                <a:latin typeface="Times New Roman"/>
                <a:cs typeface="Times New Roman"/>
              </a:rPr>
              <a:t>RSA</a:t>
            </a:r>
            <a:endParaRPr sz="3300">
              <a:latin typeface="Times New Roman"/>
              <a:cs typeface="Times New Roman"/>
            </a:endParaRPr>
          </a:p>
          <a:p>
            <a:pPr marL="367030" indent="-354330">
              <a:lnSpc>
                <a:spcPct val="100000"/>
              </a:lnSpc>
              <a:spcBef>
                <a:spcPts val="800"/>
              </a:spcBef>
              <a:buChar char="•"/>
              <a:tabLst>
                <a:tab pos="367030" algn="l"/>
              </a:tabLst>
            </a:pPr>
            <a:r>
              <a:rPr dirty="0" sz="3300">
                <a:latin typeface="Times New Roman"/>
                <a:cs typeface="Times New Roman"/>
              </a:rPr>
              <a:t>advantages</a:t>
            </a:r>
            <a:r>
              <a:rPr dirty="0" sz="3300" spc="-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of</a:t>
            </a:r>
            <a:r>
              <a:rPr dirty="0" sz="3300" spc="10">
                <a:latin typeface="Times New Roman"/>
                <a:cs typeface="Times New Roman"/>
              </a:rPr>
              <a:t> </a:t>
            </a:r>
            <a:r>
              <a:rPr dirty="0" sz="3300" spc="-10">
                <a:latin typeface="Times New Roman"/>
                <a:cs typeface="Times New Roman"/>
              </a:rPr>
              <a:t>public-</a:t>
            </a:r>
            <a:r>
              <a:rPr dirty="0" sz="3300">
                <a:latin typeface="Times New Roman"/>
                <a:cs typeface="Times New Roman"/>
              </a:rPr>
              <a:t>key</a:t>
            </a:r>
            <a:r>
              <a:rPr dirty="0" sz="3300" spc="10">
                <a:latin typeface="Times New Roman"/>
                <a:cs typeface="Times New Roman"/>
              </a:rPr>
              <a:t> </a:t>
            </a:r>
            <a:r>
              <a:rPr dirty="0" sz="3300" spc="-10">
                <a:latin typeface="Times New Roman"/>
                <a:cs typeface="Times New Roman"/>
              </a:rPr>
              <a:t>cryptology</a:t>
            </a:r>
            <a:endParaRPr sz="33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04924" rIns="0" bIns="0" rtlCol="0" vert="horz">
            <a:spAutoFit/>
          </a:bodyPr>
          <a:lstStyle/>
          <a:p>
            <a:pPr marL="501015">
              <a:lnSpc>
                <a:spcPct val="100000"/>
              </a:lnSpc>
              <a:spcBef>
                <a:spcPts val="105"/>
              </a:spcBef>
            </a:pPr>
            <a:r>
              <a:rPr dirty="0"/>
              <a:t>Limitation</a:t>
            </a:r>
            <a:r>
              <a:rPr dirty="0" spc="-50"/>
              <a:t> </a:t>
            </a:r>
            <a:r>
              <a:rPr dirty="0"/>
              <a:t>of</a:t>
            </a:r>
            <a:r>
              <a:rPr dirty="0" spc="-50"/>
              <a:t> </a:t>
            </a:r>
            <a:r>
              <a:rPr dirty="0"/>
              <a:t>symmetric</a:t>
            </a:r>
            <a:r>
              <a:rPr dirty="0" spc="-45"/>
              <a:t> </a:t>
            </a:r>
            <a:r>
              <a:rPr dirty="0" spc="-10"/>
              <a:t>cryptology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643486" y="1998554"/>
            <a:ext cx="7950200" cy="1029969"/>
          </a:xfrm>
          <a:prstGeom prst="rect">
            <a:avLst/>
          </a:prstGeom>
        </p:spPr>
        <p:txBody>
          <a:bodyPr wrap="square" lIns="0" tIns="31115" rIns="0" bIns="0" rtlCol="0" vert="horz">
            <a:spAutoFit/>
          </a:bodyPr>
          <a:lstStyle/>
          <a:p>
            <a:pPr marL="367030" marR="5080" indent="-354965">
              <a:lnSpc>
                <a:spcPts val="3929"/>
              </a:lnSpc>
              <a:spcBef>
                <a:spcPts val="245"/>
              </a:spcBef>
              <a:buChar char="•"/>
              <a:tabLst>
                <a:tab pos="367030" algn="l"/>
                <a:tab pos="2540635" algn="l"/>
                <a:tab pos="3057525" algn="l"/>
                <a:tab pos="3422015" algn="l"/>
                <a:tab pos="3934460" algn="l"/>
                <a:tab pos="5351780" algn="l"/>
                <a:tab pos="5868670" algn="l"/>
              </a:tabLst>
            </a:pPr>
            <a:r>
              <a:rPr dirty="0" sz="3300">
                <a:latin typeface="Times New Roman"/>
                <a:cs typeface="Times New Roman"/>
              </a:rPr>
              <a:t>Reduce</a:t>
            </a:r>
            <a:r>
              <a:rPr dirty="0" sz="3300" spc="-1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security</a:t>
            </a:r>
            <a:r>
              <a:rPr dirty="0" sz="3300" spc="-1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of</a:t>
            </a:r>
            <a:r>
              <a:rPr dirty="0" sz="3300" spc="-10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information</a:t>
            </a:r>
            <a:r>
              <a:rPr dirty="0" sz="3300" spc="-1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to</a:t>
            </a:r>
            <a:r>
              <a:rPr dirty="0" sz="3300" spc="-1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security</a:t>
            </a:r>
            <a:r>
              <a:rPr dirty="0" sz="3300" spc="-10">
                <a:latin typeface="Times New Roman"/>
                <a:cs typeface="Times New Roman"/>
              </a:rPr>
              <a:t> </a:t>
            </a:r>
            <a:r>
              <a:rPr dirty="0" sz="3300" spc="-25">
                <a:latin typeface="Times New Roman"/>
                <a:cs typeface="Times New Roman"/>
              </a:rPr>
              <a:t>of </a:t>
            </a:r>
            <a:r>
              <a:rPr dirty="0" sz="3300" spc="-20">
                <a:latin typeface="Times New Roman"/>
                <a:cs typeface="Times New Roman"/>
              </a:rPr>
              <a:t>keys</a:t>
            </a:r>
            <a:r>
              <a:rPr dirty="0" sz="3300">
                <a:latin typeface="Times New Roman"/>
                <a:cs typeface="Times New Roman"/>
              </a:rPr>
              <a:t>	</a:t>
            </a:r>
            <a:r>
              <a:rPr dirty="0" u="dbl" sz="3300">
                <a:uFill>
                  <a:solidFill>
                    <a:srgbClr val="BF7F3F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none" sz="3300">
                <a:latin typeface="Times New Roman"/>
                <a:cs typeface="Times New Roman"/>
              </a:rPr>
              <a:t>	</a:t>
            </a:r>
            <a:r>
              <a:rPr dirty="0" u="sng" sz="3300">
                <a:uFill>
                  <a:solidFill>
                    <a:srgbClr val="FF9F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none" sz="3300">
                <a:latin typeface="Times New Roman"/>
                <a:cs typeface="Times New Roman"/>
              </a:rPr>
              <a:t>	</a:t>
            </a:r>
            <a:r>
              <a:rPr dirty="0" u="sng" sz="3300">
                <a:uFill>
                  <a:solidFill>
                    <a:srgbClr val="BF7F3F"/>
                  </a:solidFill>
                </a:uFill>
                <a:latin typeface="Times New Roman"/>
                <a:cs typeface="Times New Roman"/>
              </a:rPr>
              <a:t>	</a:t>
            </a:r>
            <a:endParaRPr sz="33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643486" y="4221503"/>
            <a:ext cx="7610475" cy="2299970"/>
          </a:xfrm>
          <a:prstGeom prst="rect">
            <a:avLst/>
          </a:prstGeom>
        </p:spPr>
        <p:txBody>
          <a:bodyPr wrap="square" lIns="0" tIns="113664" rIns="0" bIns="0" rtlCol="0" vert="horz">
            <a:spAutoFit/>
          </a:bodyPr>
          <a:lstStyle/>
          <a:p>
            <a:pPr marL="367030" indent="-354330">
              <a:lnSpc>
                <a:spcPct val="100000"/>
              </a:lnSpc>
              <a:spcBef>
                <a:spcPts val="894"/>
              </a:spcBef>
              <a:buChar char="•"/>
              <a:tabLst>
                <a:tab pos="367030" algn="l"/>
              </a:tabLst>
            </a:pPr>
            <a:r>
              <a:rPr dirty="0" sz="3300">
                <a:latin typeface="Times New Roman"/>
                <a:cs typeface="Times New Roman"/>
              </a:rPr>
              <a:t>But:</a:t>
            </a:r>
            <a:r>
              <a:rPr dirty="0" sz="3300" spc="-2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how</a:t>
            </a:r>
            <a:r>
              <a:rPr dirty="0" sz="3300" spc="-10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to</a:t>
            </a:r>
            <a:r>
              <a:rPr dirty="0" sz="3300" spc="-10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establish</a:t>
            </a:r>
            <a:r>
              <a:rPr dirty="0" sz="3300" spc="-1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these</a:t>
            </a:r>
            <a:r>
              <a:rPr dirty="0" sz="3300" spc="-10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secret</a:t>
            </a:r>
            <a:r>
              <a:rPr dirty="0" sz="3300" spc="-10">
                <a:latin typeface="Times New Roman"/>
                <a:cs typeface="Times New Roman"/>
              </a:rPr>
              <a:t> keys?</a:t>
            </a:r>
            <a:endParaRPr sz="3300">
              <a:latin typeface="Times New Roman"/>
              <a:cs typeface="Times New Roman"/>
            </a:endParaRPr>
          </a:p>
          <a:p>
            <a:pPr lvl="1" marL="780415" indent="-294640">
              <a:lnSpc>
                <a:spcPct val="100000"/>
              </a:lnSpc>
              <a:spcBef>
                <a:spcPts val="690"/>
              </a:spcBef>
              <a:buChar char="–"/>
              <a:tabLst>
                <a:tab pos="780415" algn="l"/>
              </a:tabLst>
            </a:pPr>
            <a:r>
              <a:rPr dirty="0" sz="2900">
                <a:latin typeface="Times New Roman"/>
                <a:cs typeface="Times New Roman"/>
              </a:rPr>
              <a:t>Cumbersome</a:t>
            </a:r>
            <a:r>
              <a:rPr dirty="0" sz="2900" spc="-90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and</a:t>
            </a:r>
            <a:r>
              <a:rPr dirty="0" sz="2900" spc="-85">
                <a:latin typeface="Times New Roman"/>
                <a:cs typeface="Times New Roman"/>
              </a:rPr>
              <a:t> </a:t>
            </a:r>
            <a:r>
              <a:rPr dirty="0" sz="2900" spc="-10">
                <a:latin typeface="Times New Roman"/>
                <a:cs typeface="Times New Roman"/>
              </a:rPr>
              <a:t>expensive</a:t>
            </a:r>
            <a:endParaRPr sz="2900">
              <a:latin typeface="Times New Roman"/>
              <a:cs typeface="Times New Roman"/>
            </a:endParaRPr>
          </a:p>
          <a:p>
            <a:pPr lvl="1" marL="780415" indent="-294640">
              <a:lnSpc>
                <a:spcPct val="100000"/>
              </a:lnSpc>
              <a:spcBef>
                <a:spcPts val="660"/>
              </a:spcBef>
              <a:buChar char="–"/>
              <a:tabLst>
                <a:tab pos="780415" algn="l"/>
              </a:tabLst>
            </a:pPr>
            <a:r>
              <a:rPr dirty="0" sz="2900">
                <a:latin typeface="Times New Roman"/>
                <a:cs typeface="Times New Roman"/>
              </a:rPr>
              <a:t>Or</a:t>
            </a:r>
            <a:r>
              <a:rPr dirty="0" sz="2900" spc="-25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risky:</a:t>
            </a:r>
            <a:r>
              <a:rPr dirty="0" sz="2900" spc="-30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all</a:t>
            </a:r>
            <a:r>
              <a:rPr dirty="0" sz="2900" spc="-25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keys</a:t>
            </a:r>
            <a:r>
              <a:rPr dirty="0" sz="2900" spc="-25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in</a:t>
            </a:r>
            <a:r>
              <a:rPr dirty="0" sz="2900" spc="-25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1</a:t>
            </a:r>
            <a:r>
              <a:rPr dirty="0" sz="2900" spc="-25">
                <a:latin typeface="Times New Roman"/>
                <a:cs typeface="Times New Roman"/>
              </a:rPr>
              <a:t> </a:t>
            </a:r>
            <a:r>
              <a:rPr dirty="0" sz="2900" spc="-10">
                <a:latin typeface="Times New Roman"/>
                <a:cs typeface="Times New Roman"/>
              </a:rPr>
              <a:t>place</a:t>
            </a:r>
            <a:endParaRPr sz="2900">
              <a:latin typeface="Times New Roman"/>
              <a:cs typeface="Times New Roman"/>
            </a:endParaRPr>
          </a:p>
          <a:p>
            <a:pPr marL="367030" indent="-354330">
              <a:lnSpc>
                <a:spcPct val="100000"/>
              </a:lnSpc>
              <a:spcBef>
                <a:spcPts val="880"/>
              </a:spcBef>
              <a:buChar char="•"/>
              <a:tabLst>
                <a:tab pos="367030" algn="l"/>
              </a:tabLst>
            </a:pPr>
            <a:r>
              <a:rPr dirty="0" sz="3300">
                <a:latin typeface="Times New Roman"/>
                <a:cs typeface="Times New Roman"/>
              </a:rPr>
              <a:t>Do</a:t>
            </a:r>
            <a:r>
              <a:rPr dirty="0" sz="3300" spc="-2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we</a:t>
            </a:r>
            <a:r>
              <a:rPr dirty="0" sz="3300" spc="-10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really</a:t>
            </a:r>
            <a:r>
              <a:rPr dirty="0" sz="3300" spc="-10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need</a:t>
            </a:r>
            <a:r>
              <a:rPr dirty="0" sz="3300" spc="-10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to</a:t>
            </a:r>
            <a:r>
              <a:rPr dirty="0" sz="3300" spc="-10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establish</a:t>
            </a:r>
            <a:r>
              <a:rPr dirty="0" sz="3300" spc="-10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secret</a:t>
            </a:r>
            <a:r>
              <a:rPr dirty="0" sz="3300" spc="-10">
                <a:latin typeface="Times New Roman"/>
                <a:cs typeface="Times New Roman"/>
              </a:rPr>
              <a:t> keys?</a:t>
            </a:r>
            <a:endParaRPr sz="3300">
              <a:latin typeface="Times New Roman"/>
              <a:cs typeface="Times New Roman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122608" y="2592842"/>
            <a:ext cx="620395" cy="1181735"/>
            <a:chOff x="4122608" y="2592842"/>
            <a:chExt cx="620395" cy="1181735"/>
          </a:xfrm>
        </p:grpSpPr>
        <p:sp>
          <p:nvSpPr>
            <p:cNvPr id="6" name="object 6"/>
            <p:cNvSpPr/>
            <p:nvPr/>
          </p:nvSpPr>
          <p:spPr>
            <a:xfrm>
              <a:off x="4122608" y="2592842"/>
              <a:ext cx="605155" cy="1174750"/>
            </a:xfrm>
            <a:custGeom>
              <a:avLst/>
              <a:gdLst/>
              <a:ahLst/>
              <a:cxnLst/>
              <a:rect l="l" t="t" r="r" b="b"/>
              <a:pathLst>
                <a:path w="605154" h="1174750">
                  <a:moveTo>
                    <a:pt x="329801" y="1174255"/>
                  </a:moveTo>
                  <a:lnTo>
                    <a:pt x="226914" y="1087613"/>
                  </a:lnTo>
                  <a:lnTo>
                    <a:pt x="263559" y="1062958"/>
                  </a:lnTo>
                  <a:lnTo>
                    <a:pt x="263559" y="1034077"/>
                  </a:lnTo>
                  <a:lnTo>
                    <a:pt x="226914" y="1008014"/>
                  </a:lnTo>
                  <a:lnTo>
                    <a:pt x="263559" y="985473"/>
                  </a:lnTo>
                  <a:lnTo>
                    <a:pt x="257921" y="976315"/>
                  </a:lnTo>
                  <a:lnTo>
                    <a:pt x="226210" y="955887"/>
                  </a:lnTo>
                  <a:lnTo>
                    <a:pt x="220572" y="891082"/>
                  </a:lnTo>
                  <a:lnTo>
                    <a:pt x="216344" y="884742"/>
                  </a:lnTo>
                  <a:lnTo>
                    <a:pt x="264264" y="847408"/>
                  </a:lnTo>
                  <a:lnTo>
                    <a:pt x="264264" y="815005"/>
                  </a:lnTo>
                  <a:lnTo>
                    <a:pt x="226210" y="776967"/>
                  </a:lnTo>
                  <a:lnTo>
                    <a:pt x="263559" y="743155"/>
                  </a:lnTo>
                  <a:lnTo>
                    <a:pt x="263559" y="709343"/>
                  </a:lnTo>
                  <a:lnTo>
                    <a:pt x="226914" y="665669"/>
                  </a:lnTo>
                  <a:lnTo>
                    <a:pt x="219867" y="594524"/>
                  </a:lnTo>
                  <a:lnTo>
                    <a:pt x="175471" y="594524"/>
                  </a:lnTo>
                  <a:lnTo>
                    <a:pt x="175471" y="498724"/>
                  </a:lnTo>
                  <a:lnTo>
                    <a:pt x="148692" y="498724"/>
                  </a:lnTo>
                  <a:lnTo>
                    <a:pt x="148692" y="414899"/>
                  </a:lnTo>
                  <a:lnTo>
                    <a:pt x="119095" y="414899"/>
                  </a:lnTo>
                  <a:lnTo>
                    <a:pt x="105705" y="374747"/>
                  </a:lnTo>
                  <a:lnTo>
                    <a:pt x="45805" y="374747"/>
                  </a:lnTo>
                  <a:lnTo>
                    <a:pt x="45805" y="339526"/>
                  </a:lnTo>
                  <a:lnTo>
                    <a:pt x="0" y="339526"/>
                  </a:lnTo>
                  <a:lnTo>
                    <a:pt x="0" y="173989"/>
                  </a:lnTo>
                  <a:lnTo>
                    <a:pt x="45101" y="173989"/>
                  </a:lnTo>
                  <a:lnTo>
                    <a:pt x="45101" y="150039"/>
                  </a:lnTo>
                  <a:lnTo>
                    <a:pt x="95839" y="150039"/>
                  </a:lnTo>
                  <a:lnTo>
                    <a:pt x="107819" y="139473"/>
                  </a:lnTo>
                  <a:lnTo>
                    <a:pt x="119799" y="112705"/>
                  </a:lnTo>
                  <a:lnTo>
                    <a:pt x="148692" y="112705"/>
                  </a:lnTo>
                  <a:lnTo>
                    <a:pt x="217048" y="0"/>
                  </a:lnTo>
                  <a:lnTo>
                    <a:pt x="399567" y="0"/>
                  </a:lnTo>
                  <a:lnTo>
                    <a:pt x="372582" y="35231"/>
                  </a:lnTo>
                  <a:lnTo>
                    <a:pt x="364882" y="45082"/>
                  </a:lnTo>
                  <a:lnTo>
                    <a:pt x="258626" y="45082"/>
                  </a:lnTo>
                  <a:lnTo>
                    <a:pt x="218458" y="116932"/>
                  </a:lnTo>
                  <a:lnTo>
                    <a:pt x="499556" y="116932"/>
                  </a:lnTo>
                  <a:lnTo>
                    <a:pt x="510205" y="150744"/>
                  </a:lnTo>
                  <a:lnTo>
                    <a:pt x="564467" y="150744"/>
                  </a:lnTo>
                  <a:lnTo>
                    <a:pt x="565080" y="173989"/>
                  </a:lnTo>
                  <a:lnTo>
                    <a:pt x="565172" y="177512"/>
                  </a:lnTo>
                  <a:lnTo>
                    <a:pt x="585609" y="178216"/>
                  </a:lnTo>
                  <a:lnTo>
                    <a:pt x="604636" y="178216"/>
                  </a:lnTo>
                  <a:lnTo>
                    <a:pt x="604636" y="342344"/>
                  </a:lnTo>
                  <a:lnTo>
                    <a:pt x="564467" y="343048"/>
                  </a:lnTo>
                  <a:lnTo>
                    <a:pt x="563820" y="374747"/>
                  </a:lnTo>
                  <a:lnTo>
                    <a:pt x="563763" y="377564"/>
                  </a:lnTo>
                  <a:lnTo>
                    <a:pt x="512319" y="377564"/>
                  </a:lnTo>
                  <a:lnTo>
                    <a:pt x="497521" y="418420"/>
                  </a:lnTo>
                  <a:lnTo>
                    <a:pt x="469332" y="419125"/>
                  </a:lnTo>
                  <a:lnTo>
                    <a:pt x="467308" y="498724"/>
                  </a:lnTo>
                  <a:lnTo>
                    <a:pt x="467218" y="502246"/>
                  </a:lnTo>
                  <a:lnTo>
                    <a:pt x="448192" y="502246"/>
                  </a:lnTo>
                  <a:lnTo>
                    <a:pt x="441849" y="514925"/>
                  </a:lnTo>
                  <a:lnTo>
                    <a:pt x="441849" y="598046"/>
                  </a:lnTo>
                  <a:lnTo>
                    <a:pt x="408023" y="598750"/>
                  </a:lnTo>
                  <a:lnTo>
                    <a:pt x="409533" y="955887"/>
                  </a:lnTo>
                  <a:lnTo>
                    <a:pt x="409658" y="985473"/>
                  </a:lnTo>
                  <a:lnTo>
                    <a:pt x="409753" y="1008014"/>
                  </a:lnTo>
                  <a:lnTo>
                    <a:pt x="409863" y="1034077"/>
                  </a:lnTo>
                  <a:lnTo>
                    <a:pt x="409985" y="1062958"/>
                  </a:lnTo>
                  <a:lnTo>
                    <a:pt x="410090" y="1087613"/>
                  </a:lnTo>
                  <a:lnTo>
                    <a:pt x="410137" y="1098883"/>
                  </a:lnTo>
                  <a:lnTo>
                    <a:pt x="329801" y="1174255"/>
                  </a:lnTo>
                  <a:close/>
                </a:path>
                <a:path w="605154" h="1174750">
                  <a:moveTo>
                    <a:pt x="499556" y="116932"/>
                  </a:moveTo>
                  <a:lnTo>
                    <a:pt x="401681" y="116932"/>
                  </a:lnTo>
                  <a:lnTo>
                    <a:pt x="364332" y="45786"/>
                  </a:lnTo>
                  <a:lnTo>
                    <a:pt x="364882" y="45082"/>
                  </a:lnTo>
                  <a:lnTo>
                    <a:pt x="365036" y="45082"/>
                  </a:lnTo>
                  <a:lnTo>
                    <a:pt x="372582" y="35231"/>
                  </a:lnTo>
                  <a:lnTo>
                    <a:pt x="399567" y="704"/>
                  </a:lnTo>
                  <a:lnTo>
                    <a:pt x="463695" y="112001"/>
                  </a:lnTo>
                  <a:lnTo>
                    <a:pt x="498225" y="112705"/>
                  </a:lnTo>
                  <a:lnTo>
                    <a:pt x="499556" y="116932"/>
                  </a:lnTo>
                  <a:close/>
                </a:path>
              </a:pathLst>
            </a:custGeom>
            <a:solidFill>
              <a:srgbClr val="FF9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4137407" y="2599182"/>
              <a:ext cx="605790" cy="1175385"/>
            </a:xfrm>
            <a:custGeom>
              <a:avLst/>
              <a:gdLst/>
              <a:ahLst/>
              <a:cxnLst/>
              <a:rect l="l" t="t" r="r" b="b"/>
              <a:pathLst>
                <a:path w="605789" h="1175385">
                  <a:moveTo>
                    <a:pt x="329801" y="1174960"/>
                  </a:moveTo>
                  <a:lnTo>
                    <a:pt x="226914" y="1087613"/>
                  </a:lnTo>
                  <a:lnTo>
                    <a:pt x="263559" y="1062958"/>
                  </a:lnTo>
                  <a:lnTo>
                    <a:pt x="263559" y="1034078"/>
                  </a:lnTo>
                  <a:lnTo>
                    <a:pt x="226914" y="1008014"/>
                  </a:lnTo>
                  <a:lnTo>
                    <a:pt x="263559" y="985473"/>
                  </a:lnTo>
                  <a:lnTo>
                    <a:pt x="257921" y="976316"/>
                  </a:lnTo>
                  <a:lnTo>
                    <a:pt x="226210" y="955888"/>
                  </a:lnTo>
                  <a:lnTo>
                    <a:pt x="220572" y="891082"/>
                  </a:lnTo>
                  <a:lnTo>
                    <a:pt x="216344" y="885446"/>
                  </a:lnTo>
                  <a:lnTo>
                    <a:pt x="264264" y="847408"/>
                  </a:lnTo>
                  <a:lnTo>
                    <a:pt x="264264" y="815005"/>
                  </a:lnTo>
                  <a:lnTo>
                    <a:pt x="226210" y="776967"/>
                  </a:lnTo>
                  <a:lnTo>
                    <a:pt x="263559" y="743155"/>
                  </a:lnTo>
                  <a:lnTo>
                    <a:pt x="263559" y="709343"/>
                  </a:lnTo>
                  <a:lnTo>
                    <a:pt x="226914" y="665670"/>
                  </a:lnTo>
                  <a:lnTo>
                    <a:pt x="219867" y="594524"/>
                  </a:lnTo>
                  <a:lnTo>
                    <a:pt x="175471" y="594524"/>
                  </a:lnTo>
                  <a:lnTo>
                    <a:pt x="175471" y="498724"/>
                  </a:lnTo>
                  <a:lnTo>
                    <a:pt x="149397" y="498724"/>
                  </a:lnTo>
                  <a:lnTo>
                    <a:pt x="149397" y="414899"/>
                  </a:lnTo>
                  <a:lnTo>
                    <a:pt x="119095" y="414899"/>
                  </a:lnTo>
                  <a:lnTo>
                    <a:pt x="105705" y="374747"/>
                  </a:lnTo>
                  <a:lnTo>
                    <a:pt x="45805" y="374747"/>
                  </a:lnTo>
                  <a:lnTo>
                    <a:pt x="45805" y="339526"/>
                  </a:lnTo>
                  <a:lnTo>
                    <a:pt x="0" y="339526"/>
                  </a:lnTo>
                  <a:lnTo>
                    <a:pt x="0" y="173989"/>
                  </a:lnTo>
                  <a:lnTo>
                    <a:pt x="45101" y="173989"/>
                  </a:lnTo>
                  <a:lnTo>
                    <a:pt x="45101" y="150040"/>
                  </a:lnTo>
                  <a:lnTo>
                    <a:pt x="95839" y="150040"/>
                  </a:lnTo>
                  <a:lnTo>
                    <a:pt x="107819" y="139473"/>
                  </a:lnTo>
                  <a:lnTo>
                    <a:pt x="119799" y="112706"/>
                  </a:lnTo>
                  <a:lnTo>
                    <a:pt x="149397" y="112706"/>
                  </a:lnTo>
                  <a:lnTo>
                    <a:pt x="217049" y="0"/>
                  </a:lnTo>
                  <a:lnTo>
                    <a:pt x="399567" y="0"/>
                  </a:lnTo>
                  <a:lnTo>
                    <a:pt x="372593" y="35217"/>
                  </a:lnTo>
                  <a:lnTo>
                    <a:pt x="364882" y="45082"/>
                  </a:lnTo>
                  <a:lnTo>
                    <a:pt x="258626" y="45082"/>
                  </a:lnTo>
                  <a:lnTo>
                    <a:pt x="218458" y="116932"/>
                  </a:lnTo>
                  <a:lnTo>
                    <a:pt x="499556" y="116932"/>
                  </a:lnTo>
                  <a:lnTo>
                    <a:pt x="510206" y="150744"/>
                  </a:lnTo>
                  <a:lnTo>
                    <a:pt x="564468" y="150744"/>
                  </a:lnTo>
                  <a:lnTo>
                    <a:pt x="565080" y="173989"/>
                  </a:lnTo>
                  <a:lnTo>
                    <a:pt x="565172" y="177512"/>
                  </a:lnTo>
                  <a:lnTo>
                    <a:pt x="585609" y="178216"/>
                  </a:lnTo>
                  <a:lnTo>
                    <a:pt x="605340" y="178216"/>
                  </a:lnTo>
                  <a:lnTo>
                    <a:pt x="605340" y="342344"/>
                  </a:lnTo>
                  <a:lnTo>
                    <a:pt x="564468" y="343049"/>
                  </a:lnTo>
                  <a:lnTo>
                    <a:pt x="563820" y="374747"/>
                  </a:lnTo>
                  <a:lnTo>
                    <a:pt x="563763" y="377565"/>
                  </a:lnTo>
                  <a:lnTo>
                    <a:pt x="512319" y="377565"/>
                  </a:lnTo>
                  <a:lnTo>
                    <a:pt x="497521" y="418421"/>
                  </a:lnTo>
                  <a:lnTo>
                    <a:pt x="469332" y="419125"/>
                  </a:lnTo>
                  <a:lnTo>
                    <a:pt x="467308" y="498724"/>
                  </a:lnTo>
                  <a:lnTo>
                    <a:pt x="467218" y="502246"/>
                  </a:lnTo>
                  <a:lnTo>
                    <a:pt x="448192" y="502246"/>
                  </a:lnTo>
                  <a:lnTo>
                    <a:pt x="443259" y="509290"/>
                  </a:lnTo>
                  <a:lnTo>
                    <a:pt x="443259" y="598751"/>
                  </a:lnTo>
                  <a:lnTo>
                    <a:pt x="408023" y="598751"/>
                  </a:lnTo>
                  <a:lnTo>
                    <a:pt x="409533" y="955888"/>
                  </a:lnTo>
                  <a:lnTo>
                    <a:pt x="409658" y="985473"/>
                  </a:lnTo>
                  <a:lnTo>
                    <a:pt x="409753" y="1008014"/>
                  </a:lnTo>
                  <a:lnTo>
                    <a:pt x="409863" y="1034078"/>
                  </a:lnTo>
                  <a:lnTo>
                    <a:pt x="409985" y="1062958"/>
                  </a:lnTo>
                  <a:lnTo>
                    <a:pt x="410090" y="1087613"/>
                  </a:lnTo>
                  <a:lnTo>
                    <a:pt x="410137" y="1098884"/>
                  </a:lnTo>
                  <a:lnTo>
                    <a:pt x="329801" y="1174960"/>
                  </a:lnTo>
                  <a:close/>
                </a:path>
                <a:path w="605789" h="1175385">
                  <a:moveTo>
                    <a:pt x="499556" y="116932"/>
                  </a:moveTo>
                  <a:lnTo>
                    <a:pt x="401681" y="116932"/>
                  </a:lnTo>
                  <a:lnTo>
                    <a:pt x="364332" y="45787"/>
                  </a:lnTo>
                  <a:lnTo>
                    <a:pt x="364882" y="45082"/>
                  </a:lnTo>
                  <a:lnTo>
                    <a:pt x="365037" y="45082"/>
                  </a:lnTo>
                  <a:lnTo>
                    <a:pt x="372593" y="35217"/>
                  </a:lnTo>
                  <a:lnTo>
                    <a:pt x="399567" y="704"/>
                  </a:lnTo>
                  <a:lnTo>
                    <a:pt x="464399" y="112001"/>
                  </a:lnTo>
                  <a:lnTo>
                    <a:pt x="498225" y="112706"/>
                  </a:lnTo>
                  <a:lnTo>
                    <a:pt x="499556" y="116932"/>
                  </a:lnTo>
                  <a:close/>
                </a:path>
              </a:pathLst>
            </a:custGeom>
            <a:solidFill>
              <a:srgbClr val="BF7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4221972" y="2787965"/>
              <a:ext cx="427990" cy="134620"/>
            </a:xfrm>
            <a:custGeom>
              <a:avLst/>
              <a:gdLst/>
              <a:ahLst/>
              <a:cxnLst/>
              <a:rect l="l" t="t" r="r" b="b"/>
              <a:pathLst>
                <a:path w="427989" h="134619">
                  <a:moveTo>
                    <a:pt x="34530" y="134542"/>
                  </a:moveTo>
                  <a:lnTo>
                    <a:pt x="0" y="69736"/>
                  </a:lnTo>
                  <a:lnTo>
                    <a:pt x="37349" y="0"/>
                  </a:lnTo>
                  <a:lnTo>
                    <a:pt x="427755" y="0"/>
                  </a:lnTo>
                  <a:lnTo>
                    <a:pt x="424231" y="4931"/>
                  </a:lnTo>
                  <a:lnTo>
                    <a:pt x="41577" y="4931"/>
                  </a:lnTo>
                  <a:lnTo>
                    <a:pt x="7046" y="69736"/>
                  </a:lnTo>
                  <a:lnTo>
                    <a:pt x="40872" y="130316"/>
                  </a:lnTo>
                  <a:lnTo>
                    <a:pt x="34530" y="134542"/>
                  </a:lnTo>
                  <a:close/>
                </a:path>
              </a:pathLst>
            </a:custGeom>
            <a:solidFill>
              <a:srgbClr val="BF7F3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4185323" y="2740774"/>
              <a:ext cx="514350" cy="1005205"/>
            </a:xfrm>
            <a:custGeom>
              <a:avLst/>
              <a:gdLst/>
              <a:ahLst/>
              <a:cxnLst/>
              <a:rect l="l" t="t" r="r" b="b"/>
              <a:pathLst>
                <a:path w="514350" h="1005204">
                  <a:moveTo>
                    <a:pt x="248056" y="362064"/>
                  </a:moveTo>
                  <a:lnTo>
                    <a:pt x="234670" y="381787"/>
                  </a:lnTo>
                  <a:lnTo>
                    <a:pt x="236067" y="993927"/>
                  </a:lnTo>
                  <a:lnTo>
                    <a:pt x="247345" y="1003795"/>
                  </a:lnTo>
                  <a:lnTo>
                    <a:pt x="248056" y="362064"/>
                  </a:lnTo>
                  <a:close/>
                </a:path>
                <a:path w="514350" h="1005204">
                  <a:moveTo>
                    <a:pt x="320636" y="994638"/>
                  </a:moveTo>
                  <a:lnTo>
                    <a:pt x="318528" y="378980"/>
                  </a:lnTo>
                  <a:lnTo>
                    <a:pt x="308660" y="429691"/>
                  </a:lnTo>
                  <a:lnTo>
                    <a:pt x="310070" y="1005192"/>
                  </a:lnTo>
                  <a:lnTo>
                    <a:pt x="320636" y="994638"/>
                  </a:lnTo>
                  <a:close/>
                </a:path>
                <a:path w="514350" h="1005204">
                  <a:moveTo>
                    <a:pt x="451713" y="0"/>
                  </a:moveTo>
                  <a:lnTo>
                    <a:pt x="50736" y="0"/>
                  </a:lnTo>
                  <a:lnTo>
                    <a:pt x="50736" y="7048"/>
                  </a:lnTo>
                  <a:lnTo>
                    <a:pt x="451713" y="7048"/>
                  </a:lnTo>
                  <a:lnTo>
                    <a:pt x="451713" y="0"/>
                  </a:lnTo>
                  <a:close/>
                </a:path>
                <a:path w="514350" h="1005204">
                  <a:moveTo>
                    <a:pt x="498221" y="110591"/>
                  </a:moveTo>
                  <a:lnTo>
                    <a:pt x="463689" y="46494"/>
                  </a:lnTo>
                  <a:lnTo>
                    <a:pt x="457352" y="50723"/>
                  </a:lnTo>
                  <a:lnTo>
                    <a:pt x="491172" y="110591"/>
                  </a:lnTo>
                  <a:lnTo>
                    <a:pt x="456641" y="176110"/>
                  </a:lnTo>
                  <a:lnTo>
                    <a:pt x="73990" y="176110"/>
                  </a:lnTo>
                  <a:lnTo>
                    <a:pt x="70472" y="181038"/>
                  </a:lnTo>
                  <a:lnTo>
                    <a:pt x="460870" y="181038"/>
                  </a:lnTo>
                  <a:lnTo>
                    <a:pt x="498221" y="110591"/>
                  </a:lnTo>
                  <a:close/>
                </a:path>
                <a:path w="514350" h="1005204">
                  <a:moveTo>
                    <a:pt x="513727" y="26771"/>
                  </a:moveTo>
                  <a:lnTo>
                    <a:pt x="0" y="26771"/>
                  </a:lnTo>
                  <a:lnTo>
                    <a:pt x="0" y="33108"/>
                  </a:lnTo>
                  <a:lnTo>
                    <a:pt x="513727" y="33108"/>
                  </a:lnTo>
                  <a:lnTo>
                    <a:pt x="513727" y="26771"/>
                  </a:lnTo>
                  <a:close/>
                </a:path>
              </a:pathLst>
            </a:custGeom>
            <a:solidFill>
              <a:srgbClr val="FF9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4312869" y="3097212"/>
              <a:ext cx="275590" cy="675640"/>
            </a:xfrm>
            <a:custGeom>
              <a:avLst/>
              <a:gdLst/>
              <a:ahLst/>
              <a:cxnLst/>
              <a:rect l="l" t="t" r="r" b="b"/>
              <a:pathLst>
                <a:path w="275589" h="675639">
                  <a:moveTo>
                    <a:pt x="190982" y="23952"/>
                  </a:moveTo>
                  <a:lnTo>
                    <a:pt x="151511" y="92278"/>
                  </a:lnTo>
                  <a:lnTo>
                    <a:pt x="154330" y="675525"/>
                  </a:lnTo>
                  <a:lnTo>
                    <a:pt x="166319" y="663549"/>
                  </a:lnTo>
                  <a:lnTo>
                    <a:pt x="166319" y="102844"/>
                  </a:lnTo>
                  <a:lnTo>
                    <a:pt x="181813" y="66205"/>
                  </a:lnTo>
                  <a:lnTo>
                    <a:pt x="190982" y="23952"/>
                  </a:lnTo>
                  <a:close/>
                </a:path>
                <a:path w="275589" h="675639">
                  <a:moveTo>
                    <a:pt x="275539" y="0"/>
                  </a:moveTo>
                  <a:lnTo>
                    <a:pt x="0" y="0"/>
                  </a:lnTo>
                  <a:lnTo>
                    <a:pt x="0" y="11264"/>
                  </a:lnTo>
                  <a:lnTo>
                    <a:pt x="28194" y="11264"/>
                  </a:lnTo>
                  <a:lnTo>
                    <a:pt x="28194" y="76073"/>
                  </a:lnTo>
                  <a:lnTo>
                    <a:pt x="46520" y="97904"/>
                  </a:lnTo>
                  <a:lnTo>
                    <a:pt x="52146" y="29578"/>
                  </a:lnTo>
                  <a:lnTo>
                    <a:pt x="107124" y="29578"/>
                  </a:lnTo>
                  <a:lnTo>
                    <a:pt x="119799" y="11264"/>
                  </a:lnTo>
                  <a:lnTo>
                    <a:pt x="268490" y="11264"/>
                  </a:lnTo>
                  <a:lnTo>
                    <a:pt x="275539" y="0"/>
                  </a:lnTo>
                  <a:close/>
                </a:path>
              </a:pathLst>
            </a:custGeom>
            <a:solidFill>
              <a:srgbClr val="BF7F3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1" name="object 11"/>
          <p:cNvGrpSpPr/>
          <p:nvPr/>
        </p:nvGrpSpPr>
        <p:grpSpPr>
          <a:xfrm>
            <a:off x="5003296" y="2755533"/>
            <a:ext cx="618490" cy="1179830"/>
            <a:chOff x="5003296" y="2755533"/>
            <a:chExt cx="618490" cy="1179830"/>
          </a:xfrm>
        </p:grpSpPr>
        <p:sp>
          <p:nvSpPr>
            <p:cNvPr id="12" name="object 12"/>
            <p:cNvSpPr/>
            <p:nvPr/>
          </p:nvSpPr>
          <p:spPr>
            <a:xfrm>
              <a:off x="5003296" y="2755533"/>
              <a:ext cx="603250" cy="1172845"/>
            </a:xfrm>
            <a:custGeom>
              <a:avLst/>
              <a:gdLst/>
              <a:ahLst/>
              <a:cxnLst/>
              <a:rect l="l" t="t" r="r" b="b"/>
              <a:pathLst>
                <a:path w="603250" h="1172845">
                  <a:moveTo>
                    <a:pt x="328926" y="1172620"/>
                  </a:moveTo>
                  <a:lnTo>
                    <a:pt x="226312" y="1086098"/>
                  </a:lnTo>
                  <a:lnTo>
                    <a:pt x="262859" y="1061478"/>
                  </a:lnTo>
                  <a:lnTo>
                    <a:pt x="262859" y="1032637"/>
                  </a:lnTo>
                  <a:lnTo>
                    <a:pt x="226312" y="1006610"/>
                  </a:lnTo>
                  <a:lnTo>
                    <a:pt x="262859" y="984100"/>
                  </a:lnTo>
                  <a:lnTo>
                    <a:pt x="257237" y="974956"/>
                  </a:lnTo>
                  <a:lnTo>
                    <a:pt x="225609" y="954556"/>
                  </a:lnTo>
                  <a:lnTo>
                    <a:pt x="219986" y="889841"/>
                  </a:lnTo>
                  <a:lnTo>
                    <a:pt x="215770" y="883510"/>
                  </a:lnTo>
                  <a:lnTo>
                    <a:pt x="263562" y="846228"/>
                  </a:lnTo>
                  <a:lnTo>
                    <a:pt x="263562" y="813870"/>
                  </a:lnTo>
                  <a:lnTo>
                    <a:pt x="225609" y="775884"/>
                  </a:lnTo>
                  <a:lnTo>
                    <a:pt x="262859" y="742120"/>
                  </a:lnTo>
                  <a:lnTo>
                    <a:pt x="262859" y="708355"/>
                  </a:lnTo>
                  <a:lnTo>
                    <a:pt x="226312" y="664742"/>
                  </a:lnTo>
                  <a:lnTo>
                    <a:pt x="219284" y="593696"/>
                  </a:lnTo>
                  <a:lnTo>
                    <a:pt x="175005" y="593696"/>
                  </a:lnTo>
                  <a:lnTo>
                    <a:pt x="175005" y="498029"/>
                  </a:lnTo>
                  <a:lnTo>
                    <a:pt x="148297" y="498029"/>
                  </a:lnTo>
                  <a:lnTo>
                    <a:pt x="148297" y="414321"/>
                  </a:lnTo>
                  <a:lnTo>
                    <a:pt x="118778" y="414321"/>
                  </a:lnTo>
                  <a:lnTo>
                    <a:pt x="105425" y="374225"/>
                  </a:lnTo>
                  <a:lnTo>
                    <a:pt x="45684" y="374225"/>
                  </a:lnTo>
                  <a:lnTo>
                    <a:pt x="45684" y="339054"/>
                  </a:lnTo>
                  <a:lnTo>
                    <a:pt x="0" y="339054"/>
                  </a:lnTo>
                  <a:lnTo>
                    <a:pt x="0" y="173747"/>
                  </a:lnTo>
                  <a:lnTo>
                    <a:pt x="44981" y="173747"/>
                  </a:lnTo>
                  <a:lnTo>
                    <a:pt x="44981" y="149831"/>
                  </a:lnTo>
                  <a:lnTo>
                    <a:pt x="95585" y="149831"/>
                  </a:lnTo>
                  <a:lnTo>
                    <a:pt x="107533" y="139279"/>
                  </a:lnTo>
                  <a:lnTo>
                    <a:pt x="119481" y="112548"/>
                  </a:lnTo>
                  <a:lnTo>
                    <a:pt x="148297" y="112548"/>
                  </a:lnTo>
                  <a:lnTo>
                    <a:pt x="216472" y="0"/>
                  </a:lnTo>
                  <a:lnTo>
                    <a:pt x="398507" y="0"/>
                  </a:lnTo>
                  <a:lnTo>
                    <a:pt x="371595" y="35179"/>
                  </a:lnTo>
                  <a:lnTo>
                    <a:pt x="363914" y="45019"/>
                  </a:lnTo>
                  <a:lnTo>
                    <a:pt x="257940" y="45019"/>
                  </a:lnTo>
                  <a:lnTo>
                    <a:pt x="217878" y="116769"/>
                  </a:lnTo>
                  <a:lnTo>
                    <a:pt x="498231" y="116769"/>
                  </a:lnTo>
                  <a:lnTo>
                    <a:pt x="508851" y="150534"/>
                  </a:lnTo>
                  <a:lnTo>
                    <a:pt x="562970" y="150534"/>
                  </a:lnTo>
                  <a:lnTo>
                    <a:pt x="563580" y="173747"/>
                  </a:lnTo>
                  <a:lnTo>
                    <a:pt x="563672" y="177264"/>
                  </a:lnTo>
                  <a:lnTo>
                    <a:pt x="584055" y="177968"/>
                  </a:lnTo>
                  <a:lnTo>
                    <a:pt x="603031" y="177968"/>
                  </a:lnTo>
                  <a:lnTo>
                    <a:pt x="603031" y="341867"/>
                  </a:lnTo>
                  <a:lnTo>
                    <a:pt x="562970" y="342571"/>
                  </a:lnTo>
                  <a:lnTo>
                    <a:pt x="562324" y="374225"/>
                  </a:lnTo>
                  <a:lnTo>
                    <a:pt x="562267" y="377039"/>
                  </a:lnTo>
                  <a:lnTo>
                    <a:pt x="510960" y="377039"/>
                  </a:lnTo>
                  <a:lnTo>
                    <a:pt x="496201" y="417838"/>
                  </a:lnTo>
                  <a:lnTo>
                    <a:pt x="468087" y="418541"/>
                  </a:lnTo>
                  <a:lnTo>
                    <a:pt x="466068" y="498029"/>
                  </a:lnTo>
                  <a:lnTo>
                    <a:pt x="465978" y="501546"/>
                  </a:lnTo>
                  <a:lnTo>
                    <a:pt x="447002" y="501546"/>
                  </a:lnTo>
                  <a:lnTo>
                    <a:pt x="440676" y="514208"/>
                  </a:lnTo>
                  <a:lnTo>
                    <a:pt x="440676" y="597213"/>
                  </a:lnTo>
                  <a:lnTo>
                    <a:pt x="406941" y="597917"/>
                  </a:lnTo>
                  <a:lnTo>
                    <a:pt x="408446" y="954556"/>
                  </a:lnTo>
                  <a:lnTo>
                    <a:pt x="408571" y="984100"/>
                  </a:lnTo>
                  <a:lnTo>
                    <a:pt x="408666" y="1006610"/>
                  </a:lnTo>
                  <a:lnTo>
                    <a:pt x="408776" y="1032637"/>
                  </a:lnTo>
                  <a:lnTo>
                    <a:pt x="408897" y="1061478"/>
                  </a:lnTo>
                  <a:lnTo>
                    <a:pt x="409001" y="1086098"/>
                  </a:lnTo>
                  <a:lnTo>
                    <a:pt x="409049" y="1097353"/>
                  </a:lnTo>
                  <a:lnTo>
                    <a:pt x="328926" y="1172620"/>
                  </a:lnTo>
                  <a:close/>
                </a:path>
                <a:path w="603250" h="1172845">
                  <a:moveTo>
                    <a:pt x="498231" y="116769"/>
                  </a:moveTo>
                  <a:lnTo>
                    <a:pt x="400615" y="116769"/>
                  </a:lnTo>
                  <a:lnTo>
                    <a:pt x="363365" y="45723"/>
                  </a:lnTo>
                  <a:lnTo>
                    <a:pt x="363914" y="45019"/>
                  </a:lnTo>
                  <a:lnTo>
                    <a:pt x="364068" y="45019"/>
                  </a:lnTo>
                  <a:lnTo>
                    <a:pt x="371595" y="35179"/>
                  </a:lnTo>
                  <a:lnTo>
                    <a:pt x="398507" y="703"/>
                  </a:lnTo>
                  <a:lnTo>
                    <a:pt x="462464" y="111845"/>
                  </a:lnTo>
                  <a:lnTo>
                    <a:pt x="496903" y="112548"/>
                  </a:lnTo>
                  <a:lnTo>
                    <a:pt x="498231" y="116769"/>
                  </a:lnTo>
                  <a:close/>
                </a:path>
              </a:pathLst>
            </a:custGeom>
            <a:solidFill>
              <a:srgbClr val="FF9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5018056" y="2761864"/>
              <a:ext cx="603885" cy="1173480"/>
            </a:xfrm>
            <a:custGeom>
              <a:avLst/>
              <a:gdLst/>
              <a:ahLst/>
              <a:cxnLst/>
              <a:rect l="l" t="t" r="r" b="b"/>
              <a:pathLst>
                <a:path w="603885" h="1173479">
                  <a:moveTo>
                    <a:pt x="328926" y="1173323"/>
                  </a:moveTo>
                  <a:lnTo>
                    <a:pt x="226312" y="1086098"/>
                  </a:lnTo>
                  <a:lnTo>
                    <a:pt x="262859" y="1061477"/>
                  </a:lnTo>
                  <a:lnTo>
                    <a:pt x="262859" y="1032637"/>
                  </a:lnTo>
                  <a:lnTo>
                    <a:pt x="226312" y="1006610"/>
                  </a:lnTo>
                  <a:lnTo>
                    <a:pt x="262859" y="984100"/>
                  </a:lnTo>
                  <a:lnTo>
                    <a:pt x="257237" y="974956"/>
                  </a:lnTo>
                  <a:lnTo>
                    <a:pt x="225609" y="954556"/>
                  </a:lnTo>
                  <a:lnTo>
                    <a:pt x="219986" y="889840"/>
                  </a:lnTo>
                  <a:lnTo>
                    <a:pt x="215770" y="884213"/>
                  </a:lnTo>
                  <a:lnTo>
                    <a:pt x="263562" y="846227"/>
                  </a:lnTo>
                  <a:lnTo>
                    <a:pt x="263562" y="813870"/>
                  </a:lnTo>
                  <a:lnTo>
                    <a:pt x="225609" y="775884"/>
                  </a:lnTo>
                  <a:lnTo>
                    <a:pt x="262859" y="742120"/>
                  </a:lnTo>
                  <a:lnTo>
                    <a:pt x="262859" y="708355"/>
                  </a:lnTo>
                  <a:lnTo>
                    <a:pt x="226312" y="664742"/>
                  </a:lnTo>
                  <a:lnTo>
                    <a:pt x="219284" y="593695"/>
                  </a:lnTo>
                  <a:lnTo>
                    <a:pt x="175005" y="593695"/>
                  </a:lnTo>
                  <a:lnTo>
                    <a:pt x="175005" y="498029"/>
                  </a:lnTo>
                  <a:lnTo>
                    <a:pt x="149000" y="498029"/>
                  </a:lnTo>
                  <a:lnTo>
                    <a:pt x="149000" y="414321"/>
                  </a:lnTo>
                  <a:lnTo>
                    <a:pt x="118778" y="414321"/>
                  </a:lnTo>
                  <a:lnTo>
                    <a:pt x="105424" y="374225"/>
                  </a:lnTo>
                  <a:lnTo>
                    <a:pt x="45684" y="374225"/>
                  </a:lnTo>
                  <a:lnTo>
                    <a:pt x="45684" y="339054"/>
                  </a:lnTo>
                  <a:lnTo>
                    <a:pt x="0" y="339054"/>
                  </a:lnTo>
                  <a:lnTo>
                    <a:pt x="0" y="173747"/>
                  </a:lnTo>
                  <a:lnTo>
                    <a:pt x="44981" y="173747"/>
                  </a:lnTo>
                  <a:lnTo>
                    <a:pt x="44981" y="149830"/>
                  </a:lnTo>
                  <a:lnTo>
                    <a:pt x="95585" y="149830"/>
                  </a:lnTo>
                  <a:lnTo>
                    <a:pt x="107533" y="139279"/>
                  </a:lnTo>
                  <a:lnTo>
                    <a:pt x="119481" y="112548"/>
                  </a:lnTo>
                  <a:lnTo>
                    <a:pt x="149000" y="112548"/>
                  </a:lnTo>
                  <a:lnTo>
                    <a:pt x="216472" y="0"/>
                  </a:lnTo>
                  <a:lnTo>
                    <a:pt x="398507" y="0"/>
                  </a:lnTo>
                  <a:lnTo>
                    <a:pt x="371595" y="35179"/>
                  </a:lnTo>
                  <a:lnTo>
                    <a:pt x="363914" y="45019"/>
                  </a:lnTo>
                  <a:lnTo>
                    <a:pt x="257940" y="45019"/>
                  </a:lnTo>
                  <a:lnTo>
                    <a:pt x="217878" y="116769"/>
                  </a:lnTo>
                  <a:lnTo>
                    <a:pt x="498231" y="116769"/>
                  </a:lnTo>
                  <a:lnTo>
                    <a:pt x="508851" y="150534"/>
                  </a:lnTo>
                  <a:lnTo>
                    <a:pt x="562970" y="150534"/>
                  </a:lnTo>
                  <a:lnTo>
                    <a:pt x="563580" y="173747"/>
                  </a:lnTo>
                  <a:lnTo>
                    <a:pt x="563672" y="177264"/>
                  </a:lnTo>
                  <a:lnTo>
                    <a:pt x="584055" y="177968"/>
                  </a:lnTo>
                  <a:lnTo>
                    <a:pt x="603734" y="177968"/>
                  </a:lnTo>
                  <a:lnTo>
                    <a:pt x="603734" y="341867"/>
                  </a:lnTo>
                  <a:lnTo>
                    <a:pt x="562970" y="342570"/>
                  </a:lnTo>
                  <a:lnTo>
                    <a:pt x="562324" y="374225"/>
                  </a:lnTo>
                  <a:lnTo>
                    <a:pt x="562267" y="377039"/>
                  </a:lnTo>
                  <a:lnTo>
                    <a:pt x="510960" y="377039"/>
                  </a:lnTo>
                  <a:lnTo>
                    <a:pt x="496200" y="417838"/>
                  </a:lnTo>
                  <a:lnTo>
                    <a:pt x="468087" y="418541"/>
                  </a:lnTo>
                  <a:lnTo>
                    <a:pt x="466068" y="498029"/>
                  </a:lnTo>
                  <a:lnTo>
                    <a:pt x="465978" y="501546"/>
                  </a:lnTo>
                  <a:lnTo>
                    <a:pt x="447002" y="501546"/>
                  </a:lnTo>
                  <a:lnTo>
                    <a:pt x="442082" y="508580"/>
                  </a:lnTo>
                  <a:lnTo>
                    <a:pt x="442082" y="597916"/>
                  </a:lnTo>
                  <a:lnTo>
                    <a:pt x="406941" y="597916"/>
                  </a:lnTo>
                  <a:lnTo>
                    <a:pt x="408446" y="954556"/>
                  </a:lnTo>
                  <a:lnTo>
                    <a:pt x="408571" y="984100"/>
                  </a:lnTo>
                  <a:lnTo>
                    <a:pt x="408666" y="1006610"/>
                  </a:lnTo>
                  <a:lnTo>
                    <a:pt x="408776" y="1032637"/>
                  </a:lnTo>
                  <a:lnTo>
                    <a:pt x="408897" y="1061477"/>
                  </a:lnTo>
                  <a:lnTo>
                    <a:pt x="409001" y="1086098"/>
                  </a:lnTo>
                  <a:lnTo>
                    <a:pt x="409049" y="1097353"/>
                  </a:lnTo>
                  <a:lnTo>
                    <a:pt x="328926" y="1173323"/>
                  </a:lnTo>
                  <a:close/>
                </a:path>
                <a:path w="603885" h="1173479">
                  <a:moveTo>
                    <a:pt x="498231" y="116769"/>
                  </a:moveTo>
                  <a:lnTo>
                    <a:pt x="400615" y="116769"/>
                  </a:lnTo>
                  <a:lnTo>
                    <a:pt x="363365" y="45723"/>
                  </a:lnTo>
                  <a:lnTo>
                    <a:pt x="363914" y="45019"/>
                  </a:lnTo>
                  <a:lnTo>
                    <a:pt x="364068" y="45019"/>
                  </a:lnTo>
                  <a:lnTo>
                    <a:pt x="371595" y="35179"/>
                  </a:lnTo>
                  <a:lnTo>
                    <a:pt x="398507" y="703"/>
                  </a:lnTo>
                  <a:lnTo>
                    <a:pt x="463167" y="111845"/>
                  </a:lnTo>
                  <a:lnTo>
                    <a:pt x="496903" y="112548"/>
                  </a:lnTo>
                  <a:lnTo>
                    <a:pt x="498231" y="116769"/>
                  </a:lnTo>
                  <a:close/>
                </a:path>
              </a:pathLst>
            </a:custGeom>
            <a:solidFill>
              <a:srgbClr val="BF7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5102395" y="2950384"/>
              <a:ext cx="426720" cy="134620"/>
            </a:xfrm>
            <a:custGeom>
              <a:avLst/>
              <a:gdLst/>
              <a:ahLst/>
              <a:cxnLst/>
              <a:rect l="l" t="t" r="r" b="b"/>
              <a:pathLst>
                <a:path w="426720" h="134619">
                  <a:moveTo>
                    <a:pt x="34439" y="134355"/>
                  </a:moveTo>
                  <a:lnTo>
                    <a:pt x="0" y="69639"/>
                  </a:lnTo>
                  <a:lnTo>
                    <a:pt x="37250" y="0"/>
                  </a:lnTo>
                  <a:lnTo>
                    <a:pt x="426620" y="0"/>
                  </a:lnTo>
                  <a:lnTo>
                    <a:pt x="423106" y="4924"/>
                  </a:lnTo>
                  <a:lnTo>
                    <a:pt x="41467" y="4924"/>
                  </a:lnTo>
                  <a:lnTo>
                    <a:pt x="7028" y="69639"/>
                  </a:lnTo>
                  <a:lnTo>
                    <a:pt x="40764" y="130135"/>
                  </a:lnTo>
                  <a:lnTo>
                    <a:pt x="34439" y="134355"/>
                  </a:lnTo>
                  <a:close/>
                </a:path>
              </a:pathLst>
            </a:custGeom>
            <a:solidFill>
              <a:srgbClr val="BF7F3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5116449" y="2903257"/>
              <a:ext cx="446405" cy="1003935"/>
            </a:xfrm>
            <a:custGeom>
              <a:avLst/>
              <a:gdLst/>
              <a:ahLst/>
              <a:cxnLst/>
              <a:rect l="l" t="t" r="r" b="b"/>
              <a:pathLst>
                <a:path w="446404" h="1003935">
                  <a:moveTo>
                    <a:pt x="196786" y="361569"/>
                  </a:moveTo>
                  <a:lnTo>
                    <a:pt x="183438" y="381266"/>
                  </a:lnTo>
                  <a:lnTo>
                    <a:pt x="184848" y="992543"/>
                  </a:lnTo>
                  <a:lnTo>
                    <a:pt x="196088" y="1002398"/>
                  </a:lnTo>
                  <a:lnTo>
                    <a:pt x="196786" y="361569"/>
                  </a:lnTo>
                  <a:close/>
                </a:path>
                <a:path w="446404" h="1003935">
                  <a:moveTo>
                    <a:pt x="269189" y="993241"/>
                  </a:moveTo>
                  <a:lnTo>
                    <a:pt x="267068" y="378447"/>
                  </a:lnTo>
                  <a:lnTo>
                    <a:pt x="257238" y="429094"/>
                  </a:lnTo>
                  <a:lnTo>
                    <a:pt x="258635" y="1003795"/>
                  </a:lnTo>
                  <a:lnTo>
                    <a:pt x="269189" y="993241"/>
                  </a:lnTo>
                  <a:close/>
                </a:path>
                <a:path w="446404" h="1003935">
                  <a:moveTo>
                    <a:pt x="399910" y="0"/>
                  </a:moveTo>
                  <a:lnTo>
                    <a:pt x="0" y="0"/>
                  </a:lnTo>
                  <a:lnTo>
                    <a:pt x="0" y="7035"/>
                  </a:lnTo>
                  <a:lnTo>
                    <a:pt x="399910" y="7035"/>
                  </a:lnTo>
                  <a:lnTo>
                    <a:pt x="399910" y="0"/>
                  </a:lnTo>
                  <a:close/>
                </a:path>
                <a:path w="446404" h="1003935">
                  <a:moveTo>
                    <a:pt x="446303" y="110439"/>
                  </a:moveTo>
                  <a:lnTo>
                    <a:pt x="411861" y="46431"/>
                  </a:lnTo>
                  <a:lnTo>
                    <a:pt x="405536" y="50647"/>
                  </a:lnTo>
                  <a:lnTo>
                    <a:pt x="439267" y="110439"/>
                  </a:lnTo>
                  <a:lnTo>
                    <a:pt x="404825" y="175856"/>
                  </a:lnTo>
                  <a:lnTo>
                    <a:pt x="23190" y="175856"/>
                  </a:lnTo>
                  <a:lnTo>
                    <a:pt x="19672" y="180784"/>
                  </a:lnTo>
                  <a:lnTo>
                    <a:pt x="409041" y="180784"/>
                  </a:lnTo>
                  <a:lnTo>
                    <a:pt x="446303" y="110439"/>
                  </a:lnTo>
                  <a:close/>
                </a:path>
              </a:pathLst>
            </a:custGeom>
            <a:solidFill>
              <a:srgbClr val="FF9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5065141" y="3102330"/>
              <a:ext cx="515620" cy="831850"/>
            </a:xfrm>
            <a:custGeom>
              <a:avLst/>
              <a:gdLst/>
              <a:ahLst/>
              <a:cxnLst/>
              <a:rect l="l" t="t" r="r" b="b"/>
              <a:pathLst>
                <a:path w="515620" h="831850">
                  <a:moveTo>
                    <a:pt x="318376" y="180784"/>
                  </a:moveTo>
                  <a:lnTo>
                    <a:pt x="279019" y="249021"/>
                  </a:lnTo>
                  <a:lnTo>
                    <a:pt x="281838" y="831456"/>
                  </a:lnTo>
                  <a:lnTo>
                    <a:pt x="293789" y="819492"/>
                  </a:lnTo>
                  <a:lnTo>
                    <a:pt x="293789" y="259562"/>
                  </a:lnTo>
                  <a:lnTo>
                    <a:pt x="309245" y="222986"/>
                  </a:lnTo>
                  <a:lnTo>
                    <a:pt x="318376" y="180784"/>
                  </a:lnTo>
                  <a:close/>
                </a:path>
                <a:path w="515620" h="831850">
                  <a:moveTo>
                    <a:pt x="402717" y="156870"/>
                  </a:moveTo>
                  <a:lnTo>
                    <a:pt x="127914" y="156870"/>
                  </a:lnTo>
                  <a:lnTo>
                    <a:pt x="127914" y="168122"/>
                  </a:lnTo>
                  <a:lnTo>
                    <a:pt x="156032" y="168122"/>
                  </a:lnTo>
                  <a:lnTo>
                    <a:pt x="156032" y="232841"/>
                  </a:lnTo>
                  <a:lnTo>
                    <a:pt x="174307" y="254647"/>
                  </a:lnTo>
                  <a:lnTo>
                    <a:pt x="179920" y="186410"/>
                  </a:lnTo>
                  <a:lnTo>
                    <a:pt x="234746" y="186410"/>
                  </a:lnTo>
                  <a:lnTo>
                    <a:pt x="247396" y="168122"/>
                  </a:lnTo>
                  <a:lnTo>
                    <a:pt x="395693" y="168122"/>
                  </a:lnTo>
                  <a:lnTo>
                    <a:pt x="402717" y="156870"/>
                  </a:lnTo>
                  <a:close/>
                </a:path>
                <a:path w="515620" h="831850">
                  <a:moveTo>
                    <a:pt x="420293" y="77381"/>
                  </a:moveTo>
                  <a:lnTo>
                    <a:pt x="105422" y="77381"/>
                  </a:lnTo>
                  <a:lnTo>
                    <a:pt x="105422" y="91452"/>
                  </a:lnTo>
                  <a:lnTo>
                    <a:pt x="420293" y="91452"/>
                  </a:lnTo>
                  <a:lnTo>
                    <a:pt x="420293" y="77381"/>
                  </a:lnTo>
                  <a:close/>
                </a:path>
                <a:path w="515620" h="831850">
                  <a:moveTo>
                    <a:pt x="465277" y="32359"/>
                  </a:moveTo>
                  <a:lnTo>
                    <a:pt x="59042" y="33058"/>
                  </a:lnTo>
                  <a:lnTo>
                    <a:pt x="62547" y="45720"/>
                  </a:lnTo>
                  <a:lnTo>
                    <a:pt x="461060" y="45021"/>
                  </a:lnTo>
                  <a:lnTo>
                    <a:pt x="465277" y="32359"/>
                  </a:lnTo>
                  <a:close/>
                </a:path>
                <a:path w="515620" h="831850">
                  <a:moveTo>
                    <a:pt x="515175" y="0"/>
                  </a:moveTo>
                  <a:lnTo>
                    <a:pt x="0" y="0"/>
                  </a:lnTo>
                  <a:lnTo>
                    <a:pt x="0" y="15481"/>
                  </a:lnTo>
                  <a:lnTo>
                    <a:pt x="515175" y="15481"/>
                  </a:lnTo>
                  <a:lnTo>
                    <a:pt x="515175" y="0"/>
                  </a:lnTo>
                  <a:close/>
                </a:path>
              </a:pathLst>
            </a:custGeom>
            <a:solidFill>
              <a:srgbClr val="BF7F3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7" name="object 17"/>
          <p:cNvGrpSpPr/>
          <p:nvPr/>
        </p:nvGrpSpPr>
        <p:grpSpPr>
          <a:xfrm>
            <a:off x="6015416" y="2990521"/>
            <a:ext cx="620395" cy="1181735"/>
            <a:chOff x="6015416" y="2990521"/>
            <a:chExt cx="620395" cy="1181735"/>
          </a:xfrm>
        </p:grpSpPr>
        <p:sp>
          <p:nvSpPr>
            <p:cNvPr id="18" name="object 18"/>
            <p:cNvSpPr/>
            <p:nvPr/>
          </p:nvSpPr>
          <p:spPr>
            <a:xfrm>
              <a:off x="6015416" y="2990521"/>
              <a:ext cx="605155" cy="1174750"/>
            </a:xfrm>
            <a:custGeom>
              <a:avLst/>
              <a:gdLst/>
              <a:ahLst/>
              <a:cxnLst/>
              <a:rect l="l" t="t" r="r" b="b"/>
              <a:pathLst>
                <a:path w="605154" h="1174750">
                  <a:moveTo>
                    <a:pt x="329801" y="1174255"/>
                  </a:moveTo>
                  <a:lnTo>
                    <a:pt x="226914" y="1087613"/>
                  </a:lnTo>
                  <a:lnTo>
                    <a:pt x="263559" y="1062958"/>
                  </a:lnTo>
                  <a:lnTo>
                    <a:pt x="263559" y="1034077"/>
                  </a:lnTo>
                  <a:lnTo>
                    <a:pt x="226914" y="1008014"/>
                  </a:lnTo>
                  <a:lnTo>
                    <a:pt x="263559" y="985473"/>
                  </a:lnTo>
                  <a:lnTo>
                    <a:pt x="257921" y="976316"/>
                  </a:lnTo>
                  <a:lnTo>
                    <a:pt x="226210" y="955887"/>
                  </a:lnTo>
                  <a:lnTo>
                    <a:pt x="220572" y="891082"/>
                  </a:lnTo>
                  <a:lnTo>
                    <a:pt x="216344" y="884742"/>
                  </a:lnTo>
                  <a:lnTo>
                    <a:pt x="264264" y="847408"/>
                  </a:lnTo>
                  <a:lnTo>
                    <a:pt x="264264" y="815005"/>
                  </a:lnTo>
                  <a:lnTo>
                    <a:pt x="226210" y="776967"/>
                  </a:lnTo>
                  <a:lnTo>
                    <a:pt x="263559" y="743155"/>
                  </a:lnTo>
                  <a:lnTo>
                    <a:pt x="263559" y="709343"/>
                  </a:lnTo>
                  <a:lnTo>
                    <a:pt x="226914" y="665669"/>
                  </a:lnTo>
                  <a:lnTo>
                    <a:pt x="219867" y="594524"/>
                  </a:lnTo>
                  <a:lnTo>
                    <a:pt x="175471" y="594524"/>
                  </a:lnTo>
                  <a:lnTo>
                    <a:pt x="175471" y="498724"/>
                  </a:lnTo>
                  <a:lnTo>
                    <a:pt x="148692" y="498724"/>
                  </a:lnTo>
                  <a:lnTo>
                    <a:pt x="148692" y="414899"/>
                  </a:lnTo>
                  <a:lnTo>
                    <a:pt x="119095" y="414899"/>
                  </a:lnTo>
                  <a:lnTo>
                    <a:pt x="105705" y="374747"/>
                  </a:lnTo>
                  <a:lnTo>
                    <a:pt x="45805" y="374747"/>
                  </a:lnTo>
                  <a:lnTo>
                    <a:pt x="45805" y="339527"/>
                  </a:lnTo>
                  <a:lnTo>
                    <a:pt x="0" y="339527"/>
                  </a:lnTo>
                  <a:lnTo>
                    <a:pt x="0" y="173989"/>
                  </a:lnTo>
                  <a:lnTo>
                    <a:pt x="45101" y="173989"/>
                  </a:lnTo>
                  <a:lnTo>
                    <a:pt x="45101" y="150039"/>
                  </a:lnTo>
                  <a:lnTo>
                    <a:pt x="95839" y="150039"/>
                  </a:lnTo>
                  <a:lnTo>
                    <a:pt x="107819" y="139473"/>
                  </a:lnTo>
                  <a:lnTo>
                    <a:pt x="119799" y="112705"/>
                  </a:lnTo>
                  <a:lnTo>
                    <a:pt x="148692" y="112705"/>
                  </a:lnTo>
                  <a:lnTo>
                    <a:pt x="217048" y="0"/>
                  </a:lnTo>
                  <a:lnTo>
                    <a:pt x="399567" y="0"/>
                  </a:lnTo>
                  <a:lnTo>
                    <a:pt x="372583" y="35229"/>
                  </a:lnTo>
                  <a:lnTo>
                    <a:pt x="364882" y="45082"/>
                  </a:lnTo>
                  <a:lnTo>
                    <a:pt x="258626" y="45082"/>
                  </a:lnTo>
                  <a:lnTo>
                    <a:pt x="218458" y="116932"/>
                  </a:lnTo>
                  <a:lnTo>
                    <a:pt x="499556" y="116932"/>
                  </a:lnTo>
                  <a:lnTo>
                    <a:pt x="510205" y="150744"/>
                  </a:lnTo>
                  <a:lnTo>
                    <a:pt x="564468" y="150744"/>
                  </a:lnTo>
                  <a:lnTo>
                    <a:pt x="565080" y="173989"/>
                  </a:lnTo>
                  <a:lnTo>
                    <a:pt x="565172" y="177512"/>
                  </a:lnTo>
                  <a:lnTo>
                    <a:pt x="585608" y="178216"/>
                  </a:lnTo>
                  <a:lnTo>
                    <a:pt x="604636" y="178216"/>
                  </a:lnTo>
                  <a:lnTo>
                    <a:pt x="604636" y="342344"/>
                  </a:lnTo>
                  <a:lnTo>
                    <a:pt x="564468" y="343048"/>
                  </a:lnTo>
                  <a:lnTo>
                    <a:pt x="563821" y="374747"/>
                  </a:lnTo>
                  <a:lnTo>
                    <a:pt x="563763" y="377565"/>
                  </a:lnTo>
                  <a:lnTo>
                    <a:pt x="512320" y="377565"/>
                  </a:lnTo>
                  <a:lnTo>
                    <a:pt x="497521" y="418421"/>
                  </a:lnTo>
                  <a:lnTo>
                    <a:pt x="469332" y="419125"/>
                  </a:lnTo>
                  <a:lnTo>
                    <a:pt x="467308" y="498724"/>
                  </a:lnTo>
                  <a:lnTo>
                    <a:pt x="467218" y="502246"/>
                  </a:lnTo>
                  <a:lnTo>
                    <a:pt x="448192" y="502246"/>
                  </a:lnTo>
                  <a:lnTo>
                    <a:pt x="441849" y="514925"/>
                  </a:lnTo>
                  <a:lnTo>
                    <a:pt x="441849" y="598046"/>
                  </a:lnTo>
                  <a:lnTo>
                    <a:pt x="408023" y="598750"/>
                  </a:lnTo>
                  <a:lnTo>
                    <a:pt x="409533" y="955887"/>
                  </a:lnTo>
                  <a:lnTo>
                    <a:pt x="409658" y="985473"/>
                  </a:lnTo>
                  <a:lnTo>
                    <a:pt x="409753" y="1008014"/>
                  </a:lnTo>
                  <a:lnTo>
                    <a:pt x="409863" y="1034077"/>
                  </a:lnTo>
                  <a:lnTo>
                    <a:pt x="409985" y="1062958"/>
                  </a:lnTo>
                  <a:lnTo>
                    <a:pt x="410090" y="1087613"/>
                  </a:lnTo>
                  <a:lnTo>
                    <a:pt x="410137" y="1098883"/>
                  </a:lnTo>
                  <a:lnTo>
                    <a:pt x="329801" y="1174255"/>
                  </a:lnTo>
                  <a:close/>
                </a:path>
                <a:path w="605154" h="1174750">
                  <a:moveTo>
                    <a:pt x="499556" y="116932"/>
                  </a:moveTo>
                  <a:lnTo>
                    <a:pt x="401681" y="116932"/>
                  </a:lnTo>
                  <a:lnTo>
                    <a:pt x="364332" y="45786"/>
                  </a:lnTo>
                  <a:lnTo>
                    <a:pt x="364882" y="45082"/>
                  </a:lnTo>
                  <a:lnTo>
                    <a:pt x="365036" y="45082"/>
                  </a:lnTo>
                  <a:lnTo>
                    <a:pt x="372583" y="35229"/>
                  </a:lnTo>
                  <a:lnTo>
                    <a:pt x="399567" y="704"/>
                  </a:lnTo>
                  <a:lnTo>
                    <a:pt x="463695" y="112001"/>
                  </a:lnTo>
                  <a:lnTo>
                    <a:pt x="498225" y="112705"/>
                  </a:lnTo>
                  <a:lnTo>
                    <a:pt x="499556" y="116932"/>
                  </a:lnTo>
                  <a:close/>
                </a:path>
              </a:pathLst>
            </a:custGeom>
            <a:solidFill>
              <a:srgbClr val="FF9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6030215" y="2996861"/>
              <a:ext cx="605790" cy="1175385"/>
            </a:xfrm>
            <a:custGeom>
              <a:avLst/>
              <a:gdLst/>
              <a:ahLst/>
              <a:cxnLst/>
              <a:rect l="l" t="t" r="r" b="b"/>
              <a:pathLst>
                <a:path w="605790" h="1175385">
                  <a:moveTo>
                    <a:pt x="329801" y="1174960"/>
                  </a:moveTo>
                  <a:lnTo>
                    <a:pt x="226914" y="1087613"/>
                  </a:lnTo>
                  <a:lnTo>
                    <a:pt x="263559" y="1062958"/>
                  </a:lnTo>
                  <a:lnTo>
                    <a:pt x="263559" y="1034078"/>
                  </a:lnTo>
                  <a:lnTo>
                    <a:pt x="226914" y="1008014"/>
                  </a:lnTo>
                  <a:lnTo>
                    <a:pt x="263559" y="985473"/>
                  </a:lnTo>
                  <a:lnTo>
                    <a:pt x="257921" y="976315"/>
                  </a:lnTo>
                  <a:lnTo>
                    <a:pt x="226210" y="955888"/>
                  </a:lnTo>
                  <a:lnTo>
                    <a:pt x="220572" y="891082"/>
                  </a:lnTo>
                  <a:lnTo>
                    <a:pt x="216344" y="885446"/>
                  </a:lnTo>
                  <a:lnTo>
                    <a:pt x="264264" y="847408"/>
                  </a:lnTo>
                  <a:lnTo>
                    <a:pt x="264264" y="815005"/>
                  </a:lnTo>
                  <a:lnTo>
                    <a:pt x="226210" y="776967"/>
                  </a:lnTo>
                  <a:lnTo>
                    <a:pt x="263559" y="743155"/>
                  </a:lnTo>
                  <a:lnTo>
                    <a:pt x="263559" y="709343"/>
                  </a:lnTo>
                  <a:lnTo>
                    <a:pt x="226914" y="665670"/>
                  </a:lnTo>
                  <a:lnTo>
                    <a:pt x="219867" y="594524"/>
                  </a:lnTo>
                  <a:lnTo>
                    <a:pt x="175471" y="594524"/>
                  </a:lnTo>
                  <a:lnTo>
                    <a:pt x="175471" y="498724"/>
                  </a:lnTo>
                  <a:lnTo>
                    <a:pt x="149397" y="498724"/>
                  </a:lnTo>
                  <a:lnTo>
                    <a:pt x="149397" y="414899"/>
                  </a:lnTo>
                  <a:lnTo>
                    <a:pt x="119095" y="414899"/>
                  </a:lnTo>
                  <a:lnTo>
                    <a:pt x="105705" y="374747"/>
                  </a:lnTo>
                  <a:lnTo>
                    <a:pt x="45805" y="374747"/>
                  </a:lnTo>
                  <a:lnTo>
                    <a:pt x="45805" y="339526"/>
                  </a:lnTo>
                  <a:lnTo>
                    <a:pt x="0" y="339526"/>
                  </a:lnTo>
                  <a:lnTo>
                    <a:pt x="0" y="173989"/>
                  </a:lnTo>
                  <a:lnTo>
                    <a:pt x="45101" y="173989"/>
                  </a:lnTo>
                  <a:lnTo>
                    <a:pt x="45101" y="150040"/>
                  </a:lnTo>
                  <a:lnTo>
                    <a:pt x="95839" y="150040"/>
                  </a:lnTo>
                  <a:lnTo>
                    <a:pt x="107819" y="139473"/>
                  </a:lnTo>
                  <a:lnTo>
                    <a:pt x="119799" y="112706"/>
                  </a:lnTo>
                  <a:lnTo>
                    <a:pt x="149397" y="112706"/>
                  </a:lnTo>
                  <a:lnTo>
                    <a:pt x="217049" y="0"/>
                  </a:lnTo>
                  <a:lnTo>
                    <a:pt x="399567" y="0"/>
                  </a:lnTo>
                  <a:lnTo>
                    <a:pt x="372593" y="35217"/>
                  </a:lnTo>
                  <a:lnTo>
                    <a:pt x="364882" y="45082"/>
                  </a:lnTo>
                  <a:lnTo>
                    <a:pt x="258626" y="45082"/>
                  </a:lnTo>
                  <a:lnTo>
                    <a:pt x="218458" y="116932"/>
                  </a:lnTo>
                  <a:lnTo>
                    <a:pt x="499557" y="116932"/>
                  </a:lnTo>
                  <a:lnTo>
                    <a:pt x="510206" y="150744"/>
                  </a:lnTo>
                  <a:lnTo>
                    <a:pt x="564467" y="150744"/>
                  </a:lnTo>
                  <a:lnTo>
                    <a:pt x="565079" y="173989"/>
                  </a:lnTo>
                  <a:lnTo>
                    <a:pt x="565172" y="177512"/>
                  </a:lnTo>
                  <a:lnTo>
                    <a:pt x="585609" y="178216"/>
                  </a:lnTo>
                  <a:lnTo>
                    <a:pt x="605341" y="178216"/>
                  </a:lnTo>
                  <a:lnTo>
                    <a:pt x="605341" y="342344"/>
                  </a:lnTo>
                  <a:lnTo>
                    <a:pt x="564467" y="343049"/>
                  </a:lnTo>
                  <a:lnTo>
                    <a:pt x="563820" y="374747"/>
                  </a:lnTo>
                  <a:lnTo>
                    <a:pt x="563763" y="377565"/>
                  </a:lnTo>
                  <a:lnTo>
                    <a:pt x="512319" y="377565"/>
                  </a:lnTo>
                  <a:lnTo>
                    <a:pt x="497521" y="418421"/>
                  </a:lnTo>
                  <a:lnTo>
                    <a:pt x="469332" y="419125"/>
                  </a:lnTo>
                  <a:lnTo>
                    <a:pt x="467308" y="498724"/>
                  </a:lnTo>
                  <a:lnTo>
                    <a:pt x="467218" y="502246"/>
                  </a:lnTo>
                  <a:lnTo>
                    <a:pt x="448192" y="502246"/>
                  </a:lnTo>
                  <a:lnTo>
                    <a:pt x="443259" y="509290"/>
                  </a:lnTo>
                  <a:lnTo>
                    <a:pt x="443259" y="598751"/>
                  </a:lnTo>
                  <a:lnTo>
                    <a:pt x="408023" y="598751"/>
                  </a:lnTo>
                  <a:lnTo>
                    <a:pt x="409533" y="955888"/>
                  </a:lnTo>
                  <a:lnTo>
                    <a:pt x="409658" y="985473"/>
                  </a:lnTo>
                  <a:lnTo>
                    <a:pt x="409753" y="1008014"/>
                  </a:lnTo>
                  <a:lnTo>
                    <a:pt x="409863" y="1034078"/>
                  </a:lnTo>
                  <a:lnTo>
                    <a:pt x="409985" y="1062958"/>
                  </a:lnTo>
                  <a:lnTo>
                    <a:pt x="410090" y="1087613"/>
                  </a:lnTo>
                  <a:lnTo>
                    <a:pt x="410137" y="1098884"/>
                  </a:lnTo>
                  <a:lnTo>
                    <a:pt x="329801" y="1174960"/>
                  </a:lnTo>
                  <a:close/>
                </a:path>
                <a:path w="605790" h="1175385">
                  <a:moveTo>
                    <a:pt x="499557" y="116932"/>
                  </a:moveTo>
                  <a:lnTo>
                    <a:pt x="401681" y="116932"/>
                  </a:lnTo>
                  <a:lnTo>
                    <a:pt x="364332" y="45787"/>
                  </a:lnTo>
                  <a:lnTo>
                    <a:pt x="364882" y="45082"/>
                  </a:lnTo>
                  <a:lnTo>
                    <a:pt x="365037" y="45082"/>
                  </a:lnTo>
                  <a:lnTo>
                    <a:pt x="372593" y="35217"/>
                  </a:lnTo>
                  <a:lnTo>
                    <a:pt x="399567" y="704"/>
                  </a:lnTo>
                  <a:lnTo>
                    <a:pt x="464399" y="112001"/>
                  </a:lnTo>
                  <a:lnTo>
                    <a:pt x="498226" y="112706"/>
                  </a:lnTo>
                  <a:lnTo>
                    <a:pt x="499557" y="116932"/>
                  </a:lnTo>
                  <a:close/>
                </a:path>
              </a:pathLst>
            </a:custGeom>
            <a:solidFill>
              <a:srgbClr val="BF7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6114779" y="3185643"/>
              <a:ext cx="427990" cy="134620"/>
            </a:xfrm>
            <a:custGeom>
              <a:avLst/>
              <a:gdLst/>
              <a:ahLst/>
              <a:cxnLst/>
              <a:rect l="l" t="t" r="r" b="b"/>
              <a:pathLst>
                <a:path w="427990" h="134620">
                  <a:moveTo>
                    <a:pt x="34530" y="134542"/>
                  </a:moveTo>
                  <a:lnTo>
                    <a:pt x="0" y="69736"/>
                  </a:lnTo>
                  <a:lnTo>
                    <a:pt x="37349" y="0"/>
                  </a:lnTo>
                  <a:lnTo>
                    <a:pt x="427755" y="0"/>
                  </a:lnTo>
                  <a:lnTo>
                    <a:pt x="424232" y="4931"/>
                  </a:lnTo>
                  <a:lnTo>
                    <a:pt x="41577" y="4931"/>
                  </a:lnTo>
                  <a:lnTo>
                    <a:pt x="7046" y="69736"/>
                  </a:lnTo>
                  <a:lnTo>
                    <a:pt x="40872" y="130316"/>
                  </a:lnTo>
                  <a:lnTo>
                    <a:pt x="34530" y="134542"/>
                  </a:lnTo>
                  <a:close/>
                </a:path>
              </a:pathLst>
            </a:custGeom>
            <a:solidFill>
              <a:srgbClr val="BF7F3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6078131" y="3138449"/>
              <a:ext cx="514350" cy="1005205"/>
            </a:xfrm>
            <a:custGeom>
              <a:avLst/>
              <a:gdLst/>
              <a:ahLst/>
              <a:cxnLst/>
              <a:rect l="l" t="t" r="r" b="b"/>
              <a:pathLst>
                <a:path w="514350" h="1005204">
                  <a:moveTo>
                    <a:pt x="248056" y="362077"/>
                  </a:moveTo>
                  <a:lnTo>
                    <a:pt x="234670" y="381800"/>
                  </a:lnTo>
                  <a:lnTo>
                    <a:pt x="236067" y="993927"/>
                  </a:lnTo>
                  <a:lnTo>
                    <a:pt x="247345" y="1003795"/>
                  </a:lnTo>
                  <a:lnTo>
                    <a:pt x="248056" y="362077"/>
                  </a:lnTo>
                  <a:close/>
                </a:path>
                <a:path w="514350" h="1005204">
                  <a:moveTo>
                    <a:pt x="320636" y="994638"/>
                  </a:moveTo>
                  <a:lnTo>
                    <a:pt x="318528" y="378980"/>
                  </a:lnTo>
                  <a:lnTo>
                    <a:pt x="308660" y="429691"/>
                  </a:lnTo>
                  <a:lnTo>
                    <a:pt x="310070" y="1005205"/>
                  </a:lnTo>
                  <a:lnTo>
                    <a:pt x="320636" y="994638"/>
                  </a:lnTo>
                  <a:close/>
                </a:path>
                <a:path w="514350" h="1005204">
                  <a:moveTo>
                    <a:pt x="451713" y="0"/>
                  </a:moveTo>
                  <a:lnTo>
                    <a:pt x="50736" y="0"/>
                  </a:lnTo>
                  <a:lnTo>
                    <a:pt x="50736" y="7048"/>
                  </a:lnTo>
                  <a:lnTo>
                    <a:pt x="451713" y="7048"/>
                  </a:lnTo>
                  <a:lnTo>
                    <a:pt x="451713" y="0"/>
                  </a:lnTo>
                  <a:close/>
                </a:path>
                <a:path w="514350" h="1005204">
                  <a:moveTo>
                    <a:pt x="498221" y="110604"/>
                  </a:moveTo>
                  <a:lnTo>
                    <a:pt x="463689" y="46494"/>
                  </a:lnTo>
                  <a:lnTo>
                    <a:pt x="457352" y="50723"/>
                  </a:lnTo>
                  <a:lnTo>
                    <a:pt x="491172" y="110604"/>
                  </a:lnTo>
                  <a:lnTo>
                    <a:pt x="456641" y="176110"/>
                  </a:lnTo>
                  <a:lnTo>
                    <a:pt x="73990" y="176110"/>
                  </a:lnTo>
                  <a:lnTo>
                    <a:pt x="70472" y="181038"/>
                  </a:lnTo>
                  <a:lnTo>
                    <a:pt x="460870" y="181038"/>
                  </a:lnTo>
                  <a:lnTo>
                    <a:pt x="498221" y="110604"/>
                  </a:lnTo>
                  <a:close/>
                </a:path>
                <a:path w="514350" h="1005204">
                  <a:moveTo>
                    <a:pt x="513727" y="26771"/>
                  </a:moveTo>
                  <a:lnTo>
                    <a:pt x="0" y="26771"/>
                  </a:lnTo>
                  <a:lnTo>
                    <a:pt x="0" y="33108"/>
                  </a:lnTo>
                  <a:lnTo>
                    <a:pt x="513727" y="33108"/>
                  </a:lnTo>
                  <a:lnTo>
                    <a:pt x="513727" y="26771"/>
                  </a:lnTo>
                  <a:close/>
                </a:path>
              </a:pathLst>
            </a:custGeom>
            <a:solidFill>
              <a:srgbClr val="FF9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6077420" y="3337801"/>
              <a:ext cx="516890" cy="833119"/>
            </a:xfrm>
            <a:custGeom>
              <a:avLst/>
              <a:gdLst/>
              <a:ahLst/>
              <a:cxnLst/>
              <a:rect l="l" t="t" r="r" b="b"/>
              <a:pathLst>
                <a:path w="516890" h="833120">
                  <a:moveTo>
                    <a:pt x="319239" y="181038"/>
                  </a:moveTo>
                  <a:lnTo>
                    <a:pt x="279768" y="249364"/>
                  </a:lnTo>
                  <a:lnTo>
                    <a:pt x="282587" y="832612"/>
                  </a:lnTo>
                  <a:lnTo>
                    <a:pt x="294576" y="820648"/>
                  </a:lnTo>
                  <a:lnTo>
                    <a:pt x="294576" y="259930"/>
                  </a:lnTo>
                  <a:lnTo>
                    <a:pt x="310070" y="223304"/>
                  </a:lnTo>
                  <a:lnTo>
                    <a:pt x="319239" y="181038"/>
                  </a:lnTo>
                  <a:close/>
                </a:path>
                <a:path w="516890" h="833120">
                  <a:moveTo>
                    <a:pt x="403796" y="157086"/>
                  </a:moveTo>
                  <a:lnTo>
                    <a:pt x="128257" y="157086"/>
                  </a:lnTo>
                  <a:lnTo>
                    <a:pt x="128257" y="168351"/>
                  </a:lnTo>
                  <a:lnTo>
                    <a:pt x="156451" y="168351"/>
                  </a:lnTo>
                  <a:lnTo>
                    <a:pt x="156451" y="233159"/>
                  </a:lnTo>
                  <a:lnTo>
                    <a:pt x="174764" y="255003"/>
                  </a:lnTo>
                  <a:lnTo>
                    <a:pt x="180403" y="186677"/>
                  </a:lnTo>
                  <a:lnTo>
                    <a:pt x="235381" y="186677"/>
                  </a:lnTo>
                  <a:lnTo>
                    <a:pt x="248056" y="168351"/>
                  </a:lnTo>
                  <a:lnTo>
                    <a:pt x="396748" y="168351"/>
                  </a:lnTo>
                  <a:lnTo>
                    <a:pt x="403796" y="157086"/>
                  </a:lnTo>
                  <a:close/>
                </a:path>
                <a:path w="516890" h="833120">
                  <a:moveTo>
                    <a:pt x="421411" y="77482"/>
                  </a:moveTo>
                  <a:lnTo>
                    <a:pt x="105714" y="77482"/>
                  </a:lnTo>
                  <a:lnTo>
                    <a:pt x="105714" y="91579"/>
                  </a:lnTo>
                  <a:lnTo>
                    <a:pt x="421411" y="91579"/>
                  </a:lnTo>
                  <a:lnTo>
                    <a:pt x="421411" y="77482"/>
                  </a:lnTo>
                  <a:close/>
                </a:path>
                <a:path w="516890" h="833120">
                  <a:moveTo>
                    <a:pt x="466521" y="32410"/>
                  </a:moveTo>
                  <a:lnTo>
                    <a:pt x="59194" y="33108"/>
                  </a:lnTo>
                  <a:lnTo>
                    <a:pt x="62725" y="45783"/>
                  </a:lnTo>
                  <a:lnTo>
                    <a:pt x="462292" y="45085"/>
                  </a:lnTo>
                  <a:lnTo>
                    <a:pt x="466521" y="32410"/>
                  </a:lnTo>
                  <a:close/>
                </a:path>
                <a:path w="516890" h="833120">
                  <a:moveTo>
                    <a:pt x="516547" y="0"/>
                  </a:moveTo>
                  <a:lnTo>
                    <a:pt x="0" y="0"/>
                  </a:lnTo>
                  <a:lnTo>
                    <a:pt x="0" y="15494"/>
                  </a:lnTo>
                  <a:lnTo>
                    <a:pt x="516547" y="15494"/>
                  </a:lnTo>
                  <a:lnTo>
                    <a:pt x="516547" y="0"/>
                  </a:lnTo>
                  <a:close/>
                </a:path>
              </a:pathLst>
            </a:custGeom>
            <a:solidFill>
              <a:srgbClr val="BF7F3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3" name="object 23"/>
          <p:cNvGrpSpPr/>
          <p:nvPr/>
        </p:nvGrpSpPr>
        <p:grpSpPr>
          <a:xfrm>
            <a:off x="6933889" y="2675008"/>
            <a:ext cx="620395" cy="1181735"/>
            <a:chOff x="6933889" y="2675008"/>
            <a:chExt cx="620395" cy="1181735"/>
          </a:xfrm>
        </p:grpSpPr>
        <p:sp>
          <p:nvSpPr>
            <p:cNvPr id="24" name="object 24"/>
            <p:cNvSpPr/>
            <p:nvPr/>
          </p:nvSpPr>
          <p:spPr>
            <a:xfrm>
              <a:off x="6933889" y="2675008"/>
              <a:ext cx="605155" cy="1174750"/>
            </a:xfrm>
            <a:custGeom>
              <a:avLst/>
              <a:gdLst/>
              <a:ahLst/>
              <a:cxnLst/>
              <a:rect l="l" t="t" r="r" b="b"/>
              <a:pathLst>
                <a:path w="605154" h="1174750">
                  <a:moveTo>
                    <a:pt x="329800" y="1174255"/>
                  </a:moveTo>
                  <a:lnTo>
                    <a:pt x="226914" y="1087613"/>
                  </a:lnTo>
                  <a:lnTo>
                    <a:pt x="263559" y="1062958"/>
                  </a:lnTo>
                  <a:lnTo>
                    <a:pt x="263559" y="1034077"/>
                  </a:lnTo>
                  <a:lnTo>
                    <a:pt x="226914" y="1008014"/>
                  </a:lnTo>
                  <a:lnTo>
                    <a:pt x="263559" y="985473"/>
                  </a:lnTo>
                  <a:lnTo>
                    <a:pt x="257921" y="976316"/>
                  </a:lnTo>
                  <a:lnTo>
                    <a:pt x="226209" y="955887"/>
                  </a:lnTo>
                  <a:lnTo>
                    <a:pt x="220571" y="891082"/>
                  </a:lnTo>
                  <a:lnTo>
                    <a:pt x="216344" y="884742"/>
                  </a:lnTo>
                  <a:lnTo>
                    <a:pt x="264263" y="847408"/>
                  </a:lnTo>
                  <a:lnTo>
                    <a:pt x="264263" y="815005"/>
                  </a:lnTo>
                  <a:lnTo>
                    <a:pt x="226209" y="776967"/>
                  </a:lnTo>
                  <a:lnTo>
                    <a:pt x="263559" y="743155"/>
                  </a:lnTo>
                  <a:lnTo>
                    <a:pt x="263559" y="709343"/>
                  </a:lnTo>
                  <a:lnTo>
                    <a:pt x="226914" y="665669"/>
                  </a:lnTo>
                  <a:lnTo>
                    <a:pt x="219867" y="594524"/>
                  </a:lnTo>
                  <a:lnTo>
                    <a:pt x="175471" y="594524"/>
                  </a:lnTo>
                  <a:lnTo>
                    <a:pt x="175471" y="498724"/>
                  </a:lnTo>
                  <a:lnTo>
                    <a:pt x="148692" y="498724"/>
                  </a:lnTo>
                  <a:lnTo>
                    <a:pt x="148692" y="414899"/>
                  </a:lnTo>
                  <a:lnTo>
                    <a:pt x="119095" y="414899"/>
                  </a:lnTo>
                  <a:lnTo>
                    <a:pt x="105705" y="374747"/>
                  </a:lnTo>
                  <a:lnTo>
                    <a:pt x="45805" y="374747"/>
                  </a:lnTo>
                  <a:lnTo>
                    <a:pt x="45805" y="339526"/>
                  </a:lnTo>
                  <a:lnTo>
                    <a:pt x="0" y="339526"/>
                  </a:lnTo>
                  <a:lnTo>
                    <a:pt x="0" y="173989"/>
                  </a:lnTo>
                  <a:lnTo>
                    <a:pt x="45101" y="173989"/>
                  </a:lnTo>
                  <a:lnTo>
                    <a:pt x="45101" y="150039"/>
                  </a:lnTo>
                  <a:lnTo>
                    <a:pt x="95839" y="150039"/>
                  </a:lnTo>
                  <a:lnTo>
                    <a:pt x="107819" y="139473"/>
                  </a:lnTo>
                  <a:lnTo>
                    <a:pt x="119799" y="112705"/>
                  </a:lnTo>
                  <a:lnTo>
                    <a:pt x="148692" y="112705"/>
                  </a:lnTo>
                  <a:lnTo>
                    <a:pt x="217048" y="0"/>
                  </a:lnTo>
                  <a:lnTo>
                    <a:pt x="399567" y="0"/>
                  </a:lnTo>
                  <a:lnTo>
                    <a:pt x="372613" y="35190"/>
                  </a:lnTo>
                  <a:lnTo>
                    <a:pt x="364881" y="45082"/>
                  </a:lnTo>
                  <a:lnTo>
                    <a:pt x="258626" y="45082"/>
                  </a:lnTo>
                  <a:lnTo>
                    <a:pt x="218458" y="116932"/>
                  </a:lnTo>
                  <a:lnTo>
                    <a:pt x="499556" y="116932"/>
                  </a:lnTo>
                  <a:lnTo>
                    <a:pt x="510205" y="150744"/>
                  </a:lnTo>
                  <a:lnTo>
                    <a:pt x="564467" y="150744"/>
                  </a:lnTo>
                  <a:lnTo>
                    <a:pt x="565079" y="173989"/>
                  </a:lnTo>
                  <a:lnTo>
                    <a:pt x="565171" y="177512"/>
                  </a:lnTo>
                  <a:lnTo>
                    <a:pt x="585608" y="178216"/>
                  </a:lnTo>
                  <a:lnTo>
                    <a:pt x="604635" y="178216"/>
                  </a:lnTo>
                  <a:lnTo>
                    <a:pt x="604635" y="342344"/>
                  </a:lnTo>
                  <a:lnTo>
                    <a:pt x="564467" y="343048"/>
                  </a:lnTo>
                  <a:lnTo>
                    <a:pt x="563820" y="374747"/>
                  </a:lnTo>
                  <a:lnTo>
                    <a:pt x="563762" y="377564"/>
                  </a:lnTo>
                  <a:lnTo>
                    <a:pt x="512319" y="377564"/>
                  </a:lnTo>
                  <a:lnTo>
                    <a:pt x="497520" y="418420"/>
                  </a:lnTo>
                  <a:lnTo>
                    <a:pt x="469332" y="419125"/>
                  </a:lnTo>
                  <a:lnTo>
                    <a:pt x="467307" y="498724"/>
                  </a:lnTo>
                  <a:lnTo>
                    <a:pt x="467218" y="502246"/>
                  </a:lnTo>
                  <a:lnTo>
                    <a:pt x="448191" y="502246"/>
                  </a:lnTo>
                  <a:lnTo>
                    <a:pt x="441849" y="514925"/>
                  </a:lnTo>
                  <a:lnTo>
                    <a:pt x="441849" y="598046"/>
                  </a:lnTo>
                  <a:lnTo>
                    <a:pt x="408023" y="598750"/>
                  </a:lnTo>
                  <a:lnTo>
                    <a:pt x="409532" y="955887"/>
                  </a:lnTo>
                  <a:lnTo>
                    <a:pt x="409657" y="985473"/>
                  </a:lnTo>
                  <a:lnTo>
                    <a:pt x="409752" y="1008014"/>
                  </a:lnTo>
                  <a:lnTo>
                    <a:pt x="409863" y="1034077"/>
                  </a:lnTo>
                  <a:lnTo>
                    <a:pt x="409985" y="1062958"/>
                  </a:lnTo>
                  <a:lnTo>
                    <a:pt x="410089" y="1087613"/>
                  </a:lnTo>
                  <a:lnTo>
                    <a:pt x="410137" y="1098883"/>
                  </a:lnTo>
                  <a:lnTo>
                    <a:pt x="329800" y="1174255"/>
                  </a:lnTo>
                  <a:close/>
                </a:path>
                <a:path w="605154" h="1174750">
                  <a:moveTo>
                    <a:pt x="499556" y="116932"/>
                  </a:moveTo>
                  <a:lnTo>
                    <a:pt x="401680" y="116932"/>
                  </a:lnTo>
                  <a:lnTo>
                    <a:pt x="364331" y="45786"/>
                  </a:lnTo>
                  <a:lnTo>
                    <a:pt x="364881" y="45082"/>
                  </a:lnTo>
                  <a:lnTo>
                    <a:pt x="365036" y="45082"/>
                  </a:lnTo>
                  <a:lnTo>
                    <a:pt x="372613" y="35190"/>
                  </a:lnTo>
                  <a:lnTo>
                    <a:pt x="399567" y="704"/>
                  </a:lnTo>
                  <a:lnTo>
                    <a:pt x="463695" y="112001"/>
                  </a:lnTo>
                  <a:lnTo>
                    <a:pt x="498225" y="112705"/>
                  </a:lnTo>
                  <a:lnTo>
                    <a:pt x="499556" y="116932"/>
                  </a:lnTo>
                  <a:close/>
                </a:path>
              </a:pathLst>
            </a:custGeom>
            <a:solidFill>
              <a:srgbClr val="FF9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6948689" y="2681347"/>
              <a:ext cx="605790" cy="1175385"/>
            </a:xfrm>
            <a:custGeom>
              <a:avLst/>
              <a:gdLst/>
              <a:ahLst/>
              <a:cxnLst/>
              <a:rect l="l" t="t" r="r" b="b"/>
              <a:pathLst>
                <a:path w="605790" h="1175385">
                  <a:moveTo>
                    <a:pt x="329800" y="1174960"/>
                  </a:moveTo>
                  <a:lnTo>
                    <a:pt x="226914" y="1087613"/>
                  </a:lnTo>
                  <a:lnTo>
                    <a:pt x="263559" y="1062958"/>
                  </a:lnTo>
                  <a:lnTo>
                    <a:pt x="263559" y="1034078"/>
                  </a:lnTo>
                  <a:lnTo>
                    <a:pt x="226914" y="1008014"/>
                  </a:lnTo>
                  <a:lnTo>
                    <a:pt x="263559" y="985473"/>
                  </a:lnTo>
                  <a:lnTo>
                    <a:pt x="257921" y="976316"/>
                  </a:lnTo>
                  <a:lnTo>
                    <a:pt x="226209" y="955888"/>
                  </a:lnTo>
                  <a:lnTo>
                    <a:pt x="220571" y="891082"/>
                  </a:lnTo>
                  <a:lnTo>
                    <a:pt x="216343" y="885446"/>
                  </a:lnTo>
                  <a:lnTo>
                    <a:pt x="264263" y="847408"/>
                  </a:lnTo>
                  <a:lnTo>
                    <a:pt x="264263" y="815005"/>
                  </a:lnTo>
                  <a:lnTo>
                    <a:pt x="226209" y="776967"/>
                  </a:lnTo>
                  <a:lnTo>
                    <a:pt x="263559" y="743155"/>
                  </a:lnTo>
                  <a:lnTo>
                    <a:pt x="263559" y="709343"/>
                  </a:lnTo>
                  <a:lnTo>
                    <a:pt x="226914" y="665670"/>
                  </a:lnTo>
                  <a:lnTo>
                    <a:pt x="219867" y="594524"/>
                  </a:lnTo>
                  <a:lnTo>
                    <a:pt x="175470" y="594524"/>
                  </a:lnTo>
                  <a:lnTo>
                    <a:pt x="175470" y="498724"/>
                  </a:lnTo>
                  <a:lnTo>
                    <a:pt x="149397" y="498724"/>
                  </a:lnTo>
                  <a:lnTo>
                    <a:pt x="149397" y="414899"/>
                  </a:lnTo>
                  <a:lnTo>
                    <a:pt x="119094" y="414899"/>
                  </a:lnTo>
                  <a:lnTo>
                    <a:pt x="105705" y="374747"/>
                  </a:lnTo>
                  <a:lnTo>
                    <a:pt x="45805" y="374747"/>
                  </a:lnTo>
                  <a:lnTo>
                    <a:pt x="45805" y="339527"/>
                  </a:lnTo>
                  <a:lnTo>
                    <a:pt x="0" y="339527"/>
                  </a:lnTo>
                  <a:lnTo>
                    <a:pt x="0" y="173989"/>
                  </a:lnTo>
                  <a:lnTo>
                    <a:pt x="45101" y="173989"/>
                  </a:lnTo>
                  <a:lnTo>
                    <a:pt x="45101" y="150040"/>
                  </a:lnTo>
                  <a:lnTo>
                    <a:pt x="95839" y="150040"/>
                  </a:lnTo>
                  <a:lnTo>
                    <a:pt x="107819" y="139473"/>
                  </a:lnTo>
                  <a:lnTo>
                    <a:pt x="119799" y="112706"/>
                  </a:lnTo>
                  <a:lnTo>
                    <a:pt x="149397" y="112706"/>
                  </a:lnTo>
                  <a:lnTo>
                    <a:pt x="217047" y="0"/>
                  </a:lnTo>
                  <a:lnTo>
                    <a:pt x="399566" y="0"/>
                  </a:lnTo>
                  <a:lnTo>
                    <a:pt x="372579" y="35233"/>
                  </a:lnTo>
                  <a:lnTo>
                    <a:pt x="364881" y="45082"/>
                  </a:lnTo>
                  <a:lnTo>
                    <a:pt x="258626" y="45082"/>
                  </a:lnTo>
                  <a:lnTo>
                    <a:pt x="218458" y="116932"/>
                  </a:lnTo>
                  <a:lnTo>
                    <a:pt x="499555" y="116932"/>
                  </a:lnTo>
                  <a:lnTo>
                    <a:pt x="510204" y="150744"/>
                  </a:lnTo>
                  <a:lnTo>
                    <a:pt x="564467" y="150744"/>
                  </a:lnTo>
                  <a:lnTo>
                    <a:pt x="565078" y="173989"/>
                  </a:lnTo>
                  <a:lnTo>
                    <a:pt x="565171" y="177512"/>
                  </a:lnTo>
                  <a:lnTo>
                    <a:pt x="585607" y="178216"/>
                  </a:lnTo>
                  <a:lnTo>
                    <a:pt x="605339" y="178216"/>
                  </a:lnTo>
                  <a:lnTo>
                    <a:pt x="605339" y="342344"/>
                  </a:lnTo>
                  <a:lnTo>
                    <a:pt x="564467" y="343049"/>
                  </a:lnTo>
                  <a:lnTo>
                    <a:pt x="563820" y="374747"/>
                  </a:lnTo>
                  <a:lnTo>
                    <a:pt x="563762" y="377565"/>
                  </a:lnTo>
                  <a:lnTo>
                    <a:pt x="512319" y="377565"/>
                  </a:lnTo>
                  <a:lnTo>
                    <a:pt x="497520" y="418421"/>
                  </a:lnTo>
                  <a:lnTo>
                    <a:pt x="469331" y="419125"/>
                  </a:lnTo>
                  <a:lnTo>
                    <a:pt x="467307" y="498724"/>
                  </a:lnTo>
                  <a:lnTo>
                    <a:pt x="467218" y="502246"/>
                  </a:lnTo>
                  <a:lnTo>
                    <a:pt x="448191" y="502246"/>
                  </a:lnTo>
                  <a:lnTo>
                    <a:pt x="443258" y="509290"/>
                  </a:lnTo>
                  <a:lnTo>
                    <a:pt x="443258" y="598751"/>
                  </a:lnTo>
                  <a:lnTo>
                    <a:pt x="408023" y="598751"/>
                  </a:lnTo>
                  <a:lnTo>
                    <a:pt x="409532" y="955888"/>
                  </a:lnTo>
                  <a:lnTo>
                    <a:pt x="409657" y="985473"/>
                  </a:lnTo>
                  <a:lnTo>
                    <a:pt x="409752" y="1008014"/>
                  </a:lnTo>
                  <a:lnTo>
                    <a:pt x="409863" y="1034078"/>
                  </a:lnTo>
                  <a:lnTo>
                    <a:pt x="409985" y="1062958"/>
                  </a:lnTo>
                  <a:lnTo>
                    <a:pt x="410089" y="1087613"/>
                  </a:lnTo>
                  <a:lnTo>
                    <a:pt x="410136" y="1098884"/>
                  </a:lnTo>
                  <a:lnTo>
                    <a:pt x="329800" y="1174960"/>
                  </a:lnTo>
                  <a:close/>
                </a:path>
                <a:path w="605790" h="1175385">
                  <a:moveTo>
                    <a:pt x="499555" y="116932"/>
                  </a:moveTo>
                  <a:lnTo>
                    <a:pt x="401680" y="116932"/>
                  </a:lnTo>
                  <a:lnTo>
                    <a:pt x="364331" y="45787"/>
                  </a:lnTo>
                  <a:lnTo>
                    <a:pt x="364881" y="45082"/>
                  </a:lnTo>
                  <a:lnTo>
                    <a:pt x="365035" y="45082"/>
                  </a:lnTo>
                  <a:lnTo>
                    <a:pt x="372579" y="35233"/>
                  </a:lnTo>
                  <a:lnTo>
                    <a:pt x="399566" y="704"/>
                  </a:lnTo>
                  <a:lnTo>
                    <a:pt x="464398" y="112001"/>
                  </a:lnTo>
                  <a:lnTo>
                    <a:pt x="498224" y="112706"/>
                  </a:lnTo>
                  <a:lnTo>
                    <a:pt x="499555" y="116932"/>
                  </a:lnTo>
                  <a:close/>
                </a:path>
              </a:pathLst>
            </a:custGeom>
            <a:solidFill>
              <a:srgbClr val="BF7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7033252" y="2870130"/>
              <a:ext cx="427990" cy="134620"/>
            </a:xfrm>
            <a:custGeom>
              <a:avLst/>
              <a:gdLst/>
              <a:ahLst/>
              <a:cxnLst/>
              <a:rect l="l" t="t" r="r" b="b"/>
              <a:pathLst>
                <a:path w="427990" h="134619">
                  <a:moveTo>
                    <a:pt x="34530" y="134542"/>
                  </a:moveTo>
                  <a:lnTo>
                    <a:pt x="0" y="69736"/>
                  </a:lnTo>
                  <a:lnTo>
                    <a:pt x="37349" y="0"/>
                  </a:lnTo>
                  <a:lnTo>
                    <a:pt x="427755" y="0"/>
                  </a:lnTo>
                  <a:lnTo>
                    <a:pt x="424231" y="4931"/>
                  </a:lnTo>
                  <a:lnTo>
                    <a:pt x="41578" y="4931"/>
                  </a:lnTo>
                  <a:lnTo>
                    <a:pt x="7047" y="69736"/>
                  </a:lnTo>
                  <a:lnTo>
                    <a:pt x="40873" y="130316"/>
                  </a:lnTo>
                  <a:lnTo>
                    <a:pt x="34530" y="134542"/>
                  </a:lnTo>
                  <a:close/>
                </a:path>
              </a:pathLst>
            </a:custGeom>
            <a:solidFill>
              <a:srgbClr val="BF7F3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6996608" y="2822943"/>
              <a:ext cx="514350" cy="1005205"/>
            </a:xfrm>
            <a:custGeom>
              <a:avLst/>
              <a:gdLst/>
              <a:ahLst/>
              <a:cxnLst/>
              <a:rect l="l" t="t" r="r" b="b"/>
              <a:pathLst>
                <a:path w="514350" h="1005204">
                  <a:moveTo>
                    <a:pt x="248043" y="362064"/>
                  </a:moveTo>
                  <a:lnTo>
                    <a:pt x="234657" y="381787"/>
                  </a:lnTo>
                  <a:lnTo>
                    <a:pt x="236067" y="993927"/>
                  </a:lnTo>
                  <a:lnTo>
                    <a:pt x="247345" y="1003782"/>
                  </a:lnTo>
                  <a:lnTo>
                    <a:pt x="248043" y="362064"/>
                  </a:lnTo>
                  <a:close/>
                </a:path>
                <a:path w="514350" h="1005204">
                  <a:moveTo>
                    <a:pt x="320636" y="994625"/>
                  </a:moveTo>
                  <a:lnTo>
                    <a:pt x="318516" y="378968"/>
                  </a:lnTo>
                  <a:lnTo>
                    <a:pt x="308660" y="429691"/>
                  </a:lnTo>
                  <a:lnTo>
                    <a:pt x="310057" y="1005192"/>
                  </a:lnTo>
                  <a:lnTo>
                    <a:pt x="320636" y="994625"/>
                  </a:lnTo>
                  <a:close/>
                </a:path>
                <a:path w="514350" h="1005204">
                  <a:moveTo>
                    <a:pt x="451713" y="0"/>
                  </a:moveTo>
                  <a:lnTo>
                    <a:pt x="50736" y="0"/>
                  </a:lnTo>
                  <a:lnTo>
                    <a:pt x="50736" y="7035"/>
                  </a:lnTo>
                  <a:lnTo>
                    <a:pt x="451713" y="7035"/>
                  </a:lnTo>
                  <a:lnTo>
                    <a:pt x="451713" y="0"/>
                  </a:lnTo>
                  <a:close/>
                </a:path>
                <a:path w="514350" h="1005204">
                  <a:moveTo>
                    <a:pt x="498221" y="110591"/>
                  </a:moveTo>
                  <a:lnTo>
                    <a:pt x="463689" y="46494"/>
                  </a:lnTo>
                  <a:lnTo>
                    <a:pt x="457352" y="50711"/>
                  </a:lnTo>
                  <a:lnTo>
                    <a:pt x="491172" y="110591"/>
                  </a:lnTo>
                  <a:lnTo>
                    <a:pt x="456641" y="176098"/>
                  </a:lnTo>
                  <a:lnTo>
                    <a:pt x="73990" y="176098"/>
                  </a:lnTo>
                  <a:lnTo>
                    <a:pt x="70459" y="181025"/>
                  </a:lnTo>
                  <a:lnTo>
                    <a:pt x="460870" y="181025"/>
                  </a:lnTo>
                  <a:lnTo>
                    <a:pt x="498221" y="110591"/>
                  </a:lnTo>
                  <a:close/>
                </a:path>
                <a:path w="514350" h="1005204">
                  <a:moveTo>
                    <a:pt x="513727" y="26771"/>
                  </a:moveTo>
                  <a:lnTo>
                    <a:pt x="0" y="26771"/>
                  </a:lnTo>
                  <a:lnTo>
                    <a:pt x="0" y="33108"/>
                  </a:lnTo>
                  <a:lnTo>
                    <a:pt x="513727" y="33108"/>
                  </a:lnTo>
                  <a:lnTo>
                    <a:pt x="513727" y="26771"/>
                  </a:lnTo>
                  <a:close/>
                </a:path>
              </a:pathLst>
            </a:custGeom>
            <a:solidFill>
              <a:srgbClr val="FF9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7055091" y="3054692"/>
              <a:ext cx="407670" cy="800735"/>
            </a:xfrm>
            <a:custGeom>
              <a:avLst/>
              <a:gdLst/>
              <a:ahLst/>
              <a:cxnLst/>
              <a:rect l="l" t="t" r="r" b="b"/>
              <a:pathLst>
                <a:path w="407670" h="800735">
                  <a:moveTo>
                    <a:pt x="260032" y="148628"/>
                  </a:moveTo>
                  <a:lnTo>
                    <a:pt x="220573" y="216954"/>
                  </a:lnTo>
                  <a:lnTo>
                    <a:pt x="223393" y="800214"/>
                  </a:lnTo>
                  <a:lnTo>
                    <a:pt x="235369" y="788238"/>
                  </a:lnTo>
                  <a:lnTo>
                    <a:pt x="235369" y="227520"/>
                  </a:lnTo>
                  <a:lnTo>
                    <a:pt x="250875" y="190893"/>
                  </a:lnTo>
                  <a:lnTo>
                    <a:pt x="260032" y="148628"/>
                  </a:lnTo>
                  <a:close/>
                </a:path>
                <a:path w="407670" h="800735">
                  <a:moveTo>
                    <a:pt x="344601" y="124675"/>
                  </a:moveTo>
                  <a:lnTo>
                    <a:pt x="69062" y="124675"/>
                  </a:lnTo>
                  <a:lnTo>
                    <a:pt x="69062" y="135953"/>
                  </a:lnTo>
                  <a:lnTo>
                    <a:pt x="97243" y="135953"/>
                  </a:lnTo>
                  <a:lnTo>
                    <a:pt x="97243" y="200761"/>
                  </a:lnTo>
                  <a:lnTo>
                    <a:pt x="115570" y="222592"/>
                  </a:lnTo>
                  <a:lnTo>
                    <a:pt x="121208" y="154266"/>
                  </a:lnTo>
                  <a:lnTo>
                    <a:pt x="176174" y="154266"/>
                  </a:lnTo>
                  <a:lnTo>
                    <a:pt x="188861" y="135953"/>
                  </a:lnTo>
                  <a:lnTo>
                    <a:pt x="337553" y="135953"/>
                  </a:lnTo>
                  <a:lnTo>
                    <a:pt x="344601" y="124675"/>
                  </a:lnTo>
                  <a:close/>
                </a:path>
                <a:path w="407670" h="800735">
                  <a:moveTo>
                    <a:pt x="362216" y="45085"/>
                  </a:moveTo>
                  <a:lnTo>
                    <a:pt x="46507" y="45085"/>
                  </a:lnTo>
                  <a:lnTo>
                    <a:pt x="46507" y="59169"/>
                  </a:lnTo>
                  <a:lnTo>
                    <a:pt x="362216" y="59169"/>
                  </a:lnTo>
                  <a:lnTo>
                    <a:pt x="362216" y="45085"/>
                  </a:lnTo>
                  <a:close/>
                </a:path>
                <a:path w="407670" h="800735">
                  <a:moveTo>
                    <a:pt x="407314" y="0"/>
                  </a:moveTo>
                  <a:lnTo>
                    <a:pt x="0" y="698"/>
                  </a:lnTo>
                  <a:lnTo>
                    <a:pt x="3530" y="13385"/>
                  </a:lnTo>
                  <a:lnTo>
                    <a:pt x="403085" y="12674"/>
                  </a:lnTo>
                  <a:lnTo>
                    <a:pt x="407314" y="0"/>
                  </a:lnTo>
                  <a:close/>
                </a:path>
              </a:pathLst>
            </a:custGeom>
            <a:solidFill>
              <a:srgbClr val="BF7F3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" name="object 2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680"/>
              </a:lnSpc>
            </a:pPr>
            <a:fld id="{81D60167-4931-47E6-BA6A-407CBD079E47}" type="slidenum">
              <a:rPr dirty="0" spc="-25"/>
              <a:t>58</a:t>
            </a:fld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892657" y="2977846"/>
            <a:ext cx="4213225" cy="3369310"/>
            <a:chOff x="5892657" y="2977846"/>
            <a:chExt cx="4213225" cy="3369310"/>
          </a:xfrm>
        </p:grpSpPr>
        <p:sp>
          <p:nvSpPr>
            <p:cNvPr id="3" name="object 3"/>
            <p:cNvSpPr/>
            <p:nvPr/>
          </p:nvSpPr>
          <p:spPr>
            <a:xfrm>
              <a:off x="5899230" y="2984419"/>
              <a:ext cx="4199890" cy="3355975"/>
            </a:xfrm>
            <a:custGeom>
              <a:avLst/>
              <a:gdLst/>
              <a:ahLst/>
              <a:cxnLst/>
              <a:rect l="l" t="t" r="r" b="b"/>
              <a:pathLst>
                <a:path w="4199890" h="3355975">
                  <a:moveTo>
                    <a:pt x="4199667" y="0"/>
                  </a:moveTo>
                  <a:lnTo>
                    <a:pt x="0" y="0"/>
                  </a:lnTo>
                  <a:lnTo>
                    <a:pt x="0" y="3355624"/>
                  </a:lnTo>
                  <a:lnTo>
                    <a:pt x="4199667" y="3355624"/>
                  </a:lnTo>
                  <a:lnTo>
                    <a:pt x="419966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5899230" y="2984419"/>
              <a:ext cx="4199890" cy="3355975"/>
            </a:xfrm>
            <a:custGeom>
              <a:avLst/>
              <a:gdLst/>
              <a:ahLst/>
              <a:cxnLst/>
              <a:rect l="l" t="t" r="r" b="b"/>
              <a:pathLst>
                <a:path w="4199890" h="3355975">
                  <a:moveTo>
                    <a:pt x="0" y="0"/>
                  </a:moveTo>
                  <a:lnTo>
                    <a:pt x="4199667" y="0"/>
                  </a:lnTo>
                  <a:lnTo>
                    <a:pt x="4199667" y="3355624"/>
                  </a:lnTo>
                  <a:lnTo>
                    <a:pt x="0" y="3355624"/>
                  </a:lnTo>
                  <a:lnTo>
                    <a:pt x="0" y="0"/>
                  </a:lnTo>
                  <a:close/>
                </a:path>
              </a:pathLst>
            </a:custGeom>
            <a:ln w="1314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" name="object 5"/>
          <p:cNvGrpSpPr/>
          <p:nvPr/>
        </p:nvGrpSpPr>
        <p:grpSpPr>
          <a:xfrm>
            <a:off x="608474" y="2977751"/>
            <a:ext cx="4430395" cy="3369310"/>
            <a:chOff x="608474" y="2977751"/>
            <a:chExt cx="4430395" cy="3369310"/>
          </a:xfrm>
        </p:grpSpPr>
        <p:sp>
          <p:nvSpPr>
            <p:cNvPr id="6" name="object 6"/>
            <p:cNvSpPr/>
            <p:nvPr/>
          </p:nvSpPr>
          <p:spPr>
            <a:xfrm>
              <a:off x="615141" y="2984419"/>
              <a:ext cx="4417060" cy="3355975"/>
            </a:xfrm>
            <a:custGeom>
              <a:avLst/>
              <a:gdLst/>
              <a:ahLst/>
              <a:cxnLst/>
              <a:rect l="l" t="t" r="r" b="b"/>
              <a:pathLst>
                <a:path w="4417060" h="3355975">
                  <a:moveTo>
                    <a:pt x="4416552" y="0"/>
                  </a:moveTo>
                  <a:lnTo>
                    <a:pt x="0" y="0"/>
                  </a:lnTo>
                  <a:lnTo>
                    <a:pt x="0" y="3355624"/>
                  </a:lnTo>
                  <a:lnTo>
                    <a:pt x="4416552" y="3355624"/>
                  </a:lnTo>
                  <a:lnTo>
                    <a:pt x="441655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615141" y="2984419"/>
              <a:ext cx="4417060" cy="3355975"/>
            </a:xfrm>
            <a:custGeom>
              <a:avLst/>
              <a:gdLst/>
              <a:ahLst/>
              <a:cxnLst/>
              <a:rect l="l" t="t" r="r" b="b"/>
              <a:pathLst>
                <a:path w="4417060" h="3355975">
                  <a:moveTo>
                    <a:pt x="0" y="0"/>
                  </a:moveTo>
                  <a:lnTo>
                    <a:pt x="4416551" y="0"/>
                  </a:lnTo>
                  <a:lnTo>
                    <a:pt x="4416551" y="3355624"/>
                  </a:lnTo>
                  <a:lnTo>
                    <a:pt x="0" y="3355624"/>
                  </a:lnTo>
                  <a:lnTo>
                    <a:pt x="0" y="0"/>
                  </a:lnTo>
                  <a:close/>
                </a:path>
              </a:pathLst>
            </a:custGeom>
            <a:ln w="1314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42738" rIns="0" bIns="0" rtlCol="0" vert="horz">
            <a:spAutoFit/>
          </a:bodyPr>
          <a:lstStyle/>
          <a:p>
            <a:pPr marL="1226185">
              <a:lnSpc>
                <a:spcPct val="100000"/>
              </a:lnSpc>
              <a:spcBef>
                <a:spcPts val="125"/>
              </a:spcBef>
            </a:pPr>
            <a:r>
              <a:rPr dirty="0" sz="3700"/>
              <a:t>Public</a:t>
            </a:r>
            <a:r>
              <a:rPr dirty="0" sz="3700" spc="-15"/>
              <a:t> </a:t>
            </a:r>
            <a:r>
              <a:rPr dirty="0" sz="3700"/>
              <a:t>key</a:t>
            </a:r>
            <a:r>
              <a:rPr dirty="0" sz="3700" spc="-5"/>
              <a:t> </a:t>
            </a:r>
            <a:r>
              <a:rPr dirty="0" sz="3700"/>
              <a:t>cryptology:</a:t>
            </a:r>
            <a:r>
              <a:rPr dirty="0" sz="3700" spc="-5"/>
              <a:t> </a:t>
            </a:r>
            <a:r>
              <a:rPr dirty="0" sz="3700" spc="-10"/>
              <a:t>encryption</a:t>
            </a:r>
            <a:endParaRPr sz="3700"/>
          </a:p>
        </p:txBody>
      </p:sp>
      <p:sp>
        <p:nvSpPr>
          <p:cNvPr id="9" name="object 9"/>
          <p:cNvSpPr txBox="1"/>
          <p:nvPr/>
        </p:nvSpPr>
        <p:spPr>
          <a:xfrm>
            <a:off x="713725" y="3515205"/>
            <a:ext cx="1025525" cy="993140"/>
          </a:xfrm>
          <a:prstGeom prst="rect">
            <a:avLst/>
          </a:prstGeom>
          <a:solidFill>
            <a:srgbClr val="00FCD6"/>
          </a:solidFill>
          <a:ln w="13145">
            <a:solidFill>
              <a:srgbClr val="929292"/>
            </a:solidFill>
          </a:ln>
        </p:spPr>
        <p:txBody>
          <a:bodyPr wrap="square" lIns="0" tIns="49530" rIns="0" bIns="0" rtlCol="0" vert="horz">
            <a:spAutoFit/>
          </a:bodyPr>
          <a:lstStyle/>
          <a:p>
            <a:pPr marL="238760" marR="103505" indent="-123189">
              <a:lnSpc>
                <a:spcPct val="101099"/>
              </a:lnSpc>
              <a:spcBef>
                <a:spcPts val="390"/>
              </a:spcBef>
            </a:pPr>
            <a:r>
              <a:rPr dirty="0" sz="2900" spc="-10">
                <a:latin typeface="Times New Roman"/>
                <a:cs typeface="Times New Roman"/>
              </a:rPr>
              <a:t>Clear </a:t>
            </a:r>
            <a:r>
              <a:rPr dirty="0" sz="2900" spc="-20">
                <a:latin typeface="Times New Roman"/>
                <a:cs typeface="Times New Roman"/>
              </a:rPr>
              <a:t>text</a:t>
            </a:r>
            <a:endParaRPr sz="2900">
              <a:latin typeface="Times New Roman"/>
              <a:cs typeface="Times New Roman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2323831" y="3526614"/>
            <a:ext cx="881380" cy="1068705"/>
            <a:chOff x="2323831" y="3526614"/>
            <a:chExt cx="881380" cy="1068705"/>
          </a:xfrm>
        </p:grpSpPr>
        <p:sp>
          <p:nvSpPr>
            <p:cNvPr id="11" name="object 11"/>
            <p:cNvSpPr/>
            <p:nvPr/>
          </p:nvSpPr>
          <p:spPr>
            <a:xfrm>
              <a:off x="2330499" y="3533281"/>
              <a:ext cx="868044" cy="1055370"/>
            </a:xfrm>
            <a:custGeom>
              <a:avLst/>
              <a:gdLst/>
              <a:ahLst/>
              <a:cxnLst/>
              <a:rect l="l" t="t" r="r" b="b"/>
              <a:pathLst>
                <a:path w="868044" h="1055370">
                  <a:moveTo>
                    <a:pt x="867537" y="0"/>
                  </a:moveTo>
                  <a:lnTo>
                    <a:pt x="0" y="0"/>
                  </a:lnTo>
                  <a:lnTo>
                    <a:pt x="0" y="1055000"/>
                  </a:lnTo>
                  <a:lnTo>
                    <a:pt x="867537" y="1055000"/>
                  </a:lnTo>
                  <a:lnTo>
                    <a:pt x="867537" y="0"/>
                  </a:lnTo>
                  <a:close/>
                </a:path>
              </a:pathLst>
            </a:custGeom>
            <a:solidFill>
              <a:srgbClr val="D7AE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2330498" y="3533282"/>
              <a:ext cx="868044" cy="1055370"/>
            </a:xfrm>
            <a:custGeom>
              <a:avLst/>
              <a:gdLst/>
              <a:ahLst/>
              <a:cxnLst/>
              <a:rect l="l" t="t" r="r" b="b"/>
              <a:pathLst>
                <a:path w="868044" h="1055370">
                  <a:moveTo>
                    <a:pt x="0" y="0"/>
                  </a:moveTo>
                  <a:lnTo>
                    <a:pt x="867536" y="0"/>
                  </a:lnTo>
                  <a:lnTo>
                    <a:pt x="867536" y="1055000"/>
                  </a:lnTo>
                  <a:lnTo>
                    <a:pt x="0" y="1055000"/>
                  </a:lnTo>
                  <a:lnTo>
                    <a:pt x="0" y="0"/>
                  </a:lnTo>
                  <a:close/>
                </a:path>
              </a:pathLst>
            </a:custGeom>
            <a:ln w="1314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2330499" y="3533282"/>
            <a:ext cx="868044" cy="1055370"/>
          </a:xfrm>
          <a:prstGeom prst="rect">
            <a:avLst/>
          </a:prstGeom>
        </p:spPr>
        <p:txBody>
          <a:bodyPr wrap="square" lIns="0" tIns="22225" rIns="0" bIns="0" rtlCol="0" vert="horz">
            <a:spAutoFit/>
          </a:bodyPr>
          <a:lstStyle/>
          <a:p>
            <a:pPr marL="175260" marR="86995" indent="-76200">
              <a:lnSpc>
                <a:spcPct val="101000"/>
              </a:lnSpc>
              <a:spcBef>
                <a:spcPts val="175"/>
              </a:spcBef>
            </a:pPr>
            <a:r>
              <a:rPr dirty="0" sz="2050" spc="-25">
                <a:latin typeface="Times New Roman"/>
                <a:cs typeface="Times New Roman"/>
              </a:rPr>
              <a:t>CRYP TOB</a:t>
            </a:r>
            <a:endParaRPr sz="2050">
              <a:latin typeface="Times New Roman"/>
              <a:cs typeface="Times New Roman"/>
            </a:endParaRPr>
          </a:p>
          <a:p>
            <a:pPr marL="246379">
              <a:lnSpc>
                <a:spcPct val="100000"/>
              </a:lnSpc>
              <a:spcBef>
                <a:spcPts val="434"/>
              </a:spcBef>
            </a:pPr>
            <a:r>
              <a:rPr dirty="0" sz="2050" spc="-25">
                <a:latin typeface="Times New Roman"/>
                <a:cs typeface="Times New Roman"/>
              </a:rPr>
              <a:t>OX</a:t>
            </a:r>
            <a:endParaRPr sz="2050">
              <a:latin typeface="Times New Roman"/>
              <a:cs typeface="Times New Roman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7627732" y="3526709"/>
            <a:ext cx="880744" cy="1068705"/>
            <a:chOff x="7627732" y="3526709"/>
            <a:chExt cx="880744" cy="1068705"/>
          </a:xfrm>
        </p:grpSpPr>
        <p:sp>
          <p:nvSpPr>
            <p:cNvPr id="15" name="object 15"/>
            <p:cNvSpPr/>
            <p:nvPr/>
          </p:nvSpPr>
          <p:spPr>
            <a:xfrm>
              <a:off x="7634304" y="3533282"/>
              <a:ext cx="868044" cy="1055370"/>
            </a:xfrm>
            <a:custGeom>
              <a:avLst/>
              <a:gdLst/>
              <a:ahLst/>
              <a:cxnLst/>
              <a:rect l="l" t="t" r="r" b="b"/>
              <a:pathLst>
                <a:path w="868045" h="1055370">
                  <a:moveTo>
                    <a:pt x="867537" y="0"/>
                  </a:moveTo>
                  <a:lnTo>
                    <a:pt x="0" y="0"/>
                  </a:lnTo>
                  <a:lnTo>
                    <a:pt x="0" y="1055000"/>
                  </a:lnTo>
                  <a:lnTo>
                    <a:pt x="867537" y="1055000"/>
                  </a:lnTo>
                  <a:lnTo>
                    <a:pt x="867537" y="0"/>
                  </a:lnTo>
                  <a:close/>
                </a:path>
              </a:pathLst>
            </a:custGeom>
            <a:solidFill>
              <a:srgbClr val="D7AE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7634304" y="3533282"/>
              <a:ext cx="868044" cy="1055370"/>
            </a:xfrm>
            <a:custGeom>
              <a:avLst/>
              <a:gdLst/>
              <a:ahLst/>
              <a:cxnLst/>
              <a:rect l="l" t="t" r="r" b="b"/>
              <a:pathLst>
                <a:path w="868045" h="1055370">
                  <a:moveTo>
                    <a:pt x="0" y="0"/>
                  </a:moveTo>
                  <a:lnTo>
                    <a:pt x="867536" y="0"/>
                  </a:lnTo>
                  <a:lnTo>
                    <a:pt x="867536" y="1055000"/>
                  </a:lnTo>
                  <a:lnTo>
                    <a:pt x="0" y="1055000"/>
                  </a:lnTo>
                  <a:lnTo>
                    <a:pt x="0" y="0"/>
                  </a:lnTo>
                  <a:close/>
                </a:path>
              </a:pathLst>
            </a:custGeom>
            <a:ln w="1314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/>
          <p:cNvSpPr txBox="1"/>
          <p:nvPr/>
        </p:nvSpPr>
        <p:spPr>
          <a:xfrm>
            <a:off x="7721880" y="3543260"/>
            <a:ext cx="697865" cy="102489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88265" marR="5080" indent="-76200">
              <a:lnSpc>
                <a:spcPct val="101000"/>
              </a:lnSpc>
              <a:spcBef>
                <a:spcPts val="95"/>
              </a:spcBef>
            </a:pPr>
            <a:r>
              <a:rPr dirty="0" sz="2050" spc="-25">
                <a:latin typeface="Times New Roman"/>
                <a:cs typeface="Times New Roman"/>
              </a:rPr>
              <a:t>CRYP TOB</a:t>
            </a:r>
            <a:endParaRPr sz="2050">
              <a:latin typeface="Times New Roman"/>
              <a:cs typeface="Times New Roman"/>
            </a:endParaRPr>
          </a:p>
          <a:p>
            <a:pPr marL="158750">
              <a:lnSpc>
                <a:spcPct val="100000"/>
              </a:lnSpc>
              <a:spcBef>
                <a:spcPts val="439"/>
              </a:spcBef>
            </a:pPr>
            <a:r>
              <a:rPr dirty="0" sz="2050" spc="-25">
                <a:latin typeface="Times New Roman"/>
                <a:cs typeface="Times New Roman"/>
              </a:rPr>
              <a:t>OX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9053910" y="3515205"/>
            <a:ext cx="1025525" cy="993140"/>
          </a:xfrm>
          <a:prstGeom prst="rect">
            <a:avLst/>
          </a:prstGeom>
          <a:solidFill>
            <a:srgbClr val="00FCD6"/>
          </a:solidFill>
          <a:ln w="13145">
            <a:solidFill>
              <a:srgbClr val="929292"/>
            </a:solidFill>
          </a:ln>
        </p:spPr>
        <p:txBody>
          <a:bodyPr wrap="square" lIns="0" tIns="49530" rIns="0" bIns="0" rtlCol="0" vert="horz">
            <a:spAutoFit/>
          </a:bodyPr>
          <a:lstStyle/>
          <a:p>
            <a:pPr marL="238760" marR="103505" indent="-123189">
              <a:lnSpc>
                <a:spcPct val="101099"/>
              </a:lnSpc>
              <a:spcBef>
                <a:spcPts val="390"/>
              </a:spcBef>
            </a:pPr>
            <a:r>
              <a:rPr dirty="0" sz="2900" spc="-10">
                <a:latin typeface="Times New Roman"/>
                <a:cs typeface="Times New Roman"/>
              </a:rPr>
              <a:t>Clear </a:t>
            </a:r>
            <a:r>
              <a:rPr dirty="0" sz="2900" spc="-20">
                <a:latin typeface="Times New Roman"/>
                <a:cs typeface="Times New Roman"/>
              </a:rPr>
              <a:t>text</a:t>
            </a:r>
            <a:endParaRPr sz="29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809255" y="3674606"/>
            <a:ext cx="1104265" cy="739775"/>
          </a:xfrm>
          <a:prstGeom prst="rect">
            <a:avLst/>
          </a:prstGeom>
          <a:solidFill>
            <a:srgbClr val="00FCD6"/>
          </a:solidFill>
          <a:ln w="13145">
            <a:solidFill>
              <a:srgbClr val="929292"/>
            </a:solidFill>
          </a:ln>
        </p:spPr>
        <p:txBody>
          <a:bodyPr wrap="square" lIns="0" tIns="53340" rIns="0" bIns="0" rtlCol="0" vert="horz">
            <a:spAutoFit/>
          </a:bodyPr>
          <a:lstStyle/>
          <a:p>
            <a:pPr marL="225425" marR="180340" indent="-32384">
              <a:lnSpc>
                <a:spcPct val="101000"/>
              </a:lnSpc>
              <a:spcBef>
                <a:spcPts val="420"/>
              </a:spcBef>
            </a:pPr>
            <a:r>
              <a:rPr dirty="0" sz="2050" spc="-20">
                <a:latin typeface="Times New Roman"/>
                <a:cs typeface="Times New Roman"/>
              </a:rPr>
              <a:t>%^C&amp; @&amp;^(</a:t>
            </a:r>
            <a:endParaRPr sz="2050">
              <a:latin typeface="Times New Roman"/>
              <a:cs typeface="Times New Roman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5182854" y="3896451"/>
            <a:ext cx="644525" cy="330835"/>
            <a:chOff x="5182854" y="3896451"/>
            <a:chExt cx="644525" cy="330835"/>
          </a:xfrm>
        </p:grpSpPr>
        <p:sp>
          <p:nvSpPr>
            <p:cNvPr id="21" name="object 21"/>
            <p:cNvSpPr/>
            <p:nvPr/>
          </p:nvSpPr>
          <p:spPr>
            <a:xfrm>
              <a:off x="5189427" y="3903024"/>
              <a:ext cx="631190" cy="317500"/>
            </a:xfrm>
            <a:custGeom>
              <a:avLst/>
              <a:gdLst/>
              <a:ahLst/>
              <a:cxnLst/>
              <a:rect l="l" t="t" r="r" b="b"/>
              <a:pathLst>
                <a:path w="631189" h="317500">
                  <a:moveTo>
                    <a:pt x="473201" y="0"/>
                  </a:moveTo>
                  <a:lnTo>
                    <a:pt x="473201" y="79289"/>
                  </a:lnTo>
                  <a:lnTo>
                    <a:pt x="0" y="79289"/>
                  </a:lnTo>
                  <a:lnTo>
                    <a:pt x="0" y="237868"/>
                  </a:lnTo>
                  <a:lnTo>
                    <a:pt x="473201" y="237868"/>
                  </a:lnTo>
                  <a:lnTo>
                    <a:pt x="473201" y="317158"/>
                  </a:lnTo>
                  <a:lnTo>
                    <a:pt x="630935" y="158578"/>
                  </a:lnTo>
                  <a:lnTo>
                    <a:pt x="47320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5189427" y="3903024"/>
              <a:ext cx="631190" cy="317500"/>
            </a:xfrm>
            <a:custGeom>
              <a:avLst/>
              <a:gdLst/>
              <a:ahLst/>
              <a:cxnLst/>
              <a:rect l="l" t="t" r="r" b="b"/>
              <a:pathLst>
                <a:path w="631189" h="317500">
                  <a:moveTo>
                    <a:pt x="0" y="79289"/>
                  </a:moveTo>
                  <a:lnTo>
                    <a:pt x="473201" y="79289"/>
                  </a:lnTo>
                  <a:lnTo>
                    <a:pt x="473201" y="0"/>
                  </a:lnTo>
                  <a:lnTo>
                    <a:pt x="630935" y="158578"/>
                  </a:lnTo>
                  <a:lnTo>
                    <a:pt x="473201" y="317157"/>
                  </a:lnTo>
                  <a:lnTo>
                    <a:pt x="473201" y="237868"/>
                  </a:lnTo>
                  <a:lnTo>
                    <a:pt x="0" y="237868"/>
                  </a:lnTo>
                  <a:lnTo>
                    <a:pt x="0" y="79289"/>
                  </a:lnTo>
                  <a:close/>
                </a:path>
              </a:pathLst>
            </a:custGeom>
            <a:ln w="131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3" name="object 23"/>
          <p:cNvGrpSpPr/>
          <p:nvPr/>
        </p:nvGrpSpPr>
        <p:grpSpPr>
          <a:xfrm>
            <a:off x="1586191" y="1267437"/>
            <a:ext cx="4232910" cy="5018405"/>
            <a:chOff x="1586191" y="1267437"/>
            <a:chExt cx="4232910" cy="5018405"/>
          </a:xfrm>
        </p:grpSpPr>
        <p:sp>
          <p:nvSpPr>
            <p:cNvPr id="24" name="object 24"/>
            <p:cNvSpPr/>
            <p:nvPr/>
          </p:nvSpPr>
          <p:spPr>
            <a:xfrm>
              <a:off x="1837580" y="3903024"/>
              <a:ext cx="394335" cy="317500"/>
            </a:xfrm>
            <a:custGeom>
              <a:avLst/>
              <a:gdLst/>
              <a:ahLst/>
              <a:cxnLst/>
              <a:rect l="l" t="t" r="r" b="b"/>
              <a:pathLst>
                <a:path w="394335" h="317500">
                  <a:moveTo>
                    <a:pt x="295751" y="0"/>
                  </a:moveTo>
                  <a:lnTo>
                    <a:pt x="295751" y="79289"/>
                  </a:lnTo>
                  <a:lnTo>
                    <a:pt x="0" y="79289"/>
                  </a:lnTo>
                  <a:lnTo>
                    <a:pt x="0" y="237868"/>
                  </a:lnTo>
                  <a:lnTo>
                    <a:pt x="295751" y="237868"/>
                  </a:lnTo>
                  <a:lnTo>
                    <a:pt x="295751" y="317158"/>
                  </a:lnTo>
                  <a:lnTo>
                    <a:pt x="394335" y="158578"/>
                  </a:lnTo>
                  <a:lnTo>
                    <a:pt x="29575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1837580" y="3903024"/>
              <a:ext cx="394335" cy="317500"/>
            </a:xfrm>
            <a:custGeom>
              <a:avLst/>
              <a:gdLst/>
              <a:ahLst/>
              <a:cxnLst/>
              <a:rect l="l" t="t" r="r" b="b"/>
              <a:pathLst>
                <a:path w="394335" h="317500">
                  <a:moveTo>
                    <a:pt x="0" y="79289"/>
                  </a:moveTo>
                  <a:lnTo>
                    <a:pt x="295751" y="79289"/>
                  </a:lnTo>
                  <a:lnTo>
                    <a:pt x="295751" y="0"/>
                  </a:lnTo>
                  <a:lnTo>
                    <a:pt x="394334" y="158578"/>
                  </a:lnTo>
                  <a:lnTo>
                    <a:pt x="295751" y="317157"/>
                  </a:lnTo>
                  <a:lnTo>
                    <a:pt x="295751" y="237868"/>
                  </a:lnTo>
                  <a:lnTo>
                    <a:pt x="0" y="237868"/>
                  </a:lnTo>
                  <a:lnTo>
                    <a:pt x="0" y="79289"/>
                  </a:lnTo>
                  <a:close/>
                </a:path>
              </a:pathLst>
            </a:custGeom>
            <a:ln w="1314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3276903" y="3903024"/>
              <a:ext cx="394335" cy="317500"/>
            </a:xfrm>
            <a:custGeom>
              <a:avLst/>
              <a:gdLst/>
              <a:ahLst/>
              <a:cxnLst/>
              <a:rect l="l" t="t" r="r" b="b"/>
              <a:pathLst>
                <a:path w="394335" h="317500">
                  <a:moveTo>
                    <a:pt x="295749" y="0"/>
                  </a:moveTo>
                  <a:lnTo>
                    <a:pt x="295749" y="79289"/>
                  </a:lnTo>
                  <a:lnTo>
                    <a:pt x="0" y="79289"/>
                  </a:lnTo>
                  <a:lnTo>
                    <a:pt x="0" y="237868"/>
                  </a:lnTo>
                  <a:lnTo>
                    <a:pt x="295749" y="237868"/>
                  </a:lnTo>
                  <a:lnTo>
                    <a:pt x="295749" y="317158"/>
                  </a:lnTo>
                  <a:lnTo>
                    <a:pt x="394334" y="158578"/>
                  </a:lnTo>
                  <a:lnTo>
                    <a:pt x="29574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3276902" y="3903024"/>
              <a:ext cx="394335" cy="317500"/>
            </a:xfrm>
            <a:custGeom>
              <a:avLst/>
              <a:gdLst/>
              <a:ahLst/>
              <a:cxnLst/>
              <a:rect l="l" t="t" r="r" b="b"/>
              <a:pathLst>
                <a:path w="394335" h="317500">
                  <a:moveTo>
                    <a:pt x="0" y="79289"/>
                  </a:moveTo>
                  <a:lnTo>
                    <a:pt x="295751" y="79289"/>
                  </a:lnTo>
                  <a:lnTo>
                    <a:pt x="295751" y="0"/>
                  </a:lnTo>
                  <a:lnTo>
                    <a:pt x="394334" y="158578"/>
                  </a:lnTo>
                  <a:lnTo>
                    <a:pt x="295751" y="317157"/>
                  </a:lnTo>
                  <a:lnTo>
                    <a:pt x="295751" y="237868"/>
                  </a:lnTo>
                  <a:lnTo>
                    <a:pt x="0" y="237868"/>
                  </a:lnTo>
                  <a:lnTo>
                    <a:pt x="0" y="79289"/>
                  </a:lnTo>
                  <a:close/>
                </a:path>
              </a:pathLst>
            </a:custGeom>
            <a:ln w="1314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2685401" y="4821632"/>
              <a:ext cx="197485" cy="929005"/>
            </a:xfrm>
            <a:custGeom>
              <a:avLst/>
              <a:gdLst/>
              <a:ahLst/>
              <a:cxnLst/>
              <a:rect l="l" t="t" r="r" b="b"/>
              <a:pathLst>
                <a:path w="197485" h="929004">
                  <a:moveTo>
                    <a:pt x="98582" y="0"/>
                  </a:moveTo>
                  <a:lnTo>
                    <a:pt x="0" y="232115"/>
                  </a:lnTo>
                  <a:lnTo>
                    <a:pt x="49291" y="232115"/>
                  </a:lnTo>
                  <a:lnTo>
                    <a:pt x="49291" y="928465"/>
                  </a:lnTo>
                  <a:lnTo>
                    <a:pt x="147874" y="928465"/>
                  </a:lnTo>
                  <a:lnTo>
                    <a:pt x="147874" y="232115"/>
                  </a:lnTo>
                  <a:lnTo>
                    <a:pt x="197166" y="232115"/>
                  </a:lnTo>
                  <a:lnTo>
                    <a:pt x="98582" y="0"/>
                  </a:lnTo>
                  <a:close/>
                </a:path>
              </a:pathLst>
            </a:custGeom>
            <a:solidFill>
              <a:srgbClr val="36A04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2685400" y="4821631"/>
              <a:ext cx="197485" cy="929005"/>
            </a:xfrm>
            <a:custGeom>
              <a:avLst/>
              <a:gdLst/>
              <a:ahLst/>
              <a:cxnLst/>
              <a:rect l="l" t="t" r="r" b="b"/>
              <a:pathLst>
                <a:path w="197485" h="929004">
                  <a:moveTo>
                    <a:pt x="0" y="232116"/>
                  </a:moveTo>
                  <a:lnTo>
                    <a:pt x="98583" y="0"/>
                  </a:lnTo>
                  <a:lnTo>
                    <a:pt x="197167" y="232116"/>
                  </a:lnTo>
                  <a:lnTo>
                    <a:pt x="147875" y="232116"/>
                  </a:lnTo>
                  <a:lnTo>
                    <a:pt x="147875" y="928465"/>
                  </a:lnTo>
                  <a:lnTo>
                    <a:pt x="49291" y="928465"/>
                  </a:lnTo>
                  <a:lnTo>
                    <a:pt x="49291" y="232116"/>
                  </a:lnTo>
                  <a:lnTo>
                    <a:pt x="0" y="232116"/>
                  </a:lnTo>
                  <a:close/>
                </a:path>
              </a:pathLst>
            </a:custGeom>
            <a:ln w="13144">
              <a:solidFill>
                <a:srgbClr val="3BD43C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0" name="object 3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96821" y="1267437"/>
              <a:ext cx="1921859" cy="2269560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86191" y="4905439"/>
              <a:ext cx="724589" cy="1380374"/>
            </a:xfrm>
            <a:prstGeom prst="rect">
              <a:avLst/>
            </a:prstGeom>
          </p:spPr>
        </p:pic>
      </p:grpSp>
      <p:sp>
        <p:nvSpPr>
          <p:cNvPr id="32" name="object 32"/>
          <p:cNvSpPr txBox="1"/>
          <p:nvPr/>
        </p:nvSpPr>
        <p:spPr>
          <a:xfrm>
            <a:off x="5978097" y="3674606"/>
            <a:ext cx="1104265" cy="739775"/>
          </a:xfrm>
          <a:prstGeom prst="rect">
            <a:avLst/>
          </a:prstGeom>
          <a:solidFill>
            <a:srgbClr val="00FCD6"/>
          </a:solidFill>
          <a:ln w="13145">
            <a:solidFill>
              <a:srgbClr val="929292"/>
            </a:solidFill>
          </a:ln>
        </p:spPr>
        <p:txBody>
          <a:bodyPr wrap="square" lIns="0" tIns="53340" rIns="0" bIns="0" rtlCol="0" vert="horz">
            <a:spAutoFit/>
          </a:bodyPr>
          <a:lstStyle/>
          <a:p>
            <a:pPr marL="225425" marR="180340" indent="-32384">
              <a:lnSpc>
                <a:spcPct val="101000"/>
              </a:lnSpc>
              <a:spcBef>
                <a:spcPts val="420"/>
              </a:spcBef>
            </a:pPr>
            <a:r>
              <a:rPr dirty="0" sz="2050" spc="-20">
                <a:latin typeface="Times New Roman"/>
                <a:cs typeface="Times New Roman"/>
              </a:rPr>
              <a:t>%^C&amp; @&amp;^(</a:t>
            </a:r>
            <a:endParaRPr sz="2050">
              <a:latin typeface="Times New Roman"/>
              <a:cs typeface="Times New Roman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7154529" y="3896452"/>
            <a:ext cx="407670" cy="330835"/>
            <a:chOff x="7154529" y="3896452"/>
            <a:chExt cx="407670" cy="330835"/>
          </a:xfrm>
        </p:grpSpPr>
        <p:sp>
          <p:nvSpPr>
            <p:cNvPr id="34" name="object 34"/>
            <p:cNvSpPr/>
            <p:nvPr/>
          </p:nvSpPr>
          <p:spPr>
            <a:xfrm>
              <a:off x="7161102" y="3903025"/>
              <a:ext cx="394335" cy="317500"/>
            </a:xfrm>
            <a:custGeom>
              <a:avLst/>
              <a:gdLst/>
              <a:ahLst/>
              <a:cxnLst/>
              <a:rect l="l" t="t" r="r" b="b"/>
              <a:pathLst>
                <a:path w="394334" h="317500">
                  <a:moveTo>
                    <a:pt x="295751" y="0"/>
                  </a:moveTo>
                  <a:lnTo>
                    <a:pt x="295751" y="79289"/>
                  </a:lnTo>
                  <a:lnTo>
                    <a:pt x="0" y="79289"/>
                  </a:lnTo>
                  <a:lnTo>
                    <a:pt x="0" y="237868"/>
                  </a:lnTo>
                  <a:lnTo>
                    <a:pt x="295751" y="237868"/>
                  </a:lnTo>
                  <a:lnTo>
                    <a:pt x="295751" y="317158"/>
                  </a:lnTo>
                  <a:lnTo>
                    <a:pt x="394334" y="158578"/>
                  </a:lnTo>
                  <a:lnTo>
                    <a:pt x="29575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7161102" y="3903024"/>
              <a:ext cx="394335" cy="317500"/>
            </a:xfrm>
            <a:custGeom>
              <a:avLst/>
              <a:gdLst/>
              <a:ahLst/>
              <a:cxnLst/>
              <a:rect l="l" t="t" r="r" b="b"/>
              <a:pathLst>
                <a:path w="394334" h="317500">
                  <a:moveTo>
                    <a:pt x="0" y="79289"/>
                  </a:moveTo>
                  <a:lnTo>
                    <a:pt x="295751" y="79289"/>
                  </a:lnTo>
                  <a:lnTo>
                    <a:pt x="295751" y="0"/>
                  </a:lnTo>
                  <a:lnTo>
                    <a:pt x="394334" y="158578"/>
                  </a:lnTo>
                  <a:lnTo>
                    <a:pt x="295751" y="317157"/>
                  </a:lnTo>
                  <a:lnTo>
                    <a:pt x="295751" y="237868"/>
                  </a:lnTo>
                  <a:lnTo>
                    <a:pt x="0" y="237868"/>
                  </a:lnTo>
                  <a:lnTo>
                    <a:pt x="0" y="79289"/>
                  </a:lnTo>
                  <a:close/>
                </a:path>
              </a:pathLst>
            </a:custGeom>
            <a:ln w="1314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6" name="object 36"/>
          <p:cNvGrpSpPr/>
          <p:nvPr/>
        </p:nvGrpSpPr>
        <p:grpSpPr>
          <a:xfrm>
            <a:off x="8574135" y="3896452"/>
            <a:ext cx="407670" cy="330835"/>
            <a:chOff x="8574135" y="3896452"/>
            <a:chExt cx="407670" cy="330835"/>
          </a:xfrm>
        </p:grpSpPr>
        <p:sp>
          <p:nvSpPr>
            <p:cNvPr id="37" name="object 37"/>
            <p:cNvSpPr/>
            <p:nvPr/>
          </p:nvSpPr>
          <p:spPr>
            <a:xfrm>
              <a:off x="8580708" y="3903025"/>
              <a:ext cx="394335" cy="317500"/>
            </a:xfrm>
            <a:custGeom>
              <a:avLst/>
              <a:gdLst/>
              <a:ahLst/>
              <a:cxnLst/>
              <a:rect l="l" t="t" r="r" b="b"/>
              <a:pathLst>
                <a:path w="394334" h="317500">
                  <a:moveTo>
                    <a:pt x="295751" y="0"/>
                  </a:moveTo>
                  <a:lnTo>
                    <a:pt x="295751" y="79289"/>
                  </a:lnTo>
                  <a:lnTo>
                    <a:pt x="0" y="79289"/>
                  </a:lnTo>
                  <a:lnTo>
                    <a:pt x="0" y="237868"/>
                  </a:lnTo>
                  <a:lnTo>
                    <a:pt x="295751" y="237868"/>
                  </a:lnTo>
                  <a:lnTo>
                    <a:pt x="295751" y="317158"/>
                  </a:lnTo>
                  <a:lnTo>
                    <a:pt x="394336" y="158578"/>
                  </a:lnTo>
                  <a:lnTo>
                    <a:pt x="29575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8580708" y="3903024"/>
              <a:ext cx="394335" cy="317500"/>
            </a:xfrm>
            <a:custGeom>
              <a:avLst/>
              <a:gdLst/>
              <a:ahLst/>
              <a:cxnLst/>
              <a:rect l="l" t="t" r="r" b="b"/>
              <a:pathLst>
                <a:path w="394334" h="317500">
                  <a:moveTo>
                    <a:pt x="0" y="79289"/>
                  </a:moveTo>
                  <a:lnTo>
                    <a:pt x="295751" y="79289"/>
                  </a:lnTo>
                  <a:lnTo>
                    <a:pt x="295751" y="0"/>
                  </a:lnTo>
                  <a:lnTo>
                    <a:pt x="394334" y="158578"/>
                  </a:lnTo>
                  <a:lnTo>
                    <a:pt x="295751" y="317157"/>
                  </a:lnTo>
                  <a:lnTo>
                    <a:pt x="295751" y="237868"/>
                  </a:lnTo>
                  <a:lnTo>
                    <a:pt x="0" y="237868"/>
                  </a:lnTo>
                  <a:lnTo>
                    <a:pt x="0" y="79289"/>
                  </a:lnTo>
                  <a:close/>
                </a:path>
              </a:pathLst>
            </a:custGeom>
            <a:ln w="1314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9" name="object 39"/>
          <p:cNvGrpSpPr/>
          <p:nvPr/>
        </p:nvGrpSpPr>
        <p:grpSpPr>
          <a:xfrm>
            <a:off x="7962917" y="4815059"/>
            <a:ext cx="210820" cy="941705"/>
            <a:chOff x="7962917" y="4815059"/>
            <a:chExt cx="210820" cy="941705"/>
          </a:xfrm>
        </p:grpSpPr>
        <p:sp>
          <p:nvSpPr>
            <p:cNvPr id="40" name="object 40"/>
            <p:cNvSpPr/>
            <p:nvPr/>
          </p:nvSpPr>
          <p:spPr>
            <a:xfrm>
              <a:off x="7969490" y="4821632"/>
              <a:ext cx="197485" cy="929005"/>
            </a:xfrm>
            <a:custGeom>
              <a:avLst/>
              <a:gdLst/>
              <a:ahLst/>
              <a:cxnLst/>
              <a:rect l="l" t="t" r="r" b="b"/>
              <a:pathLst>
                <a:path w="197484" h="929004">
                  <a:moveTo>
                    <a:pt x="98582" y="0"/>
                  </a:moveTo>
                  <a:lnTo>
                    <a:pt x="0" y="232115"/>
                  </a:lnTo>
                  <a:lnTo>
                    <a:pt x="49291" y="232115"/>
                  </a:lnTo>
                  <a:lnTo>
                    <a:pt x="49291" y="928465"/>
                  </a:lnTo>
                  <a:lnTo>
                    <a:pt x="147874" y="928465"/>
                  </a:lnTo>
                  <a:lnTo>
                    <a:pt x="147874" y="232115"/>
                  </a:lnTo>
                  <a:lnTo>
                    <a:pt x="197166" y="232115"/>
                  </a:lnTo>
                  <a:lnTo>
                    <a:pt x="98582" y="0"/>
                  </a:lnTo>
                  <a:close/>
                </a:path>
              </a:pathLst>
            </a:custGeom>
            <a:solidFill>
              <a:srgbClr val="FF26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7969489" y="4821631"/>
              <a:ext cx="197485" cy="929005"/>
            </a:xfrm>
            <a:custGeom>
              <a:avLst/>
              <a:gdLst/>
              <a:ahLst/>
              <a:cxnLst/>
              <a:rect l="l" t="t" r="r" b="b"/>
              <a:pathLst>
                <a:path w="197484" h="929004">
                  <a:moveTo>
                    <a:pt x="0" y="232116"/>
                  </a:moveTo>
                  <a:lnTo>
                    <a:pt x="98583" y="0"/>
                  </a:lnTo>
                  <a:lnTo>
                    <a:pt x="197167" y="232116"/>
                  </a:lnTo>
                  <a:lnTo>
                    <a:pt x="147876" y="232116"/>
                  </a:lnTo>
                  <a:lnTo>
                    <a:pt x="147876" y="928465"/>
                  </a:lnTo>
                  <a:lnTo>
                    <a:pt x="49291" y="928465"/>
                  </a:lnTo>
                  <a:lnTo>
                    <a:pt x="49291" y="232116"/>
                  </a:lnTo>
                  <a:lnTo>
                    <a:pt x="0" y="232116"/>
                  </a:lnTo>
                  <a:close/>
                </a:path>
              </a:pathLst>
            </a:custGeom>
            <a:ln w="13144">
              <a:solidFill>
                <a:srgbClr val="FF26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2" name="object 42"/>
          <p:cNvGrpSpPr/>
          <p:nvPr/>
        </p:nvGrpSpPr>
        <p:grpSpPr>
          <a:xfrm>
            <a:off x="8336704" y="4902967"/>
            <a:ext cx="725805" cy="1382395"/>
            <a:chOff x="8336704" y="4902967"/>
            <a:chExt cx="725805" cy="1382395"/>
          </a:xfrm>
        </p:grpSpPr>
        <p:sp>
          <p:nvSpPr>
            <p:cNvPr id="43" name="object 43"/>
            <p:cNvSpPr/>
            <p:nvPr/>
          </p:nvSpPr>
          <p:spPr>
            <a:xfrm>
              <a:off x="8336704" y="4902967"/>
              <a:ext cx="707390" cy="1374140"/>
            </a:xfrm>
            <a:custGeom>
              <a:avLst/>
              <a:gdLst/>
              <a:ahLst/>
              <a:cxnLst/>
              <a:rect l="l" t="t" r="r" b="b"/>
              <a:pathLst>
                <a:path w="707390" h="1374139">
                  <a:moveTo>
                    <a:pt x="385788" y="1373781"/>
                  </a:moveTo>
                  <a:lnTo>
                    <a:pt x="265435" y="1272416"/>
                  </a:lnTo>
                  <a:lnTo>
                    <a:pt x="308301" y="1243572"/>
                  </a:lnTo>
                  <a:lnTo>
                    <a:pt x="308301" y="1209784"/>
                  </a:lnTo>
                  <a:lnTo>
                    <a:pt x="265435" y="1179292"/>
                  </a:lnTo>
                  <a:lnTo>
                    <a:pt x="308301" y="1152921"/>
                  </a:lnTo>
                  <a:lnTo>
                    <a:pt x="301706" y="1142208"/>
                  </a:lnTo>
                  <a:lnTo>
                    <a:pt x="264611" y="1118309"/>
                  </a:lnTo>
                  <a:lnTo>
                    <a:pt x="258016" y="1042491"/>
                  </a:lnTo>
                  <a:lnTo>
                    <a:pt x="253070" y="1035074"/>
                  </a:lnTo>
                  <a:lnTo>
                    <a:pt x="309125" y="991397"/>
                  </a:lnTo>
                  <a:lnTo>
                    <a:pt x="309125" y="953488"/>
                  </a:lnTo>
                  <a:lnTo>
                    <a:pt x="264611" y="908986"/>
                  </a:lnTo>
                  <a:lnTo>
                    <a:pt x="308301" y="869429"/>
                  </a:lnTo>
                  <a:lnTo>
                    <a:pt x="308301" y="829872"/>
                  </a:lnTo>
                  <a:lnTo>
                    <a:pt x="265435" y="778778"/>
                  </a:lnTo>
                  <a:lnTo>
                    <a:pt x="257192" y="695543"/>
                  </a:lnTo>
                  <a:lnTo>
                    <a:pt x="205259" y="695543"/>
                  </a:lnTo>
                  <a:lnTo>
                    <a:pt x="205259" y="583465"/>
                  </a:lnTo>
                  <a:lnTo>
                    <a:pt x="173935" y="583465"/>
                  </a:lnTo>
                  <a:lnTo>
                    <a:pt x="173935" y="485397"/>
                  </a:lnTo>
                  <a:lnTo>
                    <a:pt x="139312" y="485397"/>
                  </a:lnTo>
                  <a:lnTo>
                    <a:pt x="123650" y="438423"/>
                  </a:lnTo>
                  <a:lnTo>
                    <a:pt x="53582" y="438423"/>
                  </a:lnTo>
                  <a:lnTo>
                    <a:pt x="53582" y="397218"/>
                  </a:lnTo>
                  <a:lnTo>
                    <a:pt x="0" y="397218"/>
                  </a:lnTo>
                  <a:lnTo>
                    <a:pt x="0" y="203553"/>
                  </a:lnTo>
                  <a:lnTo>
                    <a:pt x="52757" y="203553"/>
                  </a:lnTo>
                  <a:lnTo>
                    <a:pt x="52757" y="175533"/>
                  </a:lnTo>
                  <a:lnTo>
                    <a:pt x="112109" y="175533"/>
                  </a:lnTo>
                  <a:lnTo>
                    <a:pt x="126123" y="163172"/>
                  </a:lnTo>
                  <a:lnTo>
                    <a:pt x="140137" y="131856"/>
                  </a:lnTo>
                  <a:lnTo>
                    <a:pt x="173935" y="131856"/>
                  </a:lnTo>
                  <a:lnTo>
                    <a:pt x="253895" y="0"/>
                  </a:lnTo>
                  <a:lnTo>
                    <a:pt x="467397" y="0"/>
                  </a:lnTo>
                  <a:lnTo>
                    <a:pt x="435857" y="41183"/>
                  </a:lnTo>
                  <a:lnTo>
                    <a:pt x="426824" y="52742"/>
                  </a:lnTo>
                  <a:lnTo>
                    <a:pt x="302531" y="52742"/>
                  </a:lnTo>
                  <a:lnTo>
                    <a:pt x="255544" y="136801"/>
                  </a:lnTo>
                  <a:lnTo>
                    <a:pt x="584361" y="136801"/>
                  </a:lnTo>
                  <a:lnTo>
                    <a:pt x="596818" y="176358"/>
                  </a:lnTo>
                  <a:lnTo>
                    <a:pt x="660292" y="176358"/>
                  </a:lnTo>
                  <a:lnTo>
                    <a:pt x="661007" y="203553"/>
                  </a:lnTo>
                  <a:lnTo>
                    <a:pt x="661116" y="207674"/>
                  </a:lnTo>
                  <a:lnTo>
                    <a:pt x="685021" y="208498"/>
                  </a:lnTo>
                  <a:lnTo>
                    <a:pt x="707279" y="208498"/>
                  </a:lnTo>
                  <a:lnTo>
                    <a:pt x="707279" y="400514"/>
                  </a:lnTo>
                  <a:lnTo>
                    <a:pt x="660292" y="401338"/>
                  </a:lnTo>
                  <a:lnTo>
                    <a:pt x="659534" y="438423"/>
                  </a:lnTo>
                  <a:lnTo>
                    <a:pt x="659467" y="441719"/>
                  </a:lnTo>
                  <a:lnTo>
                    <a:pt x="599291" y="441719"/>
                  </a:lnTo>
                  <a:lnTo>
                    <a:pt x="581979" y="489517"/>
                  </a:lnTo>
                  <a:lnTo>
                    <a:pt x="549006" y="490341"/>
                  </a:lnTo>
                  <a:lnTo>
                    <a:pt x="546638" y="583465"/>
                  </a:lnTo>
                  <a:lnTo>
                    <a:pt x="546533" y="587586"/>
                  </a:lnTo>
                  <a:lnTo>
                    <a:pt x="524276" y="587586"/>
                  </a:lnTo>
                  <a:lnTo>
                    <a:pt x="516857" y="602419"/>
                  </a:lnTo>
                  <a:lnTo>
                    <a:pt x="516857" y="699664"/>
                  </a:lnTo>
                  <a:lnTo>
                    <a:pt x="477289" y="700488"/>
                  </a:lnTo>
                  <a:lnTo>
                    <a:pt x="479585" y="1243572"/>
                  </a:lnTo>
                  <a:lnTo>
                    <a:pt x="479707" y="1272416"/>
                  </a:lnTo>
                  <a:lnTo>
                    <a:pt x="479762" y="1285602"/>
                  </a:lnTo>
                  <a:lnTo>
                    <a:pt x="385788" y="1373781"/>
                  </a:lnTo>
                  <a:close/>
                </a:path>
                <a:path w="707390" h="1374139">
                  <a:moveTo>
                    <a:pt x="584361" y="136801"/>
                  </a:moveTo>
                  <a:lnTo>
                    <a:pt x="469870" y="136801"/>
                  </a:lnTo>
                  <a:lnTo>
                    <a:pt x="426180" y="53566"/>
                  </a:lnTo>
                  <a:lnTo>
                    <a:pt x="426824" y="52742"/>
                  </a:lnTo>
                  <a:lnTo>
                    <a:pt x="427005" y="52742"/>
                  </a:lnTo>
                  <a:lnTo>
                    <a:pt x="435857" y="41183"/>
                  </a:lnTo>
                  <a:lnTo>
                    <a:pt x="467397" y="824"/>
                  </a:lnTo>
                  <a:lnTo>
                    <a:pt x="542411" y="131032"/>
                  </a:lnTo>
                  <a:lnTo>
                    <a:pt x="582804" y="131856"/>
                  </a:lnTo>
                  <a:lnTo>
                    <a:pt x="584361" y="136801"/>
                  </a:lnTo>
                  <a:close/>
                </a:path>
              </a:pathLst>
            </a:custGeom>
            <a:solidFill>
              <a:srgbClr val="FF9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/>
            <p:cNvSpPr/>
            <p:nvPr/>
          </p:nvSpPr>
          <p:spPr>
            <a:xfrm>
              <a:off x="8354015" y="4910384"/>
              <a:ext cx="708660" cy="1374775"/>
            </a:xfrm>
            <a:custGeom>
              <a:avLst/>
              <a:gdLst/>
              <a:ahLst/>
              <a:cxnLst/>
              <a:rect l="l" t="t" r="r" b="b"/>
              <a:pathLst>
                <a:path w="708659" h="1374775">
                  <a:moveTo>
                    <a:pt x="385788" y="1374605"/>
                  </a:moveTo>
                  <a:lnTo>
                    <a:pt x="265435" y="1272416"/>
                  </a:lnTo>
                  <a:lnTo>
                    <a:pt x="308300" y="1243573"/>
                  </a:lnTo>
                  <a:lnTo>
                    <a:pt x="308300" y="1209784"/>
                  </a:lnTo>
                  <a:lnTo>
                    <a:pt x="265435" y="1179292"/>
                  </a:lnTo>
                  <a:lnTo>
                    <a:pt x="308300" y="1152921"/>
                  </a:lnTo>
                  <a:lnTo>
                    <a:pt x="301706" y="1142208"/>
                  </a:lnTo>
                  <a:lnTo>
                    <a:pt x="264610" y="1118309"/>
                  </a:lnTo>
                  <a:lnTo>
                    <a:pt x="258016" y="1042491"/>
                  </a:lnTo>
                  <a:lnTo>
                    <a:pt x="253070" y="1035898"/>
                  </a:lnTo>
                  <a:lnTo>
                    <a:pt x="309125" y="991397"/>
                  </a:lnTo>
                  <a:lnTo>
                    <a:pt x="309125" y="953488"/>
                  </a:lnTo>
                  <a:lnTo>
                    <a:pt x="264610" y="908986"/>
                  </a:lnTo>
                  <a:lnTo>
                    <a:pt x="308300" y="869429"/>
                  </a:lnTo>
                  <a:lnTo>
                    <a:pt x="308300" y="829872"/>
                  </a:lnTo>
                  <a:lnTo>
                    <a:pt x="265435" y="778778"/>
                  </a:lnTo>
                  <a:lnTo>
                    <a:pt x="257192" y="695543"/>
                  </a:lnTo>
                  <a:lnTo>
                    <a:pt x="205258" y="695543"/>
                  </a:lnTo>
                  <a:lnTo>
                    <a:pt x="205258" y="583465"/>
                  </a:lnTo>
                  <a:lnTo>
                    <a:pt x="174759" y="583465"/>
                  </a:lnTo>
                  <a:lnTo>
                    <a:pt x="174759" y="485397"/>
                  </a:lnTo>
                  <a:lnTo>
                    <a:pt x="139312" y="485397"/>
                  </a:lnTo>
                  <a:lnTo>
                    <a:pt x="123649" y="438423"/>
                  </a:lnTo>
                  <a:lnTo>
                    <a:pt x="53582" y="438423"/>
                  </a:lnTo>
                  <a:lnTo>
                    <a:pt x="53582" y="397218"/>
                  </a:lnTo>
                  <a:lnTo>
                    <a:pt x="0" y="397218"/>
                  </a:lnTo>
                  <a:lnTo>
                    <a:pt x="0" y="203553"/>
                  </a:lnTo>
                  <a:lnTo>
                    <a:pt x="52757" y="203553"/>
                  </a:lnTo>
                  <a:lnTo>
                    <a:pt x="52757" y="175534"/>
                  </a:lnTo>
                  <a:lnTo>
                    <a:pt x="112109" y="175534"/>
                  </a:lnTo>
                  <a:lnTo>
                    <a:pt x="126123" y="163172"/>
                  </a:lnTo>
                  <a:lnTo>
                    <a:pt x="140136" y="131856"/>
                  </a:lnTo>
                  <a:lnTo>
                    <a:pt x="174759" y="131856"/>
                  </a:lnTo>
                  <a:lnTo>
                    <a:pt x="253894" y="0"/>
                  </a:lnTo>
                  <a:lnTo>
                    <a:pt x="467397" y="0"/>
                  </a:lnTo>
                  <a:lnTo>
                    <a:pt x="435827" y="41222"/>
                  </a:lnTo>
                  <a:lnTo>
                    <a:pt x="426824" y="52742"/>
                  </a:lnTo>
                  <a:lnTo>
                    <a:pt x="302530" y="52742"/>
                  </a:lnTo>
                  <a:lnTo>
                    <a:pt x="255543" y="136801"/>
                  </a:lnTo>
                  <a:lnTo>
                    <a:pt x="584360" y="136801"/>
                  </a:lnTo>
                  <a:lnTo>
                    <a:pt x="596817" y="176358"/>
                  </a:lnTo>
                  <a:lnTo>
                    <a:pt x="660291" y="176358"/>
                  </a:lnTo>
                  <a:lnTo>
                    <a:pt x="661007" y="203553"/>
                  </a:lnTo>
                  <a:lnTo>
                    <a:pt x="661116" y="207674"/>
                  </a:lnTo>
                  <a:lnTo>
                    <a:pt x="685021" y="208498"/>
                  </a:lnTo>
                  <a:lnTo>
                    <a:pt x="708103" y="208498"/>
                  </a:lnTo>
                  <a:lnTo>
                    <a:pt x="708103" y="400514"/>
                  </a:lnTo>
                  <a:lnTo>
                    <a:pt x="660291" y="401338"/>
                  </a:lnTo>
                  <a:lnTo>
                    <a:pt x="659534" y="438423"/>
                  </a:lnTo>
                  <a:lnTo>
                    <a:pt x="659467" y="441719"/>
                  </a:lnTo>
                  <a:lnTo>
                    <a:pt x="599291" y="441719"/>
                  </a:lnTo>
                  <a:lnTo>
                    <a:pt x="581979" y="489517"/>
                  </a:lnTo>
                  <a:lnTo>
                    <a:pt x="549006" y="490341"/>
                  </a:lnTo>
                  <a:lnTo>
                    <a:pt x="546638" y="583465"/>
                  </a:lnTo>
                  <a:lnTo>
                    <a:pt x="546533" y="587586"/>
                  </a:lnTo>
                  <a:lnTo>
                    <a:pt x="524276" y="587586"/>
                  </a:lnTo>
                  <a:lnTo>
                    <a:pt x="518506" y="595827"/>
                  </a:lnTo>
                  <a:lnTo>
                    <a:pt x="518506" y="700488"/>
                  </a:lnTo>
                  <a:lnTo>
                    <a:pt x="477289" y="700488"/>
                  </a:lnTo>
                  <a:lnTo>
                    <a:pt x="479584" y="1243573"/>
                  </a:lnTo>
                  <a:lnTo>
                    <a:pt x="479706" y="1272416"/>
                  </a:lnTo>
                  <a:lnTo>
                    <a:pt x="479762" y="1285602"/>
                  </a:lnTo>
                  <a:lnTo>
                    <a:pt x="385788" y="1374605"/>
                  </a:lnTo>
                  <a:close/>
                </a:path>
                <a:path w="708659" h="1374775">
                  <a:moveTo>
                    <a:pt x="584360" y="136801"/>
                  </a:moveTo>
                  <a:lnTo>
                    <a:pt x="469870" y="136801"/>
                  </a:lnTo>
                  <a:lnTo>
                    <a:pt x="426180" y="53567"/>
                  </a:lnTo>
                  <a:lnTo>
                    <a:pt x="426824" y="52742"/>
                  </a:lnTo>
                  <a:lnTo>
                    <a:pt x="427004" y="52742"/>
                  </a:lnTo>
                  <a:lnTo>
                    <a:pt x="435827" y="41222"/>
                  </a:lnTo>
                  <a:lnTo>
                    <a:pt x="467397" y="824"/>
                  </a:lnTo>
                  <a:lnTo>
                    <a:pt x="543235" y="131032"/>
                  </a:lnTo>
                  <a:lnTo>
                    <a:pt x="582803" y="131856"/>
                  </a:lnTo>
                  <a:lnTo>
                    <a:pt x="584360" y="136801"/>
                  </a:lnTo>
                  <a:close/>
                </a:path>
              </a:pathLst>
            </a:custGeom>
            <a:solidFill>
              <a:srgbClr val="BF7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/>
            <p:cNvSpPr/>
            <p:nvPr/>
          </p:nvSpPr>
          <p:spPr>
            <a:xfrm>
              <a:off x="8452936" y="5131244"/>
              <a:ext cx="500380" cy="157480"/>
            </a:xfrm>
            <a:custGeom>
              <a:avLst/>
              <a:gdLst/>
              <a:ahLst/>
              <a:cxnLst/>
              <a:rect l="l" t="t" r="r" b="b"/>
              <a:pathLst>
                <a:path w="500379" h="157479">
                  <a:moveTo>
                    <a:pt x="40392" y="157403"/>
                  </a:moveTo>
                  <a:lnTo>
                    <a:pt x="0" y="81586"/>
                  </a:lnTo>
                  <a:lnTo>
                    <a:pt x="43689" y="0"/>
                  </a:lnTo>
                  <a:lnTo>
                    <a:pt x="500370" y="0"/>
                  </a:lnTo>
                  <a:lnTo>
                    <a:pt x="496248" y="5768"/>
                  </a:lnTo>
                  <a:lnTo>
                    <a:pt x="48635" y="5768"/>
                  </a:lnTo>
                  <a:lnTo>
                    <a:pt x="8242" y="81586"/>
                  </a:lnTo>
                  <a:lnTo>
                    <a:pt x="47810" y="152459"/>
                  </a:lnTo>
                  <a:lnTo>
                    <a:pt x="40392" y="157403"/>
                  </a:lnTo>
                  <a:close/>
                </a:path>
              </a:pathLst>
            </a:custGeom>
            <a:solidFill>
              <a:srgbClr val="BF7F3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/>
            <p:cNvSpPr/>
            <p:nvPr/>
          </p:nvSpPr>
          <p:spPr>
            <a:xfrm>
              <a:off x="8410067" y="5076037"/>
              <a:ext cx="601345" cy="1176020"/>
            </a:xfrm>
            <a:custGeom>
              <a:avLst/>
              <a:gdLst/>
              <a:ahLst/>
              <a:cxnLst/>
              <a:rect l="l" t="t" r="r" b="b"/>
              <a:pathLst>
                <a:path w="601345" h="1176020">
                  <a:moveTo>
                    <a:pt x="290156" y="423583"/>
                  </a:moveTo>
                  <a:lnTo>
                    <a:pt x="274497" y="446659"/>
                  </a:lnTo>
                  <a:lnTo>
                    <a:pt x="276148" y="1162812"/>
                  </a:lnTo>
                  <a:lnTo>
                    <a:pt x="289344" y="1174343"/>
                  </a:lnTo>
                  <a:lnTo>
                    <a:pt x="290156" y="423583"/>
                  </a:lnTo>
                  <a:close/>
                </a:path>
                <a:path w="601345" h="1176020">
                  <a:moveTo>
                    <a:pt x="375069" y="1163637"/>
                  </a:moveTo>
                  <a:lnTo>
                    <a:pt x="372592" y="443369"/>
                  </a:lnTo>
                  <a:lnTo>
                    <a:pt x="361061" y="502704"/>
                  </a:lnTo>
                  <a:lnTo>
                    <a:pt x="362699" y="1175994"/>
                  </a:lnTo>
                  <a:lnTo>
                    <a:pt x="375069" y="1163637"/>
                  </a:lnTo>
                  <a:close/>
                </a:path>
                <a:path w="601345" h="1176020">
                  <a:moveTo>
                    <a:pt x="528396" y="0"/>
                  </a:moveTo>
                  <a:lnTo>
                    <a:pt x="59347" y="0"/>
                  </a:lnTo>
                  <a:lnTo>
                    <a:pt x="59347" y="8242"/>
                  </a:lnTo>
                  <a:lnTo>
                    <a:pt x="528396" y="8242"/>
                  </a:lnTo>
                  <a:lnTo>
                    <a:pt x="528396" y="0"/>
                  </a:lnTo>
                  <a:close/>
                </a:path>
                <a:path w="601345" h="1176020">
                  <a:moveTo>
                    <a:pt x="582803" y="129387"/>
                  </a:moveTo>
                  <a:lnTo>
                    <a:pt x="542404" y="54394"/>
                  </a:lnTo>
                  <a:lnTo>
                    <a:pt x="534987" y="59334"/>
                  </a:lnTo>
                  <a:lnTo>
                    <a:pt x="574560" y="129387"/>
                  </a:lnTo>
                  <a:lnTo>
                    <a:pt x="534162" y="206019"/>
                  </a:lnTo>
                  <a:lnTo>
                    <a:pt x="86550" y="206019"/>
                  </a:lnTo>
                  <a:lnTo>
                    <a:pt x="82435" y="211797"/>
                  </a:lnTo>
                  <a:lnTo>
                    <a:pt x="539115" y="211797"/>
                  </a:lnTo>
                  <a:lnTo>
                    <a:pt x="582803" y="129387"/>
                  </a:lnTo>
                  <a:close/>
                </a:path>
                <a:path w="601345" h="1176020">
                  <a:moveTo>
                    <a:pt x="600938" y="31318"/>
                  </a:moveTo>
                  <a:lnTo>
                    <a:pt x="0" y="31318"/>
                  </a:lnTo>
                  <a:lnTo>
                    <a:pt x="0" y="38735"/>
                  </a:lnTo>
                  <a:lnTo>
                    <a:pt x="600938" y="38735"/>
                  </a:lnTo>
                  <a:lnTo>
                    <a:pt x="600938" y="31318"/>
                  </a:lnTo>
                  <a:close/>
                </a:path>
              </a:pathLst>
            </a:custGeom>
            <a:solidFill>
              <a:srgbClr val="FF9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/>
            <p:cNvSpPr/>
            <p:nvPr/>
          </p:nvSpPr>
          <p:spPr>
            <a:xfrm>
              <a:off x="8409241" y="5309260"/>
              <a:ext cx="604520" cy="974090"/>
            </a:xfrm>
            <a:custGeom>
              <a:avLst/>
              <a:gdLst/>
              <a:ahLst/>
              <a:cxnLst/>
              <a:rect l="l" t="t" r="r" b="b"/>
              <a:pathLst>
                <a:path w="604520" h="974089">
                  <a:moveTo>
                    <a:pt x="373418" y="211785"/>
                  </a:moveTo>
                  <a:lnTo>
                    <a:pt x="327253" y="291731"/>
                  </a:lnTo>
                  <a:lnTo>
                    <a:pt x="330555" y="974090"/>
                  </a:lnTo>
                  <a:lnTo>
                    <a:pt x="344576" y="960081"/>
                  </a:lnTo>
                  <a:lnTo>
                    <a:pt x="344576" y="304088"/>
                  </a:lnTo>
                  <a:lnTo>
                    <a:pt x="362699" y="261239"/>
                  </a:lnTo>
                  <a:lnTo>
                    <a:pt x="373418" y="211785"/>
                  </a:lnTo>
                  <a:close/>
                </a:path>
                <a:path w="604520" h="974089">
                  <a:moveTo>
                    <a:pt x="472338" y="183769"/>
                  </a:moveTo>
                  <a:lnTo>
                    <a:pt x="150025" y="183769"/>
                  </a:lnTo>
                  <a:lnTo>
                    <a:pt x="150025" y="196951"/>
                  </a:lnTo>
                  <a:lnTo>
                    <a:pt x="183007" y="196951"/>
                  </a:lnTo>
                  <a:lnTo>
                    <a:pt x="183007" y="272770"/>
                  </a:lnTo>
                  <a:lnTo>
                    <a:pt x="204431" y="298323"/>
                  </a:lnTo>
                  <a:lnTo>
                    <a:pt x="211023" y="218389"/>
                  </a:lnTo>
                  <a:lnTo>
                    <a:pt x="275323" y="218389"/>
                  </a:lnTo>
                  <a:lnTo>
                    <a:pt x="290169" y="196951"/>
                  </a:lnTo>
                  <a:lnTo>
                    <a:pt x="464096" y="196951"/>
                  </a:lnTo>
                  <a:lnTo>
                    <a:pt x="472338" y="183769"/>
                  </a:lnTo>
                  <a:close/>
                </a:path>
                <a:path w="604520" h="974089">
                  <a:moveTo>
                    <a:pt x="492950" y="90652"/>
                  </a:moveTo>
                  <a:lnTo>
                    <a:pt x="123647" y="90652"/>
                  </a:lnTo>
                  <a:lnTo>
                    <a:pt x="123647" y="107124"/>
                  </a:lnTo>
                  <a:lnTo>
                    <a:pt x="492950" y="107124"/>
                  </a:lnTo>
                  <a:lnTo>
                    <a:pt x="492950" y="90652"/>
                  </a:lnTo>
                  <a:close/>
                </a:path>
                <a:path w="604520" h="974089">
                  <a:moveTo>
                    <a:pt x="545706" y="37909"/>
                  </a:moveTo>
                  <a:lnTo>
                    <a:pt x="69240" y="38735"/>
                  </a:lnTo>
                  <a:lnTo>
                    <a:pt x="73367" y="53568"/>
                  </a:lnTo>
                  <a:lnTo>
                    <a:pt x="540766" y="52743"/>
                  </a:lnTo>
                  <a:lnTo>
                    <a:pt x="545706" y="37909"/>
                  </a:lnTo>
                  <a:close/>
                </a:path>
                <a:path w="604520" h="974089">
                  <a:moveTo>
                    <a:pt x="604240" y="0"/>
                  </a:moveTo>
                  <a:lnTo>
                    <a:pt x="0" y="0"/>
                  </a:lnTo>
                  <a:lnTo>
                    <a:pt x="0" y="18122"/>
                  </a:lnTo>
                  <a:lnTo>
                    <a:pt x="604240" y="18122"/>
                  </a:lnTo>
                  <a:lnTo>
                    <a:pt x="604240" y="0"/>
                  </a:lnTo>
                  <a:close/>
                </a:path>
              </a:pathLst>
            </a:custGeom>
            <a:solidFill>
              <a:srgbClr val="BF7F3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8" name="object 48"/>
          <p:cNvSpPr txBox="1"/>
          <p:nvPr/>
        </p:nvSpPr>
        <p:spPr>
          <a:xfrm>
            <a:off x="2432155" y="5873956"/>
            <a:ext cx="1671955" cy="46735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900" b="1">
                <a:solidFill>
                  <a:srgbClr val="36D02E"/>
                </a:solidFill>
                <a:latin typeface="Times New Roman"/>
                <a:cs typeface="Times New Roman"/>
              </a:rPr>
              <a:t>Public</a:t>
            </a:r>
            <a:r>
              <a:rPr dirty="0" sz="2900" spc="-85" b="1">
                <a:solidFill>
                  <a:srgbClr val="36D02E"/>
                </a:solidFill>
                <a:latin typeface="Times New Roman"/>
                <a:cs typeface="Times New Roman"/>
              </a:rPr>
              <a:t> </a:t>
            </a:r>
            <a:r>
              <a:rPr dirty="0" sz="2900" spc="-25" b="1">
                <a:solidFill>
                  <a:srgbClr val="36D02E"/>
                </a:solidFill>
                <a:latin typeface="Times New Roman"/>
                <a:cs typeface="Times New Roman"/>
              </a:rPr>
              <a:t>key</a:t>
            </a:r>
            <a:endParaRPr sz="2900">
              <a:latin typeface="Times New Roman"/>
              <a:cs typeface="Times New Roman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5892657" y="5791791"/>
            <a:ext cx="4186554" cy="46735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646430">
              <a:lnSpc>
                <a:spcPct val="100000"/>
              </a:lnSpc>
              <a:spcBef>
                <a:spcPts val="95"/>
              </a:spcBef>
            </a:pPr>
            <a:r>
              <a:rPr dirty="0" sz="2900" b="1">
                <a:solidFill>
                  <a:srgbClr val="FF3300"/>
                </a:solidFill>
                <a:latin typeface="Times New Roman"/>
                <a:cs typeface="Times New Roman"/>
              </a:rPr>
              <a:t>Private</a:t>
            </a:r>
            <a:r>
              <a:rPr dirty="0" sz="2900" spc="-105" b="1">
                <a:solidFill>
                  <a:srgbClr val="FF3300"/>
                </a:solidFill>
                <a:latin typeface="Times New Roman"/>
                <a:cs typeface="Times New Roman"/>
              </a:rPr>
              <a:t> </a:t>
            </a:r>
            <a:r>
              <a:rPr dirty="0" sz="2900" spc="-25" b="1">
                <a:solidFill>
                  <a:srgbClr val="FF3300"/>
                </a:solidFill>
                <a:latin typeface="Times New Roman"/>
                <a:cs typeface="Times New Roman"/>
              </a:rPr>
              <a:t>key</a:t>
            </a:r>
            <a:endParaRPr sz="2900">
              <a:latin typeface="Times New Roman"/>
              <a:cs typeface="Times New Roman"/>
            </a:endParaRPr>
          </a:p>
        </p:txBody>
      </p:sp>
      <p:grpSp>
        <p:nvGrpSpPr>
          <p:cNvPr id="50" name="object 50"/>
          <p:cNvGrpSpPr/>
          <p:nvPr/>
        </p:nvGrpSpPr>
        <p:grpSpPr>
          <a:xfrm>
            <a:off x="5957165" y="1401692"/>
            <a:ext cx="1132205" cy="1488440"/>
            <a:chOff x="5957165" y="1401692"/>
            <a:chExt cx="1132205" cy="1488440"/>
          </a:xfrm>
        </p:grpSpPr>
        <p:sp>
          <p:nvSpPr>
            <p:cNvPr id="51" name="object 51"/>
            <p:cNvSpPr/>
            <p:nvPr/>
          </p:nvSpPr>
          <p:spPr>
            <a:xfrm>
              <a:off x="5960226" y="1404753"/>
              <a:ext cx="1124585" cy="1480820"/>
            </a:xfrm>
            <a:custGeom>
              <a:avLst/>
              <a:gdLst/>
              <a:ahLst/>
              <a:cxnLst/>
              <a:rect l="l" t="t" r="r" b="b"/>
              <a:pathLst>
                <a:path w="1124584" h="1480820">
                  <a:moveTo>
                    <a:pt x="837929" y="1480554"/>
                  </a:moveTo>
                  <a:lnTo>
                    <a:pt x="775945" y="1459895"/>
                  </a:lnTo>
                  <a:lnTo>
                    <a:pt x="741509" y="1439236"/>
                  </a:lnTo>
                  <a:lnTo>
                    <a:pt x="705544" y="1411691"/>
                  </a:lnTo>
                  <a:lnTo>
                    <a:pt x="657333" y="1372669"/>
                  </a:lnTo>
                  <a:lnTo>
                    <a:pt x="616011" y="1341298"/>
                  </a:lnTo>
                  <a:lnTo>
                    <a:pt x="576984" y="1318343"/>
                  </a:lnTo>
                  <a:lnTo>
                    <a:pt x="534131" y="1299980"/>
                  </a:lnTo>
                  <a:lnTo>
                    <a:pt x="485922" y="1283912"/>
                  </a:lnTo>
                  <a:lnTo>
                    <a:pt x="449191" y="1270904"/>
                  </a:lnTo>
                  <a:lnTo>
                    <a:pt x="423938" y="1253306"/>
                  </a:lnTo>
                  <a:lnTo>
                    <a:pt x="404042" y="1232647"/>
                  </a:lnTo>
                  <a:lnTo>
                    <a:pt x="391033" y="1206632"/>
                  </a:lnTo>
                  <a:lnTo>
                    <a:pt x="367311" y="1170671"/>
                  </a:lnTo>
                  <a:lnTo>
                    <a:pt x="339762" y="1127822"/>
                  </a:lnTo>
                  <a:lnTo>
                    <a:pt x="309918" y="1093391"/>
                  </a:lnTo>
                  <a:lnTo>
                    <a:pt x="269361" y="1042892"/>
                  </a:lnTo>
                  <a:lnTo>
                    <a:pt x="226508" y="987036"/>
                  </a:lnTo>
                  <a:lnTo>
                    <a:pt x="182890" y="925059"/>
                  </a:lnTo>
                  <a:lnTo>
                    <a:pt x="148454" y="883742"/>
                  </a:lnTo>
                  <a:lnTo>
                    <a:pt x="120906" y="850075"/>
                  </a:lnTo>
                  <a:lnTo>
                    <a:pt x="95653" y="811053"/>
                  </a:lnTo>
                  <a:lnTo>
                    <a:pt x="66575" y="774326"/>
                  </a:lnTo>
                  <a:lnTo>
                    <a:pt x="43618" y="742190"/>
                  </a:lnTo>
                  <a:lnTo>
                    <a:pt x="32139" y="703932"/>
                  </a:lnTo>
                  <a:lnTo>
                    <a:pt x="25252" y="637365"/>
                  </a:lnTo>
                  <a:lnTo>
                    <a:pt x="9182" y="566972"/>
                  </a:lnTo>
                  <a:lnTo>
                    <a:pt x="0" y="486631"/>
                  </a:lnTo>
                  <a:lnTo>
                    <a:pt x="2295" y="438427"/>
                  </a:lnTo>
                  <a:lnTo>
                    <a:pt x="13773" y="392519"/>
                  </a:lnTo>
                  <a:lnTo>
                    <a:pt x="29843" y="341254"/>
                  </a:lnTo>
                  <a:lnTo>
                    <a:pt x="48209" y="297641"/>
                  </a:lnTo>
                  <a:lnTo>
                    <a:pt x="73462" y="247141"/>
                  </a:lnTo>
                  <a:lnTo>
                    <a:pt x="109428" y="187460"/>
                  </a:lnTo>
                  <a:lnTo>
                    <a:pt x="146159" y="141551"/>
                  </a:lnTo>
                  <a:lnTo>
                    <a:pt x="196664" y="96408"/>
                  </a:lnTo>
                  <a:lnTo>
                    <a:pt x="250995" y="59681"/>
                  </a:lnTo>
                  <a:lnTo>
                    <a:pt x="300736" y="34431"/>
                  </a:lnTo>
                  <a:lnTo>
                    <a:pt x="362719" y="16067"/>
                  </a:lnTo>
                  <a:lnTo>
                    <a:pt x="428529" y="4590"/>
                  </a:lnTo>
                  <a:lnTo>
                    <a:pt x="495105" y="0"/>
                  </a:lnTo>
                  <a:lnTo>
                    <a:pt x="561680" y="4590"/>
                  </a:lnTo>
                  <a:lnTo>
                    <a:pt x="629785" y="13772"/>
                  </a:lnTo>
                  <a:lnTo>
                    <a:pt x="682586" y="27545"/>
                  </a:lnTo>
                  <a:lnTo>
                    <a:pt x="725439" y="45908"/>
                  </a:lnTo>
                  <a:lnTo>
                    <a:pt x="762170" y="71158"/>
                  </a:lnTo>
                  <a:lnTo>
                    <a:pt x="798901" y="87226"/>
                  </a:lnTo>
                  <a:lnTo>
                    <a:pt x="849407" y="102529"/>
                  </a:lnTo>
                  <a:lnTo>
                    <a:pt x="872364" y="156854"/>
                  </a:lnTo>
                  <a:lnTo>
                    <a:pt x="894555" y="234899"/>
                  </a:lnTo>
                  <a:lnTo>
                    <a:pt x="912921" y="322126"/>
                  </a:lnTo>
                  <a:lnTo>
                    <a:pt x="926695" y="421594"/>
                  </a:lnTo>
                  <a:lnTo>
                    <a:pt x="917513" y="513412"/>
                  </a:lnTo>
                  <a:lnTo>
                    <a:pt x="926695" y="632009"/>
                  </a:lnTo>
                  <a:lnTo>
                    <a:pt x="940470" y="737599"/>
                  </a:lnTo>
                  <a:lnTo>
                    <a:pt x="954244" y="838598"/>
                  </a:lnTo>
                  <a:lnTo>
                    <a:pt x="972609" y="943423"/>
                  </a:lnTo>
                  <a:lnTo>
                    <a:pt x="1004749" y="1021467"/>
                  </a:lnTo>
                  <a:lnTo>
                    <a:pt x="1046072" y="1071967"/>
                  </a:lnTo>
                  <a:lnTo>
                    <a:pt x="1082038" y="1125527"/>
                  </a:lnTo>
                  <a:lnTo>
                    <a:pt x="1114177" y="1185209"/>
                  </a:lnTo>
                  <a:lnTo>
                    <a:pt x="1124125" y="1248716"/>
                  </a:lnTo>
                  <a:lnTo>
                    <a:pt x="1100403" y="1254836"/>
                  </a:lnTo>
                  <a:lnTo>
                    <a:pt x="1082803" y="1264018"/>
                  </a:lnTo>
                  <a:lnTo>
                    <a:pt x="1065202" y="1277026"/>
                  </a:lnTo>
                  <a:lnTo>
                    <a:pt x="1036123" y="1311457"/>
                  </a:lnTo>
                  <a:lnTo>
                    <a:pt x="1008575" y="1350480"/>
                  </a:lnTo>
                  <a:lnTo>
                    <a:pt x="976436" y="1397919"/>
                  </a:lnTo>
                  <a:lnTo>
                    <a:pt x="946591" y="1432350"/>
                  </a:lnTo>
                  <a:lnTo>
                    <a:pt x="925930" y="1450714"/>
                  </a:lnTo>
                  <a:lnTo>
                    <a:pt x="898381" y="1469077"/>
                  </a:lnTo>
                  <a:lnTo>
                    <a:pt x="873895" y="1478259"/>
                  </a:lnTo>
                  <a:lnTo>
                    <a:pt x="837929" y="1480554"/>
                  </a:lnTo>
                  <a:close/>
                </a:path>
              </a:pathLst>
            </a:custGeom>
            <a:solidFill>
              <a:srgbClr val="FFC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/>
            <p:cNvSpPr/>
            <p:nvPr/>
          </p:nvSpPr>
          <p:spPr>
            <a:xfrm>
              <a:off x="5960226" y="1404753"/>
              <a:ext cx="1125855" cy="1482090"/>
            </a:xfrm>
            <a:custGeom>
              <a:avLst/>
              <a:gdLst/>
              <a:ahLst/>
              <a:cxnLst/>
              <a:rect l="l" t="t" r="r" b="b"/>
              <a:pathLst>
                <a:path w="1125854" h="1482089">
                  <a:moveTo>
                    <a:pt x="850172" y="100999"/>
                  </a:moveTo>
                  <a:lnTo>
                    <a:pt x="799667" y="87226"/>
                  </a:lnTo>
                  <a:lnTo>
                    <a:pt x="762935" y="71158"/>
                  </a:lnTo>
                  <a:lnTo>
                    <a:pt x="726204" y="45908"/>
                  </a:lnTo>
                  <a:lnTo>
                    <a:pt x="683351" y="27545"/>
                  </a:lnTo>
                  <a:lnTo>
                    <a:pt x="630550" y="13772"/>
                  </a:lnTo>
                  <a:lnTo>
                    <a:pt x="562445" y="4590"/>
                  </a:lnTo>
                  <a:lnTo>
                    <a:pt x="495870" y="0"/>
                  </a:lnTo>
                  <a:lnTo>
                    <a:pt x="429295" y="4590"/>
                  </a:lnTo>
                  <a:lnTo>
                    <a:pt x="363485" y="16067"/>
                  </a:lnTo>
                  <a:lnTo>
                    <a:pt x="301501" y="34431"/>
                  </a:lnTo>
                  <a:lnTo>
                    <a:pt x="250995" y="59681"/>
                  </a:lnTo>
                  <a:lnTo>
                    <a:pt x="196664" y="96408"/>
                  </a:lnTo>
                  <a:lnTo>
                    <a:pt x="146159" y="141551"/>
                  </a:lnTo>
                  <a:lnTo>
                    <a:pt x="109428" y="187460"/>
                  </a:lnTo>
                  <a:lnTo>
                    <a:pt x="73462" y="247141"/>
                  </a:lnTo>
                  <a:lnTo>
                    <a:pt x="48209" y="297641"/>
                  </a:lnTo>
                  <a:lnTo>
                    <a:pt x="29843" y="341254"/>
                  </a:lnTo>
                  <a:lnTo>
                    <a:pt x="13773" y="393284"/>
                  </a:lnTo>
                  <a:lnTo>
                    <a:pt x="2295" y="439192"/>
                  </a:lnTo>
                  <a:lnTo>
                    <a:pt x="0" y="487396"/>
                  </a:lnTo>
                  <a:lnTo>
                    <a:pt x="9182" y="567737"/>
                  </a:lnTo>
                  <a:lnTo>
                    <a:pt x="25252" y="638130"/>
                  </a:lnTo>
                  <a:lnTo>
                    <a:pt x="32139" y="704698"/>
                  </a:lnTo>
                  <a:lnTo>
                    <a:pt x="43618" y="742955"/>
                  </a:lnTo>
                  <a:lnTo>
                    <a:pt x="66575" y="775091"/>
                  </a:lnTo>
                  <a:lnTo>
                    <a:pt x="95653" y="811818"/>
                  </a:lnTo>
                  <a:lnTo>
                    <a:pt x="120906" y="850840"/>
                  </a:lnTo>
                  <a:lnTo>
                    <a:pt x="148454" y="884507"/>
                  </a:lnTo>
                  <a:lnTo>
                    <a:pt x="182890" y="925824"/>
                  </a:lnTo>
                  <a:lnTo>
                    <a:pt x="226508" y="987801"/>
                  </a:lnTo>
                  <a:lnTo>
                    <a:pt x="269361" y="1043657"/>
                  </a:lnTo>
                  <a:lnTo>
                    <a:pt x="310684" y="1094156"/>
                  </a:lnTo>
                  <a:lnTo>
                    <a:pt x="340528" y="1129353"/>
                  </a:lnTo>
                  <a:lnTo>
                    <a:pt x="368076" y="1172201"/>
                  </a:lnTo>
                  <a:lnTo>
                    <a:pt x="391798" y="1208163"/>
                  </a:lnTo>
                  <a:lnTo>
                    <a:pt x="404807" y="1234178"/>
                  </a:lnTo>
                  <a:lnTo>
                    <a:pt x="424703" y="1254836"/>
                  </a:lnTo>
                  <a:lnTo>
                    <a:pt x="449956" y="1272435"/>
                  </a:lnTo>
                  <a:lnTo>
                    <a:pt x="486687" y="1285442"/>
                  </a:lnTo>
                  <a:lnTo>
                    <a:pt x="534897" y="1301510"/>
                  </a:lnTo>
                  <a:lnTo>
                    <a:pt x="577750" y="1319874"/>
                  </a:lnTo>
                  <a:lnTo>
                    <a:pt x="616776" y="1342828"/>
                  </a:lnTo>
                  <a:lnTo>
                    <a:pt x="658099" y="1374199"/>
                  </a:lnTo>
                  <a:lnTo>
                    <a:pt x="706309" y="1413221"/>
                  </a:lnTo>
                  <a:lnTo>
                    <a:pt x="742275" y="1440767"/>
                  </a:lnTo>
                  <a:lnTo>
                    <a:pt x="776710" y="1461426"/>
                  </a:lnTo>
                  <a:lnTo>
                    <a:pt x="804258" y="1475198"/>
                  </a:lnTo>
                  <a:lnTo>
                    <a:pt x="838694" y="1482085"/>
                  </a:lnTo>
                  <a:lnTo>
                    <a:pt x="875425" y="1479789"/>
                  </a:lnTo>
                  <a:lnTo>
                    <a:pt x="927460" y="1452244"/>
                  </a:lnTo>
                  <a:lnTo>
                    <a:pt x="977966" y="1399449"/>
                  </a:lnTo>
                  <a:lnTo>
                    <a:pt x="1010106" y="1352010"/>
                  </a:lnTo>
                  <a:lnTo>
                    <a:pt x="1037654" y="1312987"/>
                  </a:lnTo>
                  <a:lnTo>
                    <a:pt x="1066732" y="1278556"/>
                  </a:lnTo>
                  <a:lnTo>
                    <a:pt x="1084333" y="1265549"/>
                  </a:lnTo>
                  <a:lnTo>
                    <a:pt x="1101933" y="1256367"/>
                  </a:lnTo>
                  <a:lnTo>
                    <a:pt x="1125656" y="1250246"/>
                  </a:lnTo>
                </a:path>
              </a:pathLst>
            </a:custGeom>
            <a:ln w="61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/>
            <p:cNvSpPr/>
            <p:nvPr/>
          </p:nvSpPr>
          <p:spPr>
            <a:xfrm>
              <a:off x="6065062" y="1560080"/>
              <a:ext cx="771525" cy="923290"/>
            </a:xfrm>
            <a:custGeom>
              <a:avLst/>
              <a:gdLst/>
              <a:ahLst/>
              <a:cxnLst/>
              <a:rect l="l" t="t" r="r" b="b"/>
              <a:pathLst>
                <a:path w="771525" h="923289">
                  <a:moveTo>
                    <a:pt x="231863" y="84937"/>
                  </a:moveTo>
                  <a:lnTo>
                    <a:pt x="185940" y="91821"/>
                  </a:lnTo>
                  <a:lnTo>
                    <a:pt x="136207" y="103301"/>
                  </a:lnTo>
                  <a:lnTo>
                    <a:pt x="97942" y="121666"/>
                  </a:lnTo>
                  <a:lnTo>
                    <a:pt x="63512" y="146913"/>
                  </a:lnTo>
                  <a:lnTo>
                    <a:pt x="34429" y="181343"/>
                  </a:lnTo>
                  <a:lnTo>
                    <a:pt x="9182" y="255562"/>
                  </a:lnTo>
                  <a:lnTo>
                    <a:pt x="2286" y="312953"/>
                  </a:lnTo>
                  <a:lnTo>
                    <a:pt x="0" y="362686"/>
                  </a:lnTo>
                  <a:lnTo>
                    <a:pt x="4584" y="421601"/>
                  </a:lnTo>
                  <a:lnTo>
                    <a:pt x="16065" y="466737"/>
                  </a:lnTo>
                  <a:lnTo>
                    <a:pt x="32131" y="524891"/>
                  </a:lnTo>
                  <a:lnTo>
                    <a:pt x="32131" y="522592"/>
                  </a:lnTo>
                  <a:lnTo>
                    <a:pt x="25247" y="422363"/>
                  </a:lnTo>
                  <a:lnTo>
                    <a:pt x="29832" y="377215"/>
                  </a:lnTo>
                  <a:lnTo>
                    <a:pt x="39027" y="329018"/>
                  </a:lnTo>
                  <a:lnTo>
                    <a:pt x="61214" y="257860"/>
                  </a:lnTo>
                  <a:lnTo>
                    <a:pt x="95643" y="195110"/>
                  </a:lnTo>
                  <a:lnTo>
                    <a:pt x="127787" y="151498"/>
                  </a:lnTo>
                  <a:lnTo>
                    <a:pt x="168351" y="117068"/>
                  </a:lnTo>
                  <a:lnTo>
                    <a:pt x="195122" y="101003"/>
                  </a:lnTo>
                  <a:lnTo>
                    <a:pt x="231863" y="84937"/>
                  </a:lnTo>
                  <a:close/>
                </a:path>
                <a:path w="771525" h="923289">
                  <a:moveTo>
                    <a:pt x="593051" y="81876"/>
                  </a:moveTo>
                  <a:lnTo>
                    <a:pt x="588454" y="48209"/>
                  </a:lnTo>
                  <a:lnTo>
                    <a:pt x="574687" y="25247"/>
                  </a:lnTo>
                  <a:lnTo>
                    <a:pt x="547141" y="9182"/>
                  </a:lnTo>
                  <a:lnTo>
                    <a:pt x="490512" y="0"/>
                  </a:lnTo>
                  <a:lnTo>
                    <a:pt x="445363" y="11480"/>
                  </a:lnTo>
                  <a:lnTo>
                    <a:pt x="392557" y="36728"/>
                  </a:lnTo>
                  <a:lnTo>
                    <a:pt x="349707" y="52031"/>
                  </a:lnTo>
                  <a:lnTo>
                    <a:pt x="288480" y="68097"/>
                  </a:lnTo>
                  <a:lnTo>
                    <a:pt x="322160" y="78816"/>
                  </a:lnTo>
                  <a:lnTo>
                    <a:pt x="358889" y="87998"/>
                  </a:lnTo>
                  <a:lnTo>
                    <a:pt x="422402" y="99466"/>
                  </a:lnTo>
                  <a:lnTo>
                    <a:pt x="462965" y="104063"/>
                  </a:lnTo>
                  <a:lnTo>
                    <a:pt x="501992" y="108648"/>
                  </a:lnTo>
                  <a:lnTo>
                    <a:pt x="528764" y="120129"/>
                  </a:lnTo>
                  <a:lnTo>
                    <a:pt x="544842" y="138493"/>
                  </a:lnTo>
                  <a:lnTo>
                    <a:pt x="558609" y="162979"/>
                  </a:lnTo>
                  <a:lnTo>
                    <a:pt x="570090" y="202006"/>
                  </a:lnTo>
                  <a:lnTo>
                    <a:pt x="576973" y="163741"/>
                  </a:lnTo>
                  <a:lnTo>
                    <a:pt x="583869" y="123190"/>
                  </a:lnTo>
                  <a:lnTo>
                    <a:pt x="593051" y="81876"/>
                  </a:lnTo>
                  <a:close/>
                </a:path>
                <a:path w="771525" h="923289">
                  <a:moveTo>
                    <a:pt x="737362" y="431482"/>
                  </a:moveTo>
                  <a:lnTo>
                    <a:pt x="736917" y="429247"/>
                  </a:lnTo>
                  <a:lnTo>
                    <a:pt x="736917" y="430784"/>
                  </a:lnTo>
                  <a:lnTo>
                    <a:pt x="737362" y="431482"/>
                  </a:lnTo>
                  <a:close/>
                </a:path>
                <a:path w="771525" h="923289">
                  <a:moveTo>
                    <a:pt x="771347" y="845489"/>
                  </a:moveTo>
                  <a:lnTo>
                    <a:pt x="762165" y="803402"/>
                  </a:lnTo>
                  <a:lnTo>
                    <a:pt x="743800" y="774331"/>
                  </a:lnTo>
                  <a:lnTo>
                    <a:pt x="714717" y="749084"/>
                  </a:lnTo>
                  <a:lnTo>
                    <a:pt x="687171" y="730719"/>
                  </a:lnTo>
                  <a:lnTo>
                    <a:pt x="668807" y="708533"/>
                  </a:lnTo>
                  <a:lnTo>
                    <a:pt x="661924" y="674090"/>
                  </a:lnTo>
                  <a:lnTo>
                    <a:pt x="671106" y="646544"/>
                  </a:lnTo>
                  <a:lnTo>
                    <a:pt x="694055" y="617474"/>
                  </a:lnTo>
                  <a:lnTo>
                    <a:pt x="726198" y="589927"/>
                  </a:lnTo>
                  <a:lnTo>
                    <a:pt x="743800" y="562381"/>
                  </a:lnTo>
                  <a:lnTo>
                    <a:pt x="755281" y="524129"/>
                  </a:lnTo>
                  <a:lnTo>
                    <a:pt x="759866" y="487400"/>
                  </a:lnTo>
                  <a:lnTo>
                    <a:pt x="752983" y="456031"/>
                  </a:lnTo>
                  <a:lnTo>
                    <a:pt x="737362" y="431482"/>
                  </a:lnTo>
                  <a:lnTo>
                    <a:pt x="744562" y="467512"/>
                  </a:lnTo>
                  <a:lnTo>
                    <a:pt x="742264" y="491223"/>
                  </a:lnTo>
                  <a:lnTo>
                    <a:pt x="727735" y="527189"/>
                  </a:lnTo>
                  <a:lnTo>
                    <a:pt x="670344" y="552437"/>
                  </a:lnTo>
                  <a:lnTo>
                    <a:pt x="654265" y="561619"/>
                  </a:lnTo>
                  <a:lnTo>
                    <a:pt x="642023" y="575386"/>
                  </a:lnTo>
                  <a:lnTo>
                    <a:pt x="631317" y="591464"/>
                  </a:lnTo>
                  <a:lnTo>
                    <a:pt x="622896" y="606767"/>
                  </a:lnTo>
                  <a:lnTo>
                    <a:pt x="620598" y="625894"/>
                  </a:lnTo>
                  <a:lnTo>
                    <a:pt x="620598" y="648081"/>
                  </a:lnTo>
                  <a:lnTo>
                    <a:pt x="627481" y="687870"/>
                  </a:lnTo>
                  <a:lnTo>
                    <a:pt x="669569" y="733005"/>
                  </a:lnTo>
                  <a:lnTo>
                    <a:pt x="683348" y="743724"/>
                  </a:lnTo>
                  <a:lnTo>
                    <a:pt x="693293" y="752906"/>
                  </a:lnTo>
                  <a:lnTo>
                    <a:pt x="697890" y="764387"/>
                  </a:lnTo>
                  <a:lnTo>
                    <a:pt x="701713" y="780453"/>
                  </a:lnTo>
                  <a:lnTo>
                    <a:pt x="704011" y="800341"/>
                  </a:lnTo>
                  <a:lnTo>
                    <a:pt x="701713" y="819467"/>
                  </a:lnTo>
                  <a:lnTo>
                    <a:pt x="669569" y="862317"/>
                  </a:lnTo>
                  <a:lnTo>
                    <a:pt x="632079" y="872274"/>
                  </a:lnTo>
                  <a:lnTo>
                    <a:pt x="596874" y="874560"/>
                  </a:lnTo>
                  <a:lnTo>
                    <a:pt x="621360" y="892924"/>
                  </a:lnTo>
                  <a:lnTo>
                    <a:pt x="655027" y="913587"/>
                  </a:lnTo>
                  <a:lnTo>
                    <a:pt x="684872" y="922769"/>
                  </a:lnTo>
                  <a:lnTo>
                    <a:pt x="719315" y="920470"/>
                  </a:lnTo>
                  <a:lnTo>
                    <a:pt x="748385" y="906703"/>
                  </a:lnTo>
                  <a:lnTo>
                    <a:pt x="762165" y="882218"/>
                  </a:lnTo>
                  <a:lnTo>
                    <a:pt x="771347" y="845489"/>
                  </a:lnTo>
                  <a:close/>
                </a:path>
              </a:pathLst>
            </a:custGeom>
            <a:solidFill>
              <a:srgbClr val="FF8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4" name="object 5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10182" y="1825582"/>
              <a:ext cx="206612" cy="241020"/>
            </a:xfrm>
            <a:prstGeom prst="rect">
              <a:avLst/>
            </a:prstGeom>
          </p:spPr>
        </p:pic>
        <p:sp>
          <p:nvSpPr>
            <p:cNvPr id="55" name="object 55"/>
            <p:cNvSpPr/>
            <p:nvPr/>
          </p:nvSpPr>
          <p:spPr>
            <a:xfrm>
              <a:off x="6065063" y="1560077"/>
              <a:ext cx="773430" cy="924560"/>
            </a:xfrm>
            <a:custGeom>
              <a:avLst/>
              <a:gdLst/>
              <a:ahLst/>
              <a:cxnLst/>
              <a:rect l="l" t="t" r="r" b="b"/>
              <a:pathLst>
                <a:path w="773429" h="924560">
                  <a:moveTo>
                    <a:pt x="457608" y="531010"/>
                  </a:moveTo>
                  <a:lnTo>
                    <a:pt x="486687" y="494283"/>
                  </a:lnTo>
                  <a:lnTo>
                    <a:pt x="521123" y="462147"/>
                  </a:lnTo>
                  <a:lnTo>
                    <a:pt x="555558" y="437662"/>
                  </a:lnTo>
                  <a:lnTo>
                    <a:pt x="589994" y="414708"/>
                  </a:lnTo>
                  <a:lnTo>
                    <a:pt x="641264" y="394049"/>
                  </a:lnTo>
                  <a:lnTo>
                    <a:pt x="667282" y="389458"/>
                  </a:lnTo>
                  <a:lnTo>
                    <a:pt x="697126" y="396345"/>
                  </a:lnTo>
                  <a:lnTo>
                    <a:pt x="717787" y="407822"/>
                  </a:lnTo>
                  <a:lnTo>
                    <a:pt x="738448" y="430776"/>
                  </a:lnTo>
                  <a:lnTo>
                    <a:pt x="754519" y="456026"/>
                  </a:lnTo>
                  <a:lnTo>
                    <a:pt x="761406" y="487397"/>
                  </a:lnTo>
                  <a:lnTo>
                    <a:pt x="756814" y="524124"/>
                  </a:lnTo>
                  <a:lnTo>
                    <a:pt x="745335" y="563146"/>
                  </a:lnTo>
                  <a:lnTo>
                    <a:pt x="726970" y="590691"/>
                  </a:lnTo>
                  <a:lnTo>
                    <a:pt x="694830" y="618237"/>
                  </a:lnTo>
                  <a:lnTo>
                    <a:pt x="671873" y="647312"/>
                  </a:lnTo>
                  <a:lnTo>
                    <a:pt x="662691" y="674857"/>
                  </a:lnTo>
                  <a:lnTo>
                    <a:pt x="669577" y="709289"/>
                  </a:lnTo>
                  <a:lnTo>
                    <a:pt x="687943" y="731478"/>
                  </a:lnTo>
                  <a:lnTo>
                    <a:pt x="715491" y="749841"/>
                  </a:lnTo>
                  <a:lnTo>
                    <a:pt x="745335" y="775091"/>
                  </a:lnTo>
                  <a:lnTo>
                    <a:pt x="763701" y="804932"/>
                  </a:lnTo>
                  <a:lnTo>
                    <a:pt x="772884" y="847015"/>
                  </a:lnTo>
                  <a:lnTo>
                    <a:pt x="763701" y="883742"/>
                  </a:lnTo>
                  <a:lnTo>
                    <a:pt x="749927" y="908226"/>
                  </a:lnTo>
                  <a:lnTo>
                    <a:pt x="720083" y="921999"/>
                  </a:lnTo>
                  <a:lnTo>
                    <a:pt x="685648" y="924294"/>
                  </a:lnTo>
                  <a:lnTo>
                    <a:pt x="655804" y="915113"/>
                  </a:lnTo>
                  <a:lnTo>
                    <a:pt x="621368" y="894454"/>
                  </a:lnTo>
                  <a:lnTo>
                    <a:pt x="596881" y="876090"/>
                  </a:lnTo>
                  <a:lnTo>
                    <a:pt x="567802" y="847780"/>
                  </a:lnTo>
                  <a:lnTo>
                    <a:pt x="539488" y="823295"/>
                  </a:lnTo>
                  <a:lnTo>
                    <a:pt x="510409" y="805697"/>
                  </a:lnTo>
                  <a:lnTo>
                    <a:pt x="475974" y="794985"/>
                  </a:lnTo>
                  <a:lnTo>
                    <a:pt x="439242" y="786568"/>
                  </a:lnTo>
                  <a:lnTo>
                    <a:pt x="403277" y="779682"/>
                  </a:lnTo>
                  <a:lnTo>
                    <a:pt x="368076" y="772796"/>
                  </a:lnTo>
                  <a:lnTo>
                    <a:pt x="310684" y="745250"/>
                  </a:lnTo>
                  <a:lnTo>
                    <a:pt x="267831" y="688630"/>
                  </a:lnTo>
                  <a:lnTo>
                    <a:pt x="247170" y="603699"/>
                  </a:lnTo>
                  <a:lnTo>
                    <a:pt x="249465" y="553199"/>
                  </a:lnTo>
                  <a:lnTo>
                    <a:pt x="258648" y="509586"/>
                  </a:lnTo>
                  <a:lnTo>
                    <a:pt x="274718" y="473624"/>
                  </a:lnTo>
                  <a:lnTo>
                    <a:pt x="309918" y="431541"/>
                  </a:lnTo>
                  <a:lnTo>
                    <a:pt x="372667" y="394049"/>
                  </a:lnTo>
                  <a:lnTo>
                    <a:pt x="420877" y="373390"/>
                  </a:lnTo>
                  <a:lnTo>
                    <a:pt x="461434" y="350436"/>
                  </a:lnTo>
                  <a:lnTo>
                    <a:pt x="502757" y="322891"/>
                  </a:lnTo>
                  <a:lnTo>
                    <a:pt x="532601" y="295345"/>
                  </a:lnTo>
                  <a:lnTo>
                    <a:pt x="554793" y="257088"/>
                  </a:lnTo>
                  <a:lnTo>
                    <a:pt x="557854" y="219596"/>
                  </a:lnTo>
                  <a:lnTo>
                    <a:pt x="545610" y="252497"/>
                  </a:lnTo>
                  <a:lnTo>
                    <a:pt x="531836" y="270861"/>
                  </a:lnTo>
                  <a:lnTo>
                    <a:pt x="511940" y="286929"/>
                  </a:lnTo>
                  <a:lnTo>
                    <a:pt x="490513" y="298406"/>
                  </a:lnTo>
                  <a:lnTo>
                    <a:pt x="463730" y="306823"/>
                  </a:lnTo>
                  <a:lnTo>
                    <a:pt x="430060" y="311413"/>
                  </a:lnTo>
                  <a:lnTo>
                    <a:pt x="397920" y="307588"/>
                  </a:lnTo>
                  <a:lnTo>
                    <a:pt x="363485" y="304527"/>
                  </a:lnTo>
                  <a:lnTo>
                    <a:pt x="298440" y="309118"/>
                  </a:lnTo>
                  <a:lnTo>
                    <a:pt x="228804" y="329777"/>
                  </a:lnTo>
                  <a:lnTo>
                    <a:pt x="194369" y="346610"/>
                  </a:lnTo>
                  <a:lnTo>
                    <a:pt x="141568" y="389458"/>
                  </a:lnTo>
                  <a:lnTo>
                    <a:pt x="109428" y="447609"/>
                  </a:lnTo>
                  <a:lnTo>
                    <a:pt x="104837" y="475920"/>
                  </a:lnTo>
                  <a:lnTo>
                    <a:pt x="110193" y="526419"/>
                  </a:lnTo>
                  <a:lnTo>
                    <a:pt x="123967" y="581509"/>
                  </a:lnTo>
                  <a:lnTo>
                    <a:pt x="138507" y="620532"/>
                  </a:lnTo>
                  <a:lnTo>
                    <a:pt x="182125" y="691690"/>
                  </a:lnTo>
                  <a:lnTo>
                    <a:pt x="235691" y="745250"/>
                  </a:lnTo>
                  <a:lnTo>
                    <a:pt x="273187" y="775856"/>
                  </a:lnTo>
                  <a:lnTo>
                    <a:pt x="318336" y="803402"/>
                  </a:lnTo>
                  <a:lnTo>
                    <a:pt x="363485" y="821000"/>
                  </a:lnTo>
                  <a:lnTo>
                    <a:pt x="407103" y="833242"/>
                  </a:lnTo>
                  <a:lnTo>
                    <a:pt x="439242" y="839363"/>
                  </a:lnTo>
                  <a:lnTo>
                    <a:pt x="466026" y="846249"/>
                  </a:lnTo>
                  <a:lnTo>
                    <a:pt x="479800" y="856961"/>
                  </a:lnTo>
                  <a:lnTo>
                    <a:pt x="484392" y="870734"/>
                  </a:lnTo>
                  <a:lnTo>
                    <a:pt x="480565" y="884507"/>
                  </a:lnTo>
                  <a:lnTo>
                    <a:pt x="469087" y="892158"/>
                  </a:lnTo>
                  <a:lnTo>
                    <a:pt x="453782" y="894454"/>
                  </a:lnTo>
                  <a:lnTo>
                    <a:pt x="425468" y="891393"/>
                  </a:lnTo>
                  <a:lnTo>
                    <a:pt x="386442" y="880681"/>
                  </a:lnTo>
                  <a:lnTo>
                    <a:pt x="347415" y="866909"/>
                  </a:lnTo>
                  <a:lnTo>
                    <a:pt x="304562" y="846249"/>
                  </a:lnTo>
                  <a:lnTo>
                    <a:pt x="272422" y="825591"/>
                  </a:lnTo>
                  <a:lnTo>
                    <a:pt x="241813" y="800341"/>
                  </a:lnTo>
                  <a:lnTo>
                    <a:pt x="216560" y="771265"/>
                  </a:lnTo>
                  <a:lnTo>
                    <a:pt x="188246" y="736069"/>
                  </a:lnTo>
                  <a:lnTo>
                    <a:pt x="157638" y="702402"/>
                  </a:lnTo>
                  <a:lnTo>
                    <a:pt x="126263" y="665675"/>
                  </a:lnTo>
                  <a:lnTo>
                    <a:pt x="94888" y="627418"/>
                  </a:lnTo>
                  <a:lnTo>
                    <a:pt x="69636" y="595282"/>
                  </a:lnTo>
                  <a:lnTo>
                    <a:pt x="48974" y="563146"/>
                  </a:lnTo>
                  <a:lnTo>
                    <a:pt x="32904" y="526419"/>
                  </a:lnTo>
                  <a:lnTo>
                    <a:pt x="16069" y="468268"/>
                  </a:lnTo>
                  <a:lnTo>
                    <a:pt x="4591" y="423124"/>
                  </a:lnTo>
                  <a:lnTo>
                    <a:pt x="0" y="363443"/>
                  </a:lnTo>
                  <a:lnTo>
                    <a:pt x="2295" y="313709"/>
                  </a:lnTo>
                  <a:lnTo>
                    <a:pt x="9182" y="256323"/>
                  </a:lnTo>
                  <a:lnTo>
                    <a:pt x="20661" y="215005"/>
                  </a:lnTo>
                  <a:lnTo>
                    <a:pt x="64279" y="146908"/>
                  </a:lnTo>
                  <a:lnTo>
                    <a:pt x="98714" y="121658"/>
                  </a:lnTo>
                  <a:lnTo>
                    <a:pt x="136976" y="103294"/>
                  </a:lnTo>
                  <a:lnTo>
                    <a:pt x="187481" y="91817"/>
                  </a:lnTo>
                  <a:lnTo>
                    <a:pt x="233395" y="84931"/>
                  </a:lnTo>
                  <a:lnTo>
                    <a:pt x="288492" y="68863"/>
                  </a:lnTo>
                  <a:lnTo>
                    <a:pt x="349711" y="52795"/>
                  </a:lnTo>
                  <a:lnTo>
                    <a:pt x="393329" y="36727"/>
                  </a:lnTo>
                  <a:lnTo>
                    <a:pt x="446130" y="11477"/>
                  </a:lnTo>
                  <a:lnTo>
                    <a:pt x="491279" y="0"/>
                  </a:lnTo>
                  <a:lnTo>
                    <a:pt x="548671" y="9181"/>
                  </a:lnTo>
                  <a:lnTo>
                    <a:pt x="576219" y="25249"/>
                  </a:lnTo>
                  <a:lnTo>
                    <a:pt x="589994" y="48204"/>
                  </a:lnTo>
                  <a:lnTo>
                    <a:pt x="594585" y="82635"/>
                  </a:lnTo>
                  <a:lnTo>
                    <a:pt x="585402" y="123953"/>
                  </a:lnTo>
                  <a:lnTo>
                    <a:pt x="578515" y="165271"/>
                  </a:lnTo>
                  <a:lnTo>
                    <a:pt x="571628" y="201998"/>
                  </a:lnTo>
                </a:path>
              </a:pathLst>
            </a:custGeom>
            <a:ln w="61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6" name="object 5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680"/>
              </a:lnSpc>
            </a:pPr>
            <a:fld id="{81D60167-4931-47E6-BA6A-407CBD079E47}" type="slidenum">
              <a:rPr dirty="0" spc="-25"/>
              <a:t>58</a:t>
            </a:fld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99229" y="3068227"/>
            <a:ext cx="4199890" cy="3355975"/>
          </a:xfrm>
          <a:custGeom>
            <a:avLst/>
            <a:gdLst/>
            <a:ahLst/>
            <a:cxnLst/>
            <a:rect l="l" t="t" r="r" b="b"/>
            <a:pathLst>
              <a:path w="4199890" h="3355975">
                <a:moveTo>
                  <a:pt x="4199667" y="0"/>
                </a:moveTo>
                <a:lnTo>
                  <a:pt x="0" y="0"/>
                </a:lnTo>
                <a:lnTo>
                  <a:pt x="0" y="3355624"/>
                </a:lnTo>
                <a:lnTo>
                  <a:pt x="4199667" y="3355624"/>
                </a:lnTo>
                <a:lnTo>
                  <a:pt x="419966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/>
          <p:cNvGrpSpPr/>
          <p:nvPr/>
        </p:nvGrpSpPr>
        <p:grpSpPr>
          <a:xfrm>
            <a:off x="608474" y="3061559"/>
            <a:ext cx="4430395" cy="3369310"/>
            <a:chOff x="608474" y="3061559"/>
            <a:chExt cx="4430395" cy="3369310"/>
          </a:xfrm>
        </p:grpSpPr>
        <p:sp>
          <p:nvSpPr>
            <p:cNvPr id="4" name="object 4"/>
            <p:cNvSpPr/>
            <p:nvPr/>
          </p:nvSpPr>
          <p:spPr>
            <a:xfrm>
              <a:off x="615141" y="3068227"/>
              <a:ext cx="4417060" cy="3355975"/>
            </a:xfrm>
            <a:custGeom>
              <a:avLst/>
              <a:gdLst/>
              <a:ahLst/>
              <a:cxnLst/>
              <a:rect l="l" t="t" r="r" b="b"/>
              <a:pathLst>
                <a:path w="4417060" h="3355975">
                  <a:moveTo>
                    <a:pt x="4416552" y="0"/>
                  </a:moveTo>
                  <a:lnTo>
                    <a:pt x="0" y="0"/>
                  </a:lnTo>
                  <a:lnTo>
                    <a:pt x="0" y="3355624"/>
                  </a:lnTo>
                  <a:lnTo>
                    <a:pt x="4416552" y="3355624"/>
                  </a:lnTo>
                  <a:lnTo>
                    <a:pt x="441655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615141" y="3068227"/>
              <a:ext cx="4417060" cy="3355975"/>
            </a:xfrm>
            <a:custGeom>
              <a:avLst/>
              <a:gdLst/>
              <a:ahLst/>
              <a:cxnLst/>
              <a:rect l="l" t="t" r="r" b="b"/>
              <a:pathLst>
                <a:path w="4417060" h="3355975">
                  <a:moveTo>
                    <a:pt x="0" y="0"/>
                  </a:moveTo>
                  <a:lnTo>
                    <a:pt x="4416551" y="0"/>
                  </a:lnTo>
                  <a:lnTo>
                    <a:pt x="4416551" y="3355624"/>
                  </a:lnTo>
                  <a:lnTo>
                    <a:pt x="0" y="3355624"/>
                  </a:lnTo>
                  <a:lnTo>
                    <a:pt x="0" y="0"/>
                  </a:lnTo>
                  <a:close/>
                </a:path>
              </a:pathLst>
            </a:custGeom>
            <a:ln w="1314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77402" rIns="0" bIns="0" rtlCol="0" vert="horz">
            <a:spAutoFit/>
          </a:bodyPr>
          <a:lstStyle/>
          <a:p>
            <a:pPr marL="907415">
              <a:lnSpc>
                <a:spcPct val="100000"/>
              </a:lnSpc>
              <a:spcBef>
                <a:spcPts val="125"/>
              </a:spcBef>
            </a:pPr>
            <a:r>
              <a:rPr dirty="0" sz="3700"/>
              <a:t>Public</a:t>
            </a:r>
            <a:r>
              <a:rPr dirty="0" sz="3700" spc="-10"/>
              <a:t> </a:t>
            </a:r>
            <a:r>
              <a:rPr dirty="0" sz="3700"/>
              <a:t>key</a:t>
            </a:r>
            <a:r>
              <a:rPr dirty="0" sz="3700" spc="-5"/>
              <a:t> </a:t>
            </a:r>
            <a:r>
              <a:rPr dirty="0" sz="3700"/>
              <a:t>cryptology:</a:t>
            </a:r>
            <a:r>
              <a:rPr dirty="0" sz="3700" spc="-10"/>
              <a:t> </a:t>
            </a:r>
            <a:r>
              <a:rPr dirty="0" sz="3700"/>
              <a:t>digital</a:t>
            </a:r>
            <a:r>
              <a:rPr dirty="0" sz="3700" spc="-5"/>
              <a:t> </a:t>
            </a:r>
            <a:r>
              <a:rPr dirty="0" sz="3700" spc="-10"/>
              <a:t>signature</a:t>
            </a:r>
            <a:endParaRPr sz="3700"/>
          </a:p>
        </p:txBody>
      </p:sp>
      <p:sp>
        <p:nvSpPr>
          <p:cNvPr id="7" name="object 7"/>
          <p:cNvSpPr txBox="1"/>
          <p:nvPr/>
        </p:nvSpPr>
        <p:spPr>
          <a:xfrm>
            <a:off x="713725" y="3569434"/>
            <a:ext cx="1025525" cy="1050290"/>
          </a:xfrm>
          <a:prstGeom prst="rect">
            <a:avLst/>
          </a:prstGeom>
          <a:solidFill>
            <a:srgbClr val="00FCD6"/>
          </a:solidFill>
          <a:ln w="13145">
            <a:solidFill>
              <a:srgbClr val="929292"/>
            </a:solidFill>
          </a:ln>
        </p:spPr>
        <p:txBody>
          <a:bodyPr wrap="square" lIns="0" tIns="78105" rIns="0" bIns="0" rtlCol="0" vert="horz">
            <a:spAutoFit/>
          </a:bodyPr>
          <a:lstStyle/>
          <a:p>
            <a:pPr marL="238760" marR="103505" indent="-123189">
              <a:lnSpc>
                <a:spcPct val="101099"/>
              </a:lnSpc>
              <a:spcBef>
                <a:spcPts val="615"/>
              </a:spcBef>
            </a:pPr>
            <a:r>
              <a:rPr dirty="0" sz="2900" spc="-10">
                <a:latin typeface="Times New Roman"/>
                <a:cs typeface="Times New Roman"/>
              </a:rPr>
              <a:t>Clear </a:t>
            </a:r>
            <a:r>
              <a:rPr dirty="0" sz="2900" spc="-20">
                <a:latin typeface="Times New Roman"/>
                <a:cs typeface="Times New Roman"/>
              </a:rPr>
              <a:t>text</a:t>
            </a:r>
            <a:endParaRPr sz="2900">
              <a:latin typeface="Times New Roman"/>
              <a:cs typeface="Times New Roman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2323831" y="3911147"/>
            <a:ext cx="1038860" cy="500380"/>
            <a:chOff x="2323831" y="3911147"/>
            <a:chExt cx="1038860" cy="500380"/>
          </a:xfrm>
        </p:grpSpPr>
        <p:sp>
          <p:nvSpPr>
            <p:cNvPr id="9" name="object 9"/>
            <p:cNvSpPr/>
            <p:nvPr/>
          </p:nvSpPr>
          <p:spPr>
            <a:xfrm>
              <a:off x="2330499" y="3917815"/>
              <a:ext cx="1025525" cy="487045"/>
            </a:xfrm>
            <a:custGeom>
              <a:avLst/>
              <a:gdLst/>
              <a:ahLst/>
              <a:cxnLst/>
              <a:rect l="l" t="t" r="r" b="b"/>
              <a:pathLst>
                <a:path w="1025525" h="487045">
                  <a:moveTo>
                    <a:pt x="1025271" y="0"/>
                  </a:moveTo>
                  <a:lnTo>
                    <a:pt x="0" y="0"/>
                  </a:lnTo>
                  <a:lnTo>
                    <a:pt x="0" y="486417"/>
                  </a:lnTo>
                  <a:lnTo>
                    <a:pt x="1025271" y="486417"/>
                  </a:lnTo>
                  <a:lnTo>
                    <a:pt x="1025271" y="0"/>
                  </a:lnTo>
                  <a:close/>
                </a:path>
              </a:pathLst>
            </a:custGeom>
            <a:solidFill>
              <a:srgbClr val="D7AE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2330498" y="3917815"/>
              <a:ext cx="1025525" cy="487045"/>
            </a:xfrm>
            <a:custGeom>
              <a:avLst/>
              <a:gdLst/>
              <a:ahLst/>
              <a:cxnLst/>
              <a:rect l="l" t="t" r="r" b="b"/>
              <a:pathLst>
                <a:path w="1025525" h="487045">
                  <a:moveTo>
                    <a:pt x="0" y="0"/>
                  </a:moveTo>
                  <a:lnTo>
                    <a:pt x="1025270" y="0"/>
                  </a:lnTo>
                  <a:lnTo>
                    <a:pt x="1025270" y="486417"/>
                  </a:lnTo>
                  <a:lnTo>
                    <a:pt x="0" y="486417"/>
                  </a:lnTo>
                  <a:lnTo>
                    <a:pt x="0" y="0"/>
                  </a:lnTo>
                  <a:close/>
                </a:path>
              </a:pathLst>
            </a:custGeom>
            <a:ln w="131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2330499" y="3917815"/>
            <a:ext cx="1025525" cy="487045"/>
          </a:xfrm>
          <a:prstGeom prst="rect">
            <a:avLst/>
          </a:prstGeom>
        </p:spPr>
        <p:txBody>
          <a:bodyPr wrap="square" lIns="0" tIns="57785" rIns="0" bIns="0" rtlCol="0" vert="horz">
            <a:spAutoFit/>
          </a:bodyPr>
          <a:lstStyle/>
          <a:p>
            <a:pPr marL="146685">
              <a:lnSpc>
                <a:spcPct val="100000"/>
              </a:lnSpc>
              <a:spcBef>
                <a:spcPts val="455"/>
              </a:spcBef>
            </a:pPr>
            <a:r>
              <a:rPr dirty="0" sz="2450" spc="-20">
                <a:latin typeface="Times New Roman"/>
                <a:cs typeface="Times New Roman"/>
              </a:rPr>
              <a:t>SIGN</a:t>
            </a:r>
            <a:endParaRPr sz="2450">
              <a:latin typeface="Times New Roman"/>
              <a:cs typeface="Times New Roman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7627731" y="3671320"/>
            <a:ext cx="880744" cy="877569"/>
            <a:chOff x="7627731" y="3671320"/>
            <a:chExt cx="880744" cy="877569"/>
          </a:xfrm>
        </p:grpSpPr>
        <p:sp>
          <p:nvSpPr>
            <p:cNvPr id="13" name="object 13"/>
            <p:cNvSpPr/>
            <p:nvPr/>
          </p:nvSpPr>
          <p:spPr>
            <a:xfrm>
              <a:off x="7634303" y="3677893"/>
              <a:ext cx="868044" cy="864869"/>
            </a:xfrm>
            <a:custGeom>
              <a:avLst/>
              <a:gdLst/>
              <a:ahLst/>
              <a:cxnLst/>
              <a:rect l="l" t="t" r="r" b="b"/>
              <a:pathLst>
                <a:path w="868045" h="864870">
                  <a:moveTo>
                    <a:pt x="867537" y="0"/>
                  </a:moveTo>
                  <a:lnTo>
                    <a:pt x="0" y="0"/>
                  </a:lnTo>
                  <a:lnTo>
                    <a:pt x="0" y="864377"/>
                  </a:lnTo>
                  <a:lnTo>
                    <a:pt x="867537" y="864377"/>
                  </a:lnTo>
                  <a:lnTo>
                    <a:pt x="867537" y="0"/>
                  </a:lnTo>
                  <a:close/>
                </a:path>
              </a:pathLst>
            </a:custGeom>
            <a:solidFill>
              <a:srgbClr val="D7AE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7634304" y="3677892"/>
              <a:ext cx="868044" cy="864869"/>
            </a:xfrm>
            <a:custGeom>
              <a:avLst/>
              <a:gdLst/>
              <a:ahLst/>
              <a:cxnLst/>
              <a:rect l="l" t="t" r="r" b="b"/>
              <a:pathLst>
                <a:path w="868045" h="864870">
                  <a:moveTo>
                    <a:pt x="0" y="0"/>
                  </a:moveTo>
                  <a:lnTo>
                    <a:pt x="867536" y="0"/>
                  </a:lnTo>
                  <a:lnTo>
                    <a:pt x="867536" y="864377"/>
                  </a:lnTo>
                  <a:lnTo>
                    <a:pt x="0" y="864377"/>
                  </a:lnTo>
                  <a:lnTo>
                    <a:pt x="0" y="0"/>
                  </a:lnTo>
                  <a:close/>
                </a:path>
              </a:pathLst>
            </a:custGeom>
            <a:ln w="1314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7634303" y="3677893"/>
            <a:ext cx="868044" cy="864869"/>
          </a:xfrm>
          <a:prstGeom prst="rect">
            <a:avLst/>
          </a:prstGeom>
        </p:spPr>
        <p:txBody>
          <a:bodyPr wrap="square" lIns="0" tIns="50165" rIns="0" bIns="0" rtlCol="0" vert="horz">
            <a:spAutoFit/>
          </a:bodyPr>
          <a:lstStyle/>
          <a:p>
            <a:pPr marL="181610" marR="107314" indent="-61594">
              <a:lnSpc>
                <a:spcPct val="102099"/>
              </a:lnSpc>
              <a:spcBef>
                <a:spcPts val="395"/>
              </a:spcBef>
            </a:pPr>
            <a:r>
              <a:rPr dirty="0" sz="2450" spc="-25">
                <a:latin typeface="Times New Roman"/>
                <a:cs typeface="Times New Roman"/>
              </a:rPr>
              <a:t>VER IFY</a:t>
            </a:r>
            <a:endParaRPr sz="245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034193" y="3653242"/>
            <a:ext cx="1025525" cy="1050290"/>
          </a:xfrm>
          <a:prstGeom prst="rect">
            <a:avLst/>
          </a:prstGeom>
          <a:solidFill>
            <a:srgbClr val="00FCD6"/>
          </a:solidFill>
          <a:ln w="13145">
            <a:solidFill>
              <a:srgbClr val="929292"/>
            </a:solidFill>
          </a:ln>
        </p:spPr>
        <p:txBody>
          <a:bodyPr wrap="square" lIns="0" tIns="78105" rIns="0" bIns="0" rtlCol="0" vert="horz">
            <a:spAutoFit/>
          </a:bodyPr>
          <a:lstStyle/>
          <a:p>
            <a:pPr marL="238760" marR="103505" indent="-123189">
              <a:lnSpc>
                <a:spcPct val="101099"/>
              </a:lnSpc>
              <a:spcBef>
                <a:spcPts val="615"/>
              </a:spcBef>
            </a:pPr>
            <a:r>
              <a:rPr dirty="0" sz="2900" spc="-10">
                <a:latin typeface="Times New Roman"/>
                <a:cs typeface="Times New Roman"/>
              </a:rPr>
              <a:t>Clear </a:t>
            </a:r>
            <a:r>
              <a:rPr dirty="0" sz="2900" spc="-20">
                <a:latin typeface="Times New Roman"/>
                <a:cs typeface="Times New Roman"/>
              </a:rPr>
              <a:t>text</a:t>
            </a:r>
            <a:endParaRPr sz="2900">
              <a:latin typeface="Times New Roman"/>
              <a:cs typeface="Times New Roman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5182854" y="3980260"/>
            <a:ext cx="644525" cy="330835"/>
            <a:chOff x="5182854" y="3980260"/>
            <a:chExt cx="644525" cy="330835"/>
          </a:xfrm>
        </p:grpSpPr>
        <p:sp>
          <p:nvSpPr>
            <p:cNvPr id="18" name="object 18"/>
            <p:cNvSpPr/>
            <p:nvPr/>
          </p:nvSpPr>
          <p:spPr>
            <a:xfrm>
              <a:off x="5189427" y="3986834"/>
              <a:ext cx="631190" cy="317500"/>
            </a:xfrm>
            <a:custGeom>
              <a:avLst/>
              <a:gdLst/>
              <a:ahLst/>
              <a:cxnLst/>
              <a:rect l="l" t="t" r="r" b="b"/>
              <a:pathLst>
                <a:path w="631189" h="317500">
                  <a:moveTo>
                    <a:pt x="473201" y="0"/>
                  </a:moveTo>
                  <a:lnTo>
                    <a:pt x="473201" y="79288"/>
                  </a:lnTo>
                  <a:lnTo>
                    <a:pt x="0" y="79288"/>
                  </a:lnTo>
                  <a:lnTo>
                    <a:pt x="0" y="237867"/>
                  </a:lnTo>
                  <a:lnTo>
                    <a:pt x="473201" y="237867"/>
                  </a:lnTo>
                  <a:lnTo>
                    <a:pt x="473201" y="317155"/>
                  </a:lnTo>
                  <a:lnTo>
                    <a:pt x="630935" y="158578"/>
                  </a:lnTo>
                  <a:lnTo>
                    <a:pt x="47320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5189427" y="3986833"/>
              <a:ext cx="631190" cy="317500"/>
            </a:xfrm>
            <a:custGeom>
              <a:avLst/>
              <a:gdLst/>
              <a:ahLst/>
              <a:cxnLst/>
              <a:rect l="l" t="t" r="r" b="b"/>
              <a:pathLst>
                <a:path w="631189" h="317500">
                  <a:moveTo>
                    <a:pt x="0" y="79289"/>
                  </a:moveTo>
                  <a:lnTo>
                    <a:pt x="473201" y="79289"/>
                  </a:lnTo>
                  <a:lnTo>
                    <a:pt x="473201" y="0"/>
                  </a:lnTo>
                  <a:lnTo>
                    <a:pt x="630935" y="158578"/>
                  </a:lnTo>
                  <a:lnTo>
                    <a:pt x="473201" y="317156"/>
                  </a:lnTo>
                  <a:lnTo>
                    <a:pt x="473201" y="237867"/>
                  </a:lnTo>
                  <a:lnTo>
                    <a:pt x="0" y="237867"/>
                  </a:lnTo>
                  <a:lnTo>
                    <a:pt x="0" y="79289"/>
                  </a:lnTo>
                  <a:close/>
                </a:path>
              </a:pathLst>
            </a:custGeom>
            <a:ln w="131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0" name="object 20"/>
          <p:cNvGrpSpPr/>
          <p:nvPr/>
        </p:nvGrpSpPr>
        <p:grpSpPr>
          <a:xfrm>
            <a:off x="1633011" y="1352611"/>
            <a:ext cx="4185920" cy="4932680"/>
            <a:chOff x="1633011" y="1352611"/>
            <a:chExt cx="4185920" cy="4932680"/>
          </a:xfrm>
        </p:grpSpPr>
        <p:sp>
          <p:nvSpPr>
            <p:cNvPr id="21" name="object 21"/>
            <p:cNvSpPr/>
            <p:nvPr/>
          </p:nvSpPr>
          <p:spPr>
            <a:xfrm>
              <a:off x="1837580" y="3986834"/>
              <a:ext cx="394335" cy="317500"/>
            </a:xfrm>
            <a:custGeom>
              <a:avLst/>
              <a:gdLst/>
              <a:ahLst/>
              <a:cxnLst/>
              <a:rect l="l" t="t" r="r" b="b"/>
              <a:pathLst>
                <a:path w="394335" h="317500">
                  <a:moveTo>
                    <a:pt x="295751" y="0"/>
                  </a:moveTo>
                  <a:lnTo>
                    <a:pt x="295751" y="79288"/>
                  </a:lnTo>
                  <a:lnTo>
                    <a:pt x="0" y="79288"/>
                  </a:lnTo>
                  <a:lnTo>
                    <a:pt x="0" y="237867"/>
                  </a:lnTo>
                  <a:lnTo>
                    <a:pt x="295751" y="237867"/>
                  </a:lnTo>
                  <a:lnTo>
                    <a:pt x="295751" y="317155"/>
                  </a:lnTo>
                  <a:lnTo>
                    <a:pt x="394335" y="158578"/>
                  </a:lnTo>
                  <a:lnTo>
                    <a:pt x="29575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1837580" y="3986833"/>
              <a:ext cx="394335" cy="317500"/>
            </a:xfrm>
            <a:custGeom>
              <a:avLst/>
              <a:gdLst/>
              <a:ahLst/>
              <a:cxnLst/>
              <a:rect l="l" t="t" r="r" b="b"/>
              <a:pathLst>
                <a:path w="394335" h="317500">
                  <a:moveTo>
                    <a:pt x="0" y="79289"/>
                  </a:moveTo>
                  <a:lnTo>
                    <a:pt x="295751" y="79289"/>
                  </a:lnTo>
                  <a:lnTo>
                    <a:pt x="295751" y="0"/>
                  </a:lnTo>
                  <a:lnTo>
                    <a:pt x="394334" y="158578"/>
                  </a:lnTo>
                  <a:lnTo>
                    <a:pt x="295751" y="317156"/>
                  </a:lnTo>
                  <a:lnTo>
                    <a:pt x="295751" y="237867"/>
                  </a:lnTo>
                  <a:lnTo>
                    <a:pt x="0" y="237867"/>
                  </a:lnTo>
                  <a:lnTo>
                    <a:pt x="0" y="79289"/>
                  </a:lnTo>
                  <a:close/>
                </a:path>
              </a:pathLst>
            </a:custGeom>
            <a:ln w="1314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3414920" y="4004909"/>
              <a:ext cx="394335" cy="315595"/>
            </a:xfrm>
            <a:custGeom>
              <a:avLst/>
              <a:gdLst/>
              <a:ahLst/>
              <a:cxnLst/>
              <a:rect l="l" t="t" r="r" b="b"/>
              <a:pathLst>
                <a:path w="394335" h="315595">
                  <a:moveTo>
                    <a:pt x="295751" y="0"/>
                  </a:moveTo>
                  <a:lnTo>
                    <a:pt x="295751" y="78878"/>
                  </a:lnTo>
                  <a:lnTo>
                    <a:pt x="0" y="78878"/>
                  </a:lnTo>
                  <a:lnTo>
                    <a:pt x="0" y="236635"/>
                  </a:lnTo>
                  <a:lnTo>
                    <a:pt x="295751" y="236635"/>
                  </a:lnTo>
                  <a:lnTo>
                    <a:pt x="295751" y="315514"/>
                  </a:lnTo>
                  <a:lnTo>
                    <a:pt x="394333" y="157756"/>
                  </a:lnTo>
                  <a:lnTo>
                    <a:pt x="29575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3414920" y="4004909"/>
              <a:ext cx="394335" cy="315595"/>
            </a:xfrm>
            <a:custGeom>
              <a:avLst/>
              <a:gdLst/>
              <a:ahLst/>
              <a:cxnLst/>
              <a:rect l="l" t="t" r="r" b="b"/>
              <a:pathLst>
                <a:path w="394335" h="315595">
                  <a:moveTo>
                    <a:pt x="0" y="78878"/>
                  </a:moveTo>
                  <a:lnTo>
                    <a:pt x="295751" y="78878"/>
                  </a:lnTo>
                  <a:lnTo>
                    <a:pt x="295751" y="0"/>
                  </a:lnTo>
                  <a:lnTo>
                    <a:pt x="394334" y="157757"/>
                  </a:lnTo>
                  <a:lnTo>
                    <a:pt x="295751" y="315514"/>
                  </a:lnTo>
                  <a:lnTo>
                    <a:pt x="295751" y="236635"/>
                  </a:lnTo>
                  <a:lnTo>
                    <a:pt x="0" y="236635"/>
                  </a:lnTo>
                  <a:lnTo>
                    <a:pt x="0" y="78878"/>
                  </a:lnTo>
                  <a:close/>
                </a:path>
              </a:pathLst>
            </a:custGeom>
            <a:ln w="1314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2705117" y="4488041"/>
              <a:ext cx="197485" cy="925194"/>
            </a:xfrm>
            <a:custGeom>
              <a:avLst/>
              <a:gdLst/>
              <a:ahLst/>
              <a:cxnLst/>
              <a:rect l="l" t="t" r="r" b="b"/>
              <a:pathLst>
                <a:path w="197485" h="925195">
                  <a:moveTo>
                    <a:pt x="98583" y="0"/>
                  </a:moveTo>
                  <a:lnTo>
                    <a:pt x="0" y="231294"/>
                  </a:lnTo>
                  <a:lnTo>
                    <a:pt x="49291" y="231294"/>
                  </a:lnTo>
                  <a:lnTo>
                    <a:pt x="49291" y="925179"/>
                  </a:lnTo>
                  <a:lnTo>
                    <a:pt x="147874" y="925179"/>
                  </a:lnTo>
                  <a:lnTo>
                    <a:pt x="147874" y="231294"/>
                  </a:lnTo>
                  <a:lnTo>
                    <a:pt x="197167" y="231294"/>
                  </a:lnTo>
                  <a:lnTo>
                    <a:pt x="98583" y="0"/>
                  </a:lnTo>
                  <a:close/>
                </a:path>
              </a:pathLst>
            </a:custGeom>
            <a:solidFill>
              <a:srgbClr val="FF26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2705117" y="4488040"/>
              <a:ext cx="197485" cy="925194"/>
            </a:xfrm>
            <a:custGeom>
              <a:avLst/>
              <a:gdLst/>
              <a:ahLst/>
              <a:cxnLst/>
              <a:rect l="l" t="t" r="r" b="b"/>
              <a:pathLst>
                <a:path w="197485" h="925195">
                  <a:moveTo>
                    <a:pt x="0" y="231295"/>
                  </a:moveTo>
                  <a:lnTo>
                    <a:pt x="98583" y="0"/>
                  </a:lnTo>
                  <a:lnTo>
                    <a:pt x="197167" y="231295"/>
                  </a:lnTo>
                  <a:lnTo>
                    <a:pt x="147875" y="231295"/>
                  </a:lnTo>
                  <a:lnTo>
                    <a:pt x="147875" y="925179"/>
                  </a:lnTo>
                  <a:lnTo>
                    <a:pt x="49291" y="925179"/>
                  </a:lnTo>
                  <a:lnTo>
                    <a:pt x="49291" y="231295"/>
                  </a:lnTo>
                  <a:lnTo>
                    <a:pt x="0" y="231295"/>
                  </a:lnTo>
                  <a:close/>
                </a:path>
              </a:pathLst>
            </a:custGeom>
            <a:ln w="13144">
              <a:solidFill>
                <a:srgbClr val="FF26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5137378" y="2090169"/>
              <a:ext cx="675005" cy="1524635"/>
            </a:xfrm>
            <a:custGeom>
              <a:avLst/>
              <a:gdLst/>
              <a:ahLst/>
              <a:cxnLst/>
              <a:rect l="l" t="t" r="r" b="b"/>
              <a:pathLst>
                <a:path w="675004" h="1524635">
                  <a:moveTo>
                    <a:pt x="0" y="887510"/>
                  </a:moveTo>
                  <a:lnTo>
                    <a:pt x="115489" y="1524064"/>
                  </a:lnTo>
                  <a:lnTo>
                    <a:pt x="674729" y="1320741"/>
                  </a:lnTo>
                  <a:lnTo>
                    <a:pt x="506050" y="1212435"/>
                  </a:lnTo>
                  <a:lnTo>
                    <a:pt x="530474" y="1152131"/>
                  </a:lnTo>
                  <a:lnTo>
                    <a:pt x="552769" y="1092631"/>
                  </a:lnTo>
                  <a:lnTo>
                    <a:pt x="572950" y="1034001"/>
                  </a:lnTo>
                  <a:lnTo>
                    <a:pt x="584915" y="995817"/>
                  </a:lnTo>
                  <a:lnTo>
                    <a:pt x="168678" y="995817"/>
                  </a:lnTo>
                  <a:lnTo>
                    <a:pt x="0" y="887510"/>
                  </a:lnTo>
                  <a:close/>
                </a:path>
                <a:path w="675004" h="1524635">
                  <a:moveTo>
                    <a:pt x="260052" y="0"/>
                  </a:moveTo>
                  <a:lnTo>
                    <a:pt x="287783" y="68198"/>
                  </a:lnTo>
                  <a:lnTo>
                    <a:pt x="298711" y="105069"/>
                  </a:lnTo>
                  <a:lnTo>
                    <a:pt x="307649" y="143515"/>
                  </a:lnTo>
                  <a:lnTo>
                    <a:pt x="314725" y="183979"/>
                  </a:lnTo>
                  <a:lnTo>
                    <a:pt x="319825" y="225872"/>
                  </a:lnTo>
                  <a:lnTo>
                    <a:pt x="322997" y="269290"/>
                  </a:lnTo>
                  <a:lnTo>
                    <a:pt x="324246" y="314160"/>
                  </a:lnTo>
                  <a:lnTo>
                    <a:pt x="323580" y="360407"/>
                  </a:lnTo>
                  <a:lnTo>
                    <a:pt x="321006" y="407957"/>
                  </a:lnTo>
                  <a:lnTo>
                    <a:pt x="316530" y="456737"/>
                  </a:lnTo>
                  <a:lnTo>
                    <a:pt x="310160" y="506671"/>
                  </a:lnTo>
                  <a:lnTo>
                    <a:pt x="301901" y="557686"/>
                  </a:lnTo>
                  <a:lnTo>
                    <a:pt x="291761" y="609708"/>
                  </a:lnTo>
                  <a:lnTo>
                    <a:pt x="279747" y="662663"/>
                  </a:lnTo>
                  <a:lnTo>
                    <a:pt x="265865" y="716475"/>
                  </a:lnTo>
                  <a:lnTo>
                    <a:pt x="250122" y="771072"/>
                  </a:lnTo>
                  <a:lnTo>
                    <a:pt x="232525" y="826379"/>
                  </a:lnTo>
                  <a:lnTo>
                    <a:pt x="213081" y="882321"/>
                  </a:lnTo>
                  <a:lnTo>
                    <a:pt x="191796" y="938825"/>
                  </a:lnTo>
                  <a:lnTo>
                    <a:pt x="168678" y="995817"/>
                  </a:lnTo>
                  <a:lnTo>
                    <a:pt x="584915" y="995817"/>
                  </a:lnTo>
                  <a:lnTo>
                    <a:pt x="607020" y="919607"/>
                  </a:lnTo>
                  <a:lnTo>
                    <a:pt x="620935" y="863972"/>
                  </a:lnTo>
                  <a:lnTo>
                    <a:pt x="632788" y="809466"/>
                  </a:lnTo>
                  <a:lnTo>
                    <a:pt x="642592" y="756152"/>
                  </a:lnTo>
                  <a:lnTo>
                    <a:pt x="650359" y="704095"/>
                  </a:lnTo>
                  <a:lnTo>
                    <a:pt x="656104" y="653360"/>
                  </a:lnTo>
                  <a:lnTo>
                    <a:pt x="659838" y="604012"/>
                  </a:lnTo>
                  <a:lnTo>
                    <a:pt x="661519" y="557686"/>
                  </a:lnTo>
                  <a:lnTo>
                    <a:pt x="661576" y="556114"/>
                  </a:lnTo>
                  <a:lnTo>
                    <a:pt x="661330" y="509733"/>
                  </a:lnTo>
                  <a:lnTo>
                    <a:pt x="659114" y="464932"/>
                  </a:lnTo>
                  <a:lnTo>
                    <a:pt x="654940" y="421777"/>
                  </a:lnTo>
                  <a:lnTo>
                    <a:pt x="648822" y="380331"/>
                  </a:lnTo>
                  <a:lnTo>
                    <a:pt x="640773" y="340659"/>
                  </a:lnTo>
                  <a:lnTo>
                    <a:pt x="630806" y="302827"/>
                  </a:lnTo>
                  <a:lnTo>
                    <a:pt x="605170" y="232938"/>
                  </a:lnTo>
                  <a:lnTo>
                    <a:pt x="572019" y="171182"/>
                  </a:lnTo>
                  <a:lnTo>
                    <a:pt x="531458" y="118075"/>
                  </a:lnTo>
                  <a:lnTo>
                    <a:pt x="483593" y="74135"/>
                  </a:lnTo>
                  <a:lnTo>
                    <a:pt x="428527" y="39878"/>
                  </a:lnTo>
                  <a:lnTo>
                    <a:pt x="366367" y="15823"/>
                  </a:lnTo>
                  <a:lnTo>
                    <a:pt x="297216" y="2487"/>
                  </a:lnTo>
                  <a:lnTo>
                    <a:pt x="260052" y="0"/>
                  </a:lnTo>
                  <a:close/>
                </a:path>
              </a:pathLst>
            </a:custGeom>
            <a:solidFill>
              <a:srgbClr val="FFFB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3903394" y="1873027"/>
              <a:ext cx="1694814" cy="1091565"/>
            </a:xfrm>
            <a:custGeom>
              <a:avLst/>
              <a:gdLst/>
              <a:ahLst/>
              <a:cxnLst/>
              <a:rect l="l" t="t" r="r" b="b"/>
              <a:pathLst>
                <a:path w="1694814" h="1091564">
                  <a:moveTo>
                    <a:pt x="1145170" y="0"/>
                  </a:moveTo>
                  <a:lnTo>
                    <a:pt x="1076095" y="4207"/>
                  </a:lnTo>
                  <a:lnTo>
                    <a:pt x="1004068" y="17294"/>
                  </a:lnTo>
                  <a:lnTo>
                    <a:pt x="967086" y="27084"/>
                  </a:lnTo>
                  <a:lnTo>
                    <a:pt x="929532" y="38994"/>
                  </a:lnTo>
                  <a:lnTo>
                    <a:pt x="891461" y="52992"/>
                  </a:lnTo>
                  <a:lnTo>
                    <a:pt x="852928" y="69043"/>
                  </a:lnTo>
                  <a:lnTo>
                    <a:pt x="813988" y="87116"/>
                  </a:lnTo>
                  <a:lnTo>
                    <a:pt x="774697" y="107176"/>
                  </a:lnTo>
                  <a:lnTo>
                    <a:pt x="735109" y="129191"/>
                  </a:lnTo>
                  <a:lnTo>
                    <a:pt x="695280" y="153127"/>
                  </a:lnTo>
                  <a:lnTo>
                    <a:pt x="655265" y="178951"/>
                  </a:lnTo>
                  <a:lnTo>
                    <a:pt x="615119" y="206630"/>
                  </a:lnTo>
                  <a:lnTo>
                    <a:pt x="574897" y="236132"/>
                  </a:lnTo>
                  <a:lnTo>
                    <a:pt x="534654" y="267422"/>
                  </a:lnTo>
                  <a:lnTo>
                    <a:pt x="494447" y="300467"/>
                  </a:lnTo>
                  <a:lnTo>
                    <a:pt x="454329" y="335235"/>
                  </a:lnTo>
                  <a:lnTo>
                    <a:pt x="414356" y="371693"/>
                  </a:lnTo>
                  <a:lnTo>
                    <a:pt x="374583" y="409806"/>
                  </a:lnTo>
                  <a:lnTo>
                    <a:pt x="335065" y="449543"/>
                  </a:lnTo>
                  <a:lnTo>
                    <a:pt x="295858" y="490869"/>
                  </a:lnTo>
                  <a:lnTo>
                    <a:pt x="257017" y="533752"/>
                  </a:lnTo>
                  <a:lnTo>
                    <a:pt x="218596" y="578158"/>
                  </a:lnTo>
                  <a:lnTo>
                    <a:pt x="180652" y="624055"/>
                  </a:lnTo>
                  <a:lnTo>
                    <a:pt x="143238" y="671409"/>
                  </a:lnTo>
                  <a:lnTo>
                    <a:pt x="106411" y="720187"/>
                  </a:lnTo>
                  <a:lnTo>
                    <a:pt x="70226" y="770356"/>
                  </a:lnTo>
                  <a:lnTo>
                    <a:pt x="34737" y="821883"/>
                  </a:lnTo>
                  <a:lnTo>
                    <a:pt x="0" y="874734"/>
                  </a:lnTo>
                  <a:lnTo>
                    <a:pt x="337370" y="1091354"/>
                  </a:lnTo>
                  <a:lnTo>
                    <a:pt x="372107" y="1038503"/>
                  </a:lnTo>
                  <a:lnTo>
                    <a:pt x="407596" y="986976"/>
                  </a:lnTo>
                  <a:lnTo>
                    <a:pt x="443782" y="936807"/>
                  </a:lnTo>
                  <a:lnTo>
                    <a:pt x="480609" y="888029"/>
                  </a:lnTo>
                  <a:lnTo>
                    <a:pt x="518023" y="840675"/>
                  </a:lnTo>
                  <a:lnTo>
                    <a:pt x="555967" y="794778"/>
                  </a:lnTo>
                  <a:lnTo>
                    <a:pt x="594388" y="750372"/>
                  </a:lnTo>
                  <a:lnTo>
                    <a:pt x="633230" y="707489"/>
                  </a:lnTo>
                  <a:lnTo>
                    <a:pt x="672437" y="666163"/>
                  </a:lnTo>
                  <a:lnTo>
                    <a:pt x="711954" y="626426"/>
                  </a:lnTo>
                  <a:lnTo>
                    <a:pt x="751727" y="588313"/>
                  </a:lnTo>
                  <a:lnTo>
                    <a:pt x="791700" y="551855"/>
                  </a:lnTo>
                  <a:lnTo>
                    <a:pt x="831818" y="517087"/>
                  </a:lnTo>
                  <a:lnTo>
                    <a:pt x="872026" y="484042"/>
                  </a:lnTo>
                  <a:lnTo>
                    <a:pt x="912268" y="452752"/>
                  </a:lnTo>
                  <a:lnTo>
                    <a:pt x="952490" y="423250"/>
                  </a:lnTo>
                  <a:lnTo>
                    <a:pt x="992636" y="395571"/>
                  </a:lnTo>
                  <a:lnTo>
                    <a:pt x="1032651" y="369747"/>
                  </a:lnTo>
                  <a:lnTo>
                    <a:pt x="1072480" y="345811"/>
                  </a:lnTo>
                  <a:lnTo>
                    <a:pt x="1112068" y="323796"/>
                  </a:lnTo>
                  <a:lnTo>
                    <a:pt x="1151360" y="303736"/>
                  </a:lnTo>
                  <a:lnTo>
                    <a:pt x="1190300" y="285664"/>
                  </a:lnTo>
                  <a:lnTo>
                    <a:pt x="1228833" y="269612"/>
                  </a:lnTo>
                  <a:lnTo>
                    <a:pt x="1266904" y="255614"/>
                  </a:lnTo>
                  <a:lnTo>
                    <a:pt x="1304458" y="243704"/>
                  </a:lnTo>
                  <a:lnTo>
                    <a:pt x="1341440" y="233914"/>
                  </a:lnTo>
                  <a:lnTo>
                    <a:pt x="1413466" y="220827"/>
                  </a:lnTo>
                  <a:lnTo>
                    <a:pt x="1482541" y="216620"/>
                  </a:lnTo>
                  <a:lnTo>
                    <a:pt x="1602763" y="216620"/>
                  </a:lnTo>
                  <a:lnTo>
                    <a:pt x="1357321" y="59026"/>
                  </a:lnTo>
                  <a:lnTo>
                    <a:pt x="1302050" y="30068"/>
                  </a:lnTo>
                  <a:lnTo>
                    <a:pt x="1242284" y="10917"/>
                  </a:lnTo>
                  <a:lnTo>
                    <a:pt x="1178463" y="1308"/>
                  </a:lnTo>
                  <a:lnTo>
                    <a:pt x="1145170" y="0"/>
                  </a:lnTo>
                  <a:close/>
                </a:path>
                <a:path w="1694814" h="1091564">
                  <a:moveTo>
                    <a:pt x="1602763" y="216620"/>
                  </a:moveTo>
                  <a:lnTo>
                    <a:pt x="1482541" y="216620"/>
                  </a:lnTo>
                  <a:lnTo>
                    <a:pt x="1515834" y="217928"/>
                  </a:lnTo>
                  <a:lnTo>
                    <a:pt x="1548224" y="221556"/>
                  </a:lnTo>
                  <a:lnTo>
                    <a:pt x="1610073" y="235903"/>
                  </a:lnTo>
                  <a:lnTo>
                    <a:pt x="1667647" y="259924"/>
                  </a:lnTo>
                  <a:lnTo>
                    <a:pt x="1694693" y="275646"/>
                  </a:lnTo>
                  <a:lnTo>
                    <a:pt x="1602763" y="216620"/>
                  </a:lnTo>
                  <a:close/>
                </a:path>
              </a:pathLst>
            </a:custGeom>
            <a:solidFill>
              <a:srgbClr val="D6D3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3903394" y="1873027"/>
              <a:ext cx="1908810" cy="1741805"/>
            </a:xfrm>
            <a:custGeom>
              <a:avLst/>
              <a:gdLst/>
              <a:ahLst/>
              <a:cxnLst/>
              <a:rect l="l" t="t" r="r" b="b"/>
              <a:pathLst>
                <a:path w="1908810" h="1741804">
                  <a:moveTo>
                    <a:pt x="1694692" y="275646"/>
                  </a:moveTo>
                  <a:lnTo>
                    <a:pt x="1667646" y="259924"/>
                  </a:lnTo>
                  <a:lnTo>
                    <a:pt x="1639421" y="246688"/>
                  </a:lnTo>
                  <a:lnTo>
                    <a:pt x="1579655" y="227537"/>
                  </a:lnTo>
                  <a:lnTo>
                    <a:pt x="1515834" y="217928"/>
                  </a:lnTo>
                  <a:lnTo>
                    <a:pt x="1482541" y="216619"/>
                  </a:lnTo>
                  <a:lnTo>
                    <a:pt x="1448400" y="217597"/>
                  </a:lnTo>
                  <a:lnTo>
                    <a:pt x="1377794" y="226277"/>
                  </a:lnTo>
                  <a:lnTo>
                    <a:pt x="1304457" y="243704"/>
                  </a:lnTo>
                  <a:lnTo>
                    <a:pt x="1266903" y="255614"/>
                  </a:lnTo>
                  <a:lnTo>
                    <a:pt x="1228832" y="269612"/>
                  </a:lnTo>
                  <a:lnTo>
                    <a:pt x="1190299" y="285663"/>
                  </a:lnTo>
                  <a:lnTo>
                    <a:pt x="1151359" y="303736"/>
                  </a:lnTo>
                  <a:lnTo>
                    <a:pt x="1112068" y="323796"/>
                  </a:lnTo>
                  <a:lnTo>
                    <a:pt x="1072480" y="345810"/>
                  </a:lnTo>
                  <a:lnTo>
                    <a:pt x="1032651" y="369746"/>
                  </a:lnTo>
                  <a:lnTo>
                    <a:pt x="992636" y="395571"/>
                  </a:lnTo>
                  <a:lnTo>
                    <a:pt x="952490" y="423250"/>
                  </a:lnTo>
                  <a:lnTo>
                    <a:pt x="912268" y="452751"/>
                  </a:lnTo>
                  <a:lnTo>
                    <a:pt x="872025" y="484041"/>
                  </a:lnTo>
                  <a:lnTo>
                    <a:pt x="831818" y="517087"/>
                  </a:lnTo>
                  <a:lnTo>
                    <a:pt x="791700" y="551855"/>
                  </a:lnTo>
                  <a:lnTo>
                    <a:pt x="751727" y="588312"/>
                  </a:lnTo>
                  <a:lnTo>
                    <a:pt x="711954" y="626426"/>
                  </a:lnTo>
                  <a:lnTo>
                    <a:pt x="672437" y="666162"/>
                  </a:lnTo>
                  <a:lnTo>
                    <a:pt x="633229" y="707489"/>
                  </a:lnTo>
                  <a:lnTo>
                    <a:pt x="594388" y="750371"/>
                  </a:lnTo>
                  <a:lnTo>
                    <a:pt x="555967" y="794778"/>
                  </a:lnTo>
                  <a:lnTo>
                    <a:pt x="518023" y="840675"/>
                  </a:lnTo>
                  <a:lnTo>
                    <a:pt x="480609" y="888029"/>
                  </a:lnTo>
                  <a:lnTo>
                    <a:pt x="443782" y="936807"/>
                  </a:lnTo>
                  <a:lnTo>
                    <a:pt x="407596" y="986976"/>
                  </a:lnTo>
                  <a:lnTo>
                    <a:pt x="372107" y="1038502"/>
                  </a:lnTo>
                  <a:lnTo>
                    <a:pt x="337370" y="1091353"/>
                  </a:lnTo>
                  <a:lnTo>
                    <a:pt x="0" y="874734"/>
                  </a:lnTo>
                  <a:lnTo>
                    <a:pt x="34737" y="821882"/>
                  </a:lnTo>
                  <a:lnTo>
                    <a:pt x="70226" y="770356"/>
                  </a:lnTo>
                  <a:lnTo>
                    <a:pt x="106411" y="720187"/>
                  </a:lnTo>
                  <a:lnTo>
                    <a:pt x="143238" y="671409"/>
                  </a:lnTo>
                  <a:lnTo>
                    <a:pt x="180652" y="624055"/>
                  </a:lnTo>
                  <a:lnTo>
                    <a:pt x="218596" y="578158"/>
                  </a:lnTo>
                  <a:lnTo>
                    <a:pt x="257017" y="533752"/>
                  </a:lnTo>
                  <a:lnTo>
                    <a:pt x="295858" y="490869"/>
                  </a:lnTo>
                  <a:lnTo>
                    <a:pt x="335065" y="449542"/>
                  </a:lnTo>
                  <a:lnTo>
                    <a:pt x="374583" y="409806"/>
                  </a:lnTo>
                  <a:lnTo>
                    <a:pt x="414356" y="371692"/>
                  </a:lnTo>
                  <a:lnTo>
                    <a:pt x="454329" y="335235"/>
                  </a:lnTo>
                  <a:lnTo>
                    <a:pt x="494447" y="300467"/>
                  </a:lnTo>
                  <a:lnTo>
                    <a:pt x="534654" y="267421"/>
                  </a:lnTo>
                  <a:lnTo>
                    <a:pt x="574897" y="236131"/>
                  </a:lnTo>
                  <a:lnTo>
                    <a:pt x="615118" y="206630"/>
                  </a:lnTo>
                  <a:lnTo>
                    <a:pt x="655264" y="178951"/>
                  </a:lnTo>
                  <a:lnTo>
                    <a:pt x="695280" y="153127"/>
                  </a:lnTo>
                  <a:lnTo>
                    <a:pt x="735109" y="129191"/>
                  </a:lnTo>
                  <a:lnTo>
                    <a:pt x="774696" y="107176"/>
                  </a:lnTo>
                  <a:lnTo>
                    <a:pt x="813988" y="87116"/>
                  </a:lnTo>
                  <a:lnTo>
                    <a:pt x="852928" y="69043"/>
                  </a:lnTo>
                  <a:lnTo>
                    <a:pt x="891461" y="52992"/>
                  </a:lnTo>
                  <a:lnTo>
                    <a:pt x="929532" y="38994"/>
                  </a:lnTo>
                  <a:lnTo>
                    <a:pt x="967086" y="27084"/>
                  </a:lnTo>
                  <a:lnTo>
                    <a:pt x="1004068" y="17294"/>
                  </a:lnTo>
                  <a:lnTo>
                    <a:pt x="1076094" y="4207"/>
                  </a:lnTo>
                  <a:lnTo>
                    <a:pt x="1145169" y="0"/>
                  </a:lnTo>
                  <a:lnTo>
                    <a:pt x="1178462" y="1308"/>
                  </a:lnTo>
                  <a:lnTo>
                    <a:pt x="1242283" y="10917"/>
                  </a:lnTo>
                  <a:lnTo>
                    <a:pt x="1302050" y="30068"/>
                  </a:lnTo>
                  <a:lnTo>
                    <a:pt x="1357320" y="59026"/>
                  </a:lnTo>
                  <a:lnTo>
                    <a:pt x="1694692" y="275646"/>
                  </a:lnTo>
                  <a:lnTo>
                    <a:pt x="1722531" y="295508"/>
                  </a:lnTo>
                  <a:lnTo>
                    <a:pt x="1748307" y="317968"/>
                  </a:lnTo>
                  <a:lnTo>
                    <a:pt x="1793660" y="370366"/>
                  </a:lnTo>
                  <a:lnTo>
                    <a:pt x="1830724" y="432201"/>
                  </a:lnTo>
                  <a:lnTo>
                    <a:pt x="1859476" y="502838"/>
                  </a:lnTo>
                  <a:lnTo>
                    <a:pt x="1870727" y="541258"/>
                  </a:lnTo>
                  <a:lnTo>
                    <a:pt x="1879890" y="581639"/>
                  </a:lnTo>
                  <a:lnTo>
                    <a:pt x="1886962" y="623903"/>
                  </a:lnTo>
                  <a:lnTo>
                    <a:pt x="1891941" y="667969"/>
                  </a:lnTo>
                  <a:lnTo>
                    <a:pt x="1894822" y="713758"/>
                  </a:lnTo>
                  <a:lnTo>
                    <a:pt x="1895604" y="761190"/>
                  </a:lnTo>
                  <a:lnTo>
                    <a:pt x="1894282" y="810186"/>
                  </a:lnTo>
                  <a:lnTo>
                    <a:pt x="1890854" y="860666"/>
                  </a:lnTo>
                  <a:lnTo>
                    <a:pt x="1885316" y="912550"/>
                  </a:lnTo>
                  <a:lnTo>
                    <a:pt x="1877666" y="965759"/>
                  </a:lnTo>
                  <a:lnTo>
                    <a:pt x="1867900" y="1020213"/>
                  </a:lnTo>
                  <a:lnTo>
                    <a:pt x="1856015" y="1075833"/>
                  </a:lnTo>
                  <a:lnTo>
                    <a:pt x="1842008" y="1132540"/>
                  </a:lnTo>
                  <a:lnTo>
                    <a:pt x="1825876" y="1190252"/>
                  </a:lnTo>
                  <a:lnTo>
                    <a:pt x="1807616" y="1248892"/>
                  </a:lnTo>
                  <a:lnTo>
                    <a:pt x="1787224" y="1308379"/>
                  </a:lnTo>
                  <a:lnTo>
                    <a:pt x="1764698" y="1368634"/>
                  </a:lnTo>
                  <a:lnTo>
                    <a:pt x="1740034" y="1429577"/>
                  </a:lnTo>
                  <a:lnTo>
                    <a:pt x="1908713" y="1537884"/>
                  </a:lnTo>
                  <a:lnTo>
                    <a:pt x="1349474" y="1741206"/>
                  </a:lnTo>
                  <a:lnTo>
                    <a:pt x="1233984" y="1104652"/>
                  </a:lnTo>
                  <a:lnTo>
                    <a:pt x="1402662" y="1212958"/>
                  </a:lnTo>
                  <a:lnTo>
                    <a:pt x="1425780" y="1155966"/>
                  </a:lnTo>
                  <a:lnTo>
                    <a:pt x="1447065" y="1099462"/>
                  </a:lnTo>
                  <a:lnTo>
                    <a:pt x="1466509" y="1043520"/>
                  </a:lnTo>
                  <a:lnTo>
                    <a:pt x="1484105" y="988213"/>
                  </a:lnTo>
                  <a:lnTo>
                    <a:pt x="1499848" y="933617"/>
                  </a:lnTo>
                  <a:lnTo>
                    <a:pt x="1513730" y="879804"/>
                  </a:lnTo>
                  <a:lnTo>
                    <a:pt x="1525744" y="826850"/>
                  </a:lnTo>
                  <a:lnTo>
                    <a:pt x="1535884" y="774828"/>
                  </a:lnTo>
                  <a:lnTo>
                    <a:pt x="1544143" y="723813"/>
                  </a:lnTo>
                  <a:lnTo>
                    <a:pt x="1550514" y="673879"/>
                  </a:lnTo>
                  <a:lnTo>
                    <a:pt x="1554990" y="625099"/>
                  </a:lnTo>
                  <a:lnTo>
                    <a:pt x="1557564" y="577549"/>
                  </a:lnTo>
                  <a:lnTo>
                    <a:pt x="1558230" y="531302"/>
                  </a:lnTo>
                  <a:lnTo>
                    <a:pt x="1556981" y="486432"/>
                  </a:lnTo>
                  <a:lnTo>
                    <a:pt x="1553809" y="443014"/>
                  </a:lnTo>
                  <a:lnTo>
                    <a:pt x="1548709" y="401122"/>
                  </a:lnTo>
                  <a:lnTo>
                    <a:pt x="1541673" y="360829"/>
                  </a:lnTo>
                  <a:lnTo>
                    <a:pt x="1532694" y="322211"/>
                  </a:lnTo>
                  <a:lnTo>
                    <a:pt x="1521767" y="285341"/>
                  </a:lnTo>
                  <a:lnTo>
                    <a:pt x="1508883" y="250293"/>
                  </a:lnTo>
                  <a:lnTo>
                    <a:pt x="1494036" y="217142"/>
                  </a:lnTo>
                </a:path>
              </a:pathLst>
            </a:custGeom>
            <a:ln w="13145">
              <a:solidFill>
                <a:srgbClr val="73A4F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4249803" y="1357690"/>
              <a:ext cx="1490345" cy="467995"/>
            </a:xfrm>
            <a:custGeom>
              <a:avLst/>
              <a:gdLst/>
              <a:ahLst/>
              <a:cxnLst/>
              <a:rect l="l" t="t" r="r" b="b"/>
              <a:pathLst>
                <a:path w="1490345" h="467994">
                  <a:moveTo>
                    <a:pt x="99636" y="160781"/>
                  </a:moveTo>
                  <a:lnTo>
                    <a:pt x="0" y="221009"/>
                  </a:lnTo>
                  <a:lnTo>
                    <a:pt x="269" y="221009"/>
                  </a:lnTo>
                  <a:lnTo>
                    <a:pt x="147705" y="464991"/>
                  </a:lnTo>
                  <a:lnTo>
                    <a:pt x="209403" y="427697"/>
                  </a:lnTo>
                  <a:lnTo>
                    <a:pt x="96940" y="241589"/>
                  </a:lnTo>
                  <a:lnTo>
                    <a:pt x="181775" y="241589"/>
                  </a:lnTo>
                  <a:lnTo>
                    <a:pt x="99636" y="160781"/>
                  </a:lnTo>
                  <a:close/>
                </a:path>
                <a:path w="1490345" h="467994">
                  <a:moveTo>
                    <a:pt x="181775" y="241589"/>
                  </a:moveTo>
                  <a:lnTo>
                    <a:pt x="96940" y="241589"/>
                  </a:lnTo>
                  <a:lnTo>
                    <a:pt x="256907" y="398983"/>
                  </a:lnTo>
                  <a:lnTo>
                    <a:pt x="312800" y="365197"/>
                  </a:lnTo>
                  <a:lnTo>
                    <a:pt x="289021" y="286409"/>
                  </a:lnTo>
                  <a:lnTo>
                    <a:pt x="227332" y="286409"/>
                  </a:lnTo>
                  <a:lnTo>
                    <a:pt x="181775" y="241589"/>
                  </a:lnTo>
                  <a:close/>
                </a:path>
                <a:path w="1490345" h="467994">
                  <a:moveTo>
                    <a:pt x="332183" y="150310"/>
                  </a:moveTo>
                  <a:lnTo>
                    <a:pt x="247947" y="150310"/>
                  </a:lnTo>
                  <a:lnTo>
                    <a:pt x="360409" y="336417"/>
                  </a:lnTo>
                  <a:lnTo>
                    <a:pt x="422109" y="299124"/>
                  </a:lnTo>
                  <a:lnTo>
                    <a:pt x="332183" y="150310"/>
                  </a:lnTo>
                  <a:close/>
                </a:path>
                <a:path w="1490345" h="467994">
                  <a:moveTo>
                    <a:pt x="553141" y="85875"/>
                  </a:moveTo>
                  <a:lnTo>
                    <a:pt x="498892" y="93562"/>
                  </a:lnTo>
                  <a:lnTo>
                    <a:pt x="458575" y="115039"/>
                  </a:lnTo>
                  <a:lnTo>
                    <a:pt x="432011" y="149108"/>
                  </a:lnTo>
                  <a:lnTo>
                    <a:pt x="421963" y="190042"/>
                  </a:lnTo>
                  <a:lnTo>
                    <a:pt x="423305" y="212726"/>
                  </a:lnTo>
                  <a:lnTo>
                    <a:pt x="439352" y="256840"/>
                  </a:lnTo>
                  <a:lnTo>
                    <a:pt x="472613" y="288561"/>
                  </a:lnTo>
                  <a:lnTo>
                    <a:pt x="510463" y="302168"/>
                  </a:lnTo>
                  <a:lnTo>
                    <a:pt x="532225" y="303750"/>
                  </a:lnTo>
                  <a:lnTo>
                    <a:pt x="555878" y="301852"/>
                  </a:lnTo>
                  <a:lnTo>
                    <a:pt x="603929" y="287036"/>
                  </a:lnTo>
                  <a:lnTo>
                    <a:pt x="637790" y="258907"/>
                  </a:lnTo>
                  <a:lnTo>
                    <a:pt x="643709" y="249365"/>
                  </a:lnTo>
                  <a:lnTo>
                    <a:pt x="540247" y="249365"/>
                  </a:lnTo>
                  <a:lnTo>
                    <a:pt x="532607" y="247979"/>
                  </a:lnTo>
                  <a:lnTo>
                    <a:pt x="504339" y="213918"/>
                  </a:lnTo>
                  <a:lnTo>
                    <a:pt x="504284" y="213758"/>
                  </a:lnTo>
                  <a:lnTo>
                    <a:pt x="501699" y="201040"/>
                  </a:lnTo>
                  <a:lnTo>
                    <a:pt x="500685" y="190042"/>
                  </a:lnTo>
                  <a:lnTo>
                    <a:pt x="500575" y="188846"/>
                  </a:lnTo>
                  <a:lnTo>
                    <a:pt x="511932" y="152466"/>
                  </a:lnTo>
                  <a:lnTo>
                    <a:pt x="540919" y="141406"/>
                  </a:lnTo>
                  <a:lnTo>
                    <a:pt x="646508" y="141406"/>
                  </a:lnTo>
                  <a:lnTo>
                    <a:pt x="645551" y="139120"/>
                  </a:lnTo>
                  <a:lnTo>
                    <a:pt x="635192" y="123428"/>
                  </a:lnTo>
                  <a:lnTo>
                    <a:pt x="621932" y="109865"/>
                  </a:lnTo>
                  <a:lnTo>
                    <a:pt x="602089" y="96856"/>
                  </a:lnTo>
                  <a:lnTo>
                    <a:pt x="579159" y="88860"/>
                  </a:lnTo>
                  <a:lnTo>
                    <a:pt x="553141" y="85875"/>
                  </a:lnTo>
                  <a:close/>
                </a:path>
                <a:path w="1490345" h="467994">
                  <a:moveTo>
                    <a:pt x="274601" y="55021"/>
                  </a:moveTo>
                  <a:lnTo>
                    <a:pt x="175566" y="114885"/>
                  </a:lnTo>
                  <a:lnTo>
                    <a:pt x="227332" y="286409"/>
                  </a:lnTo>
                  <a:lnTo>
                    <a:pt x="289021" y="286409"/>
                  </a:lnTo>
                  <a:lnTo>
                    <a:pt x="247947" y="150310"/>
                  </a:lnTo>
                  <a:lnTo>
                    <a:pt x="332183" y="150310"/>
                  </a:lnTo>
                  <a:lnTo>
                    <a:pt x="274601" y="55021"/>
                  </a:lnTo>
                  <a:close/>
                </a:path>
                <a:path w="1490345" h="467994">
                  <a:moveTo>
                    <a:pt x="646508" y="141406"/>
                  </a:moveTo>
                  <a:lnTo>
                    <a:pt x="540919" y="141406"/>
                  </a:lnTo>
                  <a:lnTo>
                    <a:pt x="548359" y="142803"/>
                  </a:lnTo>
                  <a:lnTo>
                    <a:pt x="555393" y="145925"/>
                  </a:lnTo>
                  <a:lnTo>
                    <a:pt x="578696" y="188283"/>
                  </a:lnTo>
                  <a:lnTo>
                    <a:pt x="579859" y="199726"/>
                  </a:lnTo>
                  <a:lnTo>
                    <a:pt x="579986" y="201040"/>
                  </a:lnTo>
                  <a:lnTo>
                    <a:pt x="580104" y="202260"/>
                  </a:lnTo>
                  <a:lnTo>
                    <a:pt x="579789" y="212726"/>
                  </a:lnTo>
                  <a:lnTo>
                    <a:pt x="579753" y="213918"/>
                  </a:lnTo>
                  <a:lnTo>
                    <a:pt x="556285" y="247005"/>
                  </a:lnTo>
                  <a:lnTo>
                    <a:pt x="540247" y="249365"/>
                  </a:lnTo>
                  <a:lnTo>
                    <a:pt x="643709" y="249365"/>
                  </a:lnTo>
                  <a:lnTo>
                    <a:pt x="649062" y="240735"/>
                  </a:lnTo>
                  <a:lnTo>
                    <a:pt x="656116" y="221009"/>
                  </a:lnTo>
                  <a:lnTo>
                    <a:pt x="658951" y="199726"/>
                  </a:lnTo>
                  <a:lnTo>
                    <a:pt x="657577" y="177045"/>
                  </a:lnTo>
                  <a:lnTo>
                    <a:pt x="657473" y="176471"/>
                  </a:lnTo>
                  <a:lnTo>
                    <a:pt x="653123" y="157434"/>
                  </a:lnTo>
                  <a:lnTo>
                    <a:pt x="653010" y="156940"/>
                  </a:lnTo>
                  <a:lnTo>
                    <a:pt x="646508" y="141406"/>
                  </a:lnTo>
                  <a:close/>
                </a:path>
                <a:path w="1490345" h="467994">
                  <a:moveTo>
                    <a:pt x="914140" y="254684"/>
                  </a:moveTo>
                  <a:lnTo>
                    <a:pt x="839878" y="254684"/>
                  </a:lnTo>
                  <a:lnTo>
                    <a:pt x="838823" y="283614"/>
                  </a:lnTo>
                  <a:lnTo>
                    <a:pt x="838764" y="285244"/>
                  </a:lnTo>
                  <a:lnTo>
                    <a:pt x="912928" y="287947"/>
                  </a:lnTo>
                  <a:lnTo>
                    <a:pt x="914140" y="254684"/>
                  </a:lnTo>
                  <a:close/>
                </a:path>
                <a:path w="1490345" h="467994">
                  <a:moveTo>
                    <a:pt x="780398" y="71451"/>
                  </a:moveTo>
                  <a:lnTo>
                    <a:pt x="730496" y="84988"/>
                  </a:lnTo>
                  <a:lnTo>
                    <a:pt x="697293" y="129066"/>
                  </a:lnTo>
                  <a:lnTo>
                    <a:pt x="689494" y="174219"/>
                  </a:lnTo>
                  <a:lnTo>
                    <a:pt x="689966" y="192086"/>
                  </a:lnTo>
                  <a:lnTo>
                    <a:pt x="690079" y="196383"/>
                  </a:lnTo>
                  <a:lnTo>
                    <a:pt x="699781" y="235833"/>
                  </a:lnTo>
                  <a:lnTo>
                    <a:pt x="735248" y="278211"/>
                  </a:lnTo>
                  <a:lnTo>
                    <a:pt x="772137" y="287599"/>
                  </a:lnTo>
                  <a:lnTo>
                    <a:pt x="782407" y="287411"/>
                  </a:lnTo>
                  <a:lnTo>
                    <a:pt x="824419" y="270494"/>
                  </a:lnTo>
                  <a:lnTo>
                    <a:pt x="839878" y="254684"/>
                  </a:lnTo>
                  <a:lnTo>
                    <a:pt x="914140" y="254684"/>
                  </a:lnTo>
                  <a:lnTo>
                    <a:pt x="915024" y="230422"/>
                  </a:lnTo>
                  <a:lnTo>
                    <a:pt x="800158" y="230422"/>
                  </a:lnTo>
                  <a:lnTo>
                    <a:pt x="793393" y="229436"/>
                  </a:lnTo>
                  <a:lnTo>
                    <a:pt x="768757" y="192086"/>
                  </a:lnTo>
                  <a:lnTo>
                    <a:pt x="768589" y="180229"/>
                  </a:lnTo>
                  <a:lnTo>
                    <a:pt x="769629" y="167666"/>
                  </a:lnTo>
                  <a:lnTo>
                    <a:pt x="790041" y="133680"/>
                  </a:lnTo>
                  <a:lnTo>
                    <a:pt x="802800" y="131263"/>
                  </a:lnTo>
                  <a:lnTo>
                    <a:pt x="918637" y="131263"/>
                  </a:lnTo>
                  <a:lnTo>
                    <a:pt x="919832" y="98458"/>
                  </a:lnTo>
                  <a:lnTo>
                    <a:pt x="839721" y="98458"/>
                  </a:lnTo>
                  <a:lnTo>
                    <a:pt x="833893" y="92421"/>
                  </a:lnTo>
                  <a:lnTo>
                    <a:pt x="827611" y="87145"/>
                  </a:lnTo>
                  <a:lnTo>
                    <a:pt x="789399" y="72167"/>
                  </a:lnTo>
                  <a:lnTo>
                    <a:pt x="780398" y="71451"/>
                  </a:lnTo>
                  <a:close/>
                </a:path>
                <a:path w="1490345" h="467994">
                  <a:moveTo>
                    <a:pt x="918637" y="131263"/>
                  </a:moveTo>
                  <a:lnTo>
                    <a:pt x="802800" y="131263"/>
                  </a:lnTo>
                  <a:lnTo>
                    <a:pt x="810288" y="132287"/>
                  </a:lnTo>
                  <a:lnTo>
                    <a:pt x="817042" y="134786"/>
                  </a:lnTo>
                  <a:lnTo>
                    <a:pt x="837074" y="169533"/>
                  </a:lnTo>
                  <a:lnTo>
                    <a:pt x="837167" y="174219"/>
                  </a:lnTo>
                  <a:lnTo>
                    <a:pt x="837286" y="180229"/>
                  </a:lnTo>
                  <a:lnTo>
                    <a:pt x="837301" y="180977"/>
                  </a:lnTo>
                  <a:lnTo>
                    <a:pt x="836335" y="192086"/>
                  </a:lnTo>
                  <a:lnTo>
                    <a:pt x="836214" y="193479"/>
                  </a:lnTo>
                  <a:lnTo>
                    <a:pt x="814132" y="227952"/>
                  </a:lnTo>
                  <a:lnTo>
                    <a:pt x="800158" y="230422"/>
                  </a:lnTo>
                  <a:lnTo>
                    <a:pt x="915024" y="230422"/>
                  </a:lnTo>
                  <a:lnTo>
                    <a:pt x="918165" y="144212"/>
                  </a:lnTo>
                  <a:lnTo>
                    <a:pt x="918248" y="141935"/>
                  </a:lnTo>
                  <a:lnTo>
                    <a:pt x="918363" y="138761"/>
                  </a:lnTo>
                  <a:lnTo>
                    <a:pt x="918425" y="137078"/>
                  </a:lnTo>
                  <a:lnTo>
                    <a:pt x="918548" y="133680"/>
                  </a:lnTo>
                  <a:lnTo>
                    <a:pt x="918637" y="131263"/>
                  </a:lnTo>
                  <a:close/>
                </a:path>
                <a:path w="1490345" h="467994">
                  <a:moveTo>
                    <a:pt x="843309" y="0"/>
                  </a:moveTo>
                  <a:lnTo>
                    <a:pt x="839795" y="96437"/>
                  </a:lnTo>
                  <a:lnTo>
                    <a:pt x="839721" y="98458"/>
                  </a:lnTo>
                  <a:lnTo>
                    <a:pt x="919832" y="98458"/>
                  </a:lnTo>
                  <a:lnTo>
                    <a:pt x="923313" y="2915"/>
                  </a:lnTo>
                  <a:lnTo>
                    <a:pt x="843309" y="0"/>
                  </a:lnTo>
                  <a:close/>
                </a:path>
                <a:path w="1490345" h="467994">
                  <a:moveTo>
                    <a:pt x="988207" y="93299"/>
                  </a:moveTo>
                  <a:lnTo>
                    <a:pt x="950695" y="296611"/>
                  </a:lnTo>
                  <a:lnTo>
                    <a:pt x="1028640" y="310996"/>
                  </a:lnTo>
                  <a:lnTo>
                    <a:pt x="1066152" y="107684"/>
                  </a:lnTo>
                  <a:lnTo>
                    <a:pt x="988207" y="93299"/>
                  </a:lnTo>
                  <a:close/>
                </a:path>
                <a:path w="1490345" h="467994">
                  <a:moveTo>
                    <a:pt x="1163242" y="354838"/>
                  </a:moveTo>
                  <a:lnTo>
                    <a:pt x="1130442" y="399784"/>
                  </a:lnTo>
                  <a:lnTo>
                    <a:pt x="1141377" y="412594"/>
                  </a:lnTo>
                  <a:lnTo>
                    <a:pt x="1150988" y="423397"/>
                  </a:lnTo>
                  <a:lnTo>
                    <a:pt x="1181572" y="451475"/>
                  </a:lnTo>
                  <a:lnTo>
                    <a:pt x="1225075" y="467734"/>
                  </a:lnTo>
                  <a:lnTo>
                    <a:pt x="1235902" y="466660"/>
                  </a:lnTo>
                  <a:lnTo>
                    <a:pt x="1248739" y="463288"/>
                  </a:lnTo>
                  <a:lnTo>
                    <a:pt x="1263585" y="457620"/>
                  </a:lnTo>
                  <a:lnTo>
                    <a:pt x="1280439" y="449656"/>
                  </a:lnTo>
                  <a:lnTo>
                    <a:pt x="1386441" y="395265"/>
                  </a:lnTo>
                  <a:lnTo>
                    <a:pt x="1208839" y="395265"/>
                  </a:lnTo>
                  <a:lnTo>
                    <a:pt x="1201562" y="394459"/>
                  </a:lnTo>
                  <a:lnTo>
                    <a:pt x="1168133" y="362530"/>
                  </a:lnTo>
                  <a:lnTo>
                    <a:pt x="1163242" y="354838"/>
                  </a:lnTo>
                  <a:close/>
                </a:path>
                <a:path w="1490345" h="467994">
                  <a:moveTo>
                    <a:pt x="1310796" y="177515"/>
                  </a:moveTo>
                  <a:lnTo>
                    <a:pt x="1234827" y="388466"/>
                  </a:lnTo>
                  <a:lnTo>
                    <a:pt x="1227384" y="391875"/>
                  </a:lnTo>
                  <a:lnTo>
                    <a:pt x="1220544" y="394141"/>
                  </a:lnTo>
                  <a:lnTo>
                    <a:pt x="1214306" y="395265"/>
                  </a:lnTo>
                  <a:lnTo>
                    <a:pt x="1386441" y="395265"/>
                  </a:lnTo>
                  <a:lnTo>
                    <a:pt x="1447052" y="364164"/>
                  </a:lnTo>
                  <a:lnTo>
                    <a:pt x="1310639" y="364164"/>
                  </a:lnTo>
                  <a:lnTo>
                    <a:pt x="1372323" y="233980"/>
                  </a:lnTo>
                  <a:lnTo>
                    <a:pt x="1310796" y="177515"/>
                  </a:lnTo>
                  <a:close/>
                </a:path>
                <a:path w="1490345" h="467994">
                  <a:moveTo>
                    <a:pt x="1432658" y="289352"/>
                  </a:moveTo>
                  <a:lnTo>
                    <a:pt x="1310639" y="364164"/>
                  </a:lnTo>
                  <a:lnTo>
                    <a:pt x="1447052" y="364164"/>
                  </a:lnTo>
                  <a:lnTo>
                    <a:pt x="1490104" y="342074"/>
                  </a:lnTo>
                  <a:lnTo>
                    <a:pt x="1432658" y="289352"/>
                  </a:lnTo>
                  <a:close/>
                </a:path>
                <a:path w="1490345" h="467994">
                  <a:moveTo>
                    <a:pt x="1112488" y="116495"/>
                  </a:moveTo>
                  <a:lnTo>
                    <a:pt x="1093917" y="171610"/>
                  </a:lnTo>
                  <a:lnTo>
                    <a:pt x="1121847" y="181024"/>
                  </a:lnTo>
                  <a:lnTo>
                    <a:pt x="1074402" y="321828"/>
                  </a:lnTo>
                  <a:lnTo>
                    <a:pt x="1149511" y="347144"/>
                  </a:lnTo>
                  <a:lnTo>
                    <a:pt x="1196957" y="206340"/>
                  </a:lnTo>
                  <a:lnTo>
                    <a:pt x="1236885" y="206340"/>
                  </a:lnTo>
                  <a:lnTo>
                    <a:pt x="1251384" y="163311"/>
                  </a:lnTo>
                  <a:lnTo>
                    <a:pt x="1215528" y="151226"/>
                  </a:lnTo>
                  <a:lnTo>
                    <a:pt x="1218468" y="142501"/>
                  </a:lnTo>
                  <a:lnTo>
                    <a:pt x="1231599" y="125910"/>
                  </a:lnTo>
                  <a:lnTo>
                    <a:pt x="1140418" y="125910"/>
                  </a:lnTo>
                  <a:lnTo>
                    <a:pt x="1112488" y="116495"/>
                  </a:lnTo>
                  <a:close/>
                </a:path>
                <a:path w="1490345" h="467994">
                  <a:moveTo>
                    <a:pt x="1236885" y="206340"/>
                  </a:moveTo>
                  <a:lnTo>
                    <a:pt x="1196957" y="206340"/>
                  </a:lnTo>
                  <a:lnTo>
                    <a:pt x="1232813" y="218426"/>
                  </a:lnTo>
                  <a:lnTo>
                    <a:pt x="1236885" y="206340"/>
                  </a:lnTo>
                  <a:close/>
                </a:path>
                <a:path w="1490345" h="467994">
                  <a:moveTo>
                    <a:pt x="1275656" y="124449"/>
                  </a:moveTo>
                  <a:lnTo>
                    <a:pt x="1235845" y="124449"/>
                  </a:lnTo>
                  <a:lnTo>
                    <a:pt x="1241082" y="124948"/>
                  </a:lnTo>
                  <a:lnTo>
                    <a:pt x="1253373" y="129091"/>
                  </a:lnTo>
                  <a:lnTo>
                    <a:pt x="1260377" y="132274"/>
                  </a:lnTo>
                  <a:lnTo>
                    <a:pt x="1269074" y="136890"/>
                  </a:lnTo>
                  <a:lnTo>
                    <a:pt x="1268787" y="136890"/>
                  </a:lnTo>
                  <a:lnTo>
                    <a:pt x="1275656" y="124449"/>
                  </a:lnTo>
                  <a:close/>
                </a:path>
                <a:path w="1490345" h="467994">
                  <a:moveTo>
                    <a:pt x="1205579" y="63449"/>
                  </a:moveTo>
                  <a:lnTo>
                    <a:pt x="1197230" y="63449"/>
                  </a:lnTo>
                  <a:lnTo>
                    <a:pt x="1189331" y="64554"/>
                  </a:lnTo>
                  <a:lnTo>
                    <a:pt x="1189713" y="64554"/>
                  </a:lnTo>
                  <a:lnTo>
                    <a:pt x="1183681" y="66101"/>
                  </a:lnTo>
                  <a:lnTo>
                    <a:pt x="1154831" y="91654"/>
                  </a:lnTo>
                  <a:lnTo>
                    <a:pt x="1140418" y="125910"/>
                  </a:lnTo>
                  <a:lnTo>
                    <a:pt x="1231599" y="125910"/>
                  </a:lnTo>
                  <a:lnTo>
                    <a:pt x="1235845" y="124449"/>
                  </a:lnTo>
                  <a:lnTo>
                    <a:pt x="1275656" y="124449"/>
                  </a:lnTo>
                  <a:lnTo>
                    <a:pt x="1260606" y="79868"/>
                  </a:lnTo>
                  <a:lnTo>
                    <a:pt x="1214409" y="64554"/>
                  </a:lnTo>
                  <a:lnTo>
                    <a:pt x="1205579" y="63449"/>
                  </a:lnTo>
                  <a:close/>
                </a:path>
                <a:path w="1490345" h="467994">
                  <a:moveTo>
                    <a:pt x="1002445" y="16126"/>
                  </a:moveTo>
                  <a:lnTo>
                    <a:pt x="992793" y="68443"/>
                  </a:lnTo>
                  <a:lnTo>
                    <a:pt x="992688" y="69011"/>
                  </a:lnTo>
                  <a:lnTo>
                    <a:pt x="1070633" y="83397"/>
                  </a:lnTo>
                  <a:lnTo>
                    <a:pt x="1080390" y="30511"/>
                  </a:lnTo>
                  <a:lnTo>
                    <a:pt x="1002445" y="16126"/>
                  </a:lnTo>
                  <a:close/>
                </a:path>
              </a:pathLst>
            </a:custGeom>
            <a:solidFill>
              <a:srgbClr val="FFFB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4249999" y="1412712"/>
              <a:ext cx="422275" cy="410209"/>
            </a:xfrm>
            <a:custGeom>
              <a:avLst/>
              <a:gdLst/>
              <a:ahLst/>
              <a:cxnLst/>
              <a:rect l="l" t="t" r="r" b="b"/>
              <a:pathLst>
                <a:path w="422275" h="410210">
                  <a:moveTo>
                    <a:pt x="0" y="165868"/>
                  </a:moveTo>
                  <a:lnTo>
                    <a:pt x="99440" y="105760"/>
                  </a:lnTo>
                  <a:lnTo>
                    <a:pt x="227135" y="231387"/>
                  </a:lnTo>
                  <a:lnTo>
                    <a:pt x="175370" y="59863"/>
                  </a:lnTo>
                  <a:lnTo>
                    <a:pt x="274404" y="0"/>
                  </a:lnTo>
                  <a:lnTo>
                    <a:pt x="421912" y="244102"/>
                  </a:lnTo>
                  <a:lnTo>
                    <a:pt x="360214" y="281396"/>
                  </a:lnTo>
                  <a:lnTo>
                    <a:pt x="247752" y="95289"/>
                  </a:lnTo>
                  <a:lnTo>
                    <a:pt x="312604" y="310175"/>
                  </a:lnTo>
                  <a:lnTo>
                    <a:pt x="256711" y="343961"/>
                  </a:lnTo>
                  <a:lnTo>
                    <a:pt x="96744" y="186568"/>
                  </a:lnTo>
                  <a:lnTo>
                    <a:pt x="209206" y="372675"/>
                  </a:lnTo>
                  <a:lnTo>
                    <a:pt x="147508" y="409969"/>
                  </a:lnTo>
                  <a:lnTo>
                    <a:pt x="0" y="165868"/>
                  </a:lnTo>
                  <a:close/>
                </a:path>
              </a:pathLst>
            </a:custGeom>
            <a:ln w="9859">
              <a:solidFill>
                <a:srgbClr val="73A4FE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2" name="object 3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66836" y="1438637"/>
              <a:ext cx="246847" cy="227734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013462" y="1484024"/>
              <a:ext cx="78571" cy="109019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4939298" y="1357691"/>
              <a:ext cx="234315" cy="288290"/>
            </a:xfrm>
            <a:custGeom>
              <a:avLst/>
              <a:gdLst/>
              <a:ahLst/>
              <a:cxnLst/>
              <a:rect l="l" t="t" r="r" b="b"/>
              <a:pathLst>
                <a:path w="234314" h="288289">
                  <a:moveTo>
                    <a:pt x="153814" y="0"/>
                  </a:moveTo>
                  <a:lnTo>
                    <a:pt x="233817" y="2916"/>
                  </a:lnTo>
                  <a:lnTo>
                    <a:pt x="223433" y="287947"/>
                  </a:lnTo>
                  <a:lnTo>
                    <a:pt x="149268" y="285244"/>
                  </a:lnTo>
                  <a:lnTo>
                    <a:pt x="150382" y="254684"/>
                  </a:lnTo>
                  <a:lnTo>
                    <a:pt x="142454" y="263376"/>
                  </a:lnTo>
                  <a:lnTo>
                    <a:pt x="102738" y="286083"/>
                  </a:lnTo>
                  <a:lnTo>
                    <a:pt x="82642" y="287599"/>
                  </a:lnTo>
                  <a:lnTo>
                    <a:pt x="62880" y="284867"/>
                  </a:lnTo>
                  <a:lnTo>
                    <a:pt x="19404" y="253118"/>
                  </a:lnTo>
                  <a:lnTo>
                    <a:pt x="4014" y="216921"/>
                  </a:lnTo>
                  <a:lnTo>
                    <a:pt x="0" y="174220"/>
                  </a:lnTo>
                  <a:lnTo>
                    <a:pt x="2418" y="150077"/>
                  </a:lnTo>
                  <a:lnTo>
                    <a:pt x="16140" y="111186"/>
                  </a:lnTo>
                  <a:lnTo>
                    <a:pt x="56095" y="77007"/>
                  </a:lnTo>
                  <a:lnTo>
                    <a:pt x="90904" y="71451"/>
                  </a:lnTo>
                  <a:lnTo>
                    <a:pt x="99904" y="72167"/>
                  </a:lnTo>
                  <a:lnTo>
                    <a:pt x="138116" y="87145"/>
                  </a:lnTo>
                  <a:lnTo>
                    <a:pt x="150227" y="98458"/>
                  </a:lnTo>
                  <a:lnTo>
                    <a:pt x="153814" y="0"/>
                  </a:lnTo>
                  <a:close/>
                </a:path>
              </a:pathLst>
            </a:custGeom>
            <a:ln w="9858">
              <a:solidFill>
                <a:srgbClr val="73A4FE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5" name="object 3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95569" y="1368888"/>
              <a:ext cx="139553" cy="304729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5324205" y="1421091"/>
              <a:ext cx="415925" cy="404495"/>
            </a:xfrm>
            <a:custGeom>
              <a:avLst/>
              <a:gdLst/>
              <a:ahLst/>
              <a:cxnLst/>
              <a:rect l="l" t="t" r="r" b="b"/>
              <a:pathLst>
                <a:path w="415925" h="404494">
                  <a:moveTo>
                    <a:pt x="162179" y="7065"/>
                  </a:moveTo>
                  <a:lnTo>
                    <a:pt x="173044" y="11047"/>
                  </a:lnTo>
                  <a:lnTo>
                    <a:pt x="185948" y="16354"/>
                  </a:lnTo>
                  <a:lnTo>
                    <a:pt x="200891" y="22988"/>
                  </a:lnTo>
                  <a:lnTo>
                    <a:pt x="217873" y="30947"/>
                  </a:lnTo>
                  <a:lnTo>
                    <a:pt x="194449" y="73372"/>
                  </a:lnTo>
                  <a:lnTo>
                    <a:pt x="185974" y="68873"/>
                  </a:lnTo>
                  <a:lnTo>
                    <a:pt x="178971" y="65691"/>
                  </a:lnTo>
                  <a:lnTo>
                    <a:pt x="173439" y="63826"/>
                  </a:lnTo>
                  <a:lnTo>
                    <a:pt x="166680" y="61548"/>
                  </a:lnTo>
                  <a:lnTo>
                    <a:pt x="161443" y="61049"/>
                  </a:lnTo>
                  <a:lnTo>
                    <a:pt x="141126" y="87825"/>
                  </a:lnTo>
                  <a:lnTo>
                    <a:pt x="176982" y="99911"/>
                  </a:lnTo>
                  <a:lnTo>
                    <a:pt x="158411" y="155024"/>
                  </a:lnTo>
                  <a:lnTo>
                    <a:pt x="122555" y="142940"/>
                  </a:lnTo>
                  <a:lnTo>
                    <a:pt x="75109" y="283743"/>
                  </a:lnTo>
                  <a:lnTo>
                    <a:pt x="0" y="258428"/>
                  </a:lnTo>
                  <a:lnTo>
                    <a:pt x="47445" y="117622"/>
                  </a:lnTo>
                  <a:lnTo>
                    <a:pt x="19514" y="108209"/>
                  </a:lnTo>
                  <a:lnTo>
                    <a:pt x="38085" y="53095"/>
                  </a:lnTo>
                  <a:lnTo>
                    <a:pt x="66016" y="62509"/>
                  </a:lnTo>
                  <a:lnTo>
                    <a:pt x="68991" y="53679"/>
                  </a:lnTo>
                  <a:lnTo>
                    <a:pt x="71216" y="47609"/>
                  </a:lnTo>
                  <a:lnTo>
                    <a:pt x="93088" y="11842"/>
                  </a:lnTo>
                  <a:lnTo>
                    <a:pt x="130793" y="0"/>
                  </a:lnTo>
                  <a:lnTo>
                    <a:pt x="140007" y="1153"/>
                  </a:lnTo>
                  <a:lnTo>
                    <a:pt x="150469" y="3508"/>
                  </a:lnTo>
                  <a:lnTo>
                    <a:pt x="162179" y="7065"/>
                  </a:lnTo>
                  <a:close/>
                </a:path>
                <a:path w="415925" h="404494">
                  <a:moveTo>
                    <a:pt x="236393" y="114114"/>
                  </a:moveTo>
                  <a:lnTo>
                    <a:pt x="297920" y="170581"/>
                  </a:lnTo>
                  <a:lnTo>
                    <a:pt x="236236" y="300763"/>
                  </a:lnTo>
                  <a:lnTo>
                    <a:pt x="358255" y="225952"/>
                  </a:lnTo>
                  <a:lnTo>
                    <a:pt x="415701" y="278673"/>
                  </a:lnTo>
                  <a:lnTo>
                    <a:pt x="206037" y="386254"/>
                  </a:lnTo>
                  <a:lnTo>
                    <a:pt x="161500" y="403259"/>
                  </a:lnTo>
                  <a:lnTo>
                    <a:pt x="150673" y="404334"/>
                  </a:lnTo>
                  <a:lnTo>
                    <a:pt x="136587" y="402450"/>
                  </a:lnTo>
                  <a:lnTo>
                    <a:pt x="91838" y="375580"/>
                  </a:lnTo>
                  <a:lnTo>
                    <a:pt x="56041" y="336383"/>
                  </a:lnTo>
                  <a:lnTo>
                    <a:pt x="88840" y="291437"/>
                  </a:lnTo>
                  <a:lnTo>
                    <a:pt x="93730" y="299129"/>
                  </a:lnTo>
                  <a:lnTo>
                    <a:pt x="99435" y="306652"/>
                  </a:lnTo>
                  <a:lnTo>
                    <a:pt x="134270" y="331846"/>
                  </a:lnTo>
                  <a:lnTo>
                    <a:pt x="139904" y="331865"/>
                  </a:lnTo>
                  <a:lnTo>
                    <a:pt x="146141" y="330741"/>
                  </a:lnTo>
                  <a:lnTo>
                    <a:pt x="152981" y="328475"/>
                  </a:lnTo>
                  <a:lnTo>
                    <a:pt x="160424" y="325065"/>
                  </a:lnTo>
                  <a:lnTo>
                    <a:pt x="236393" y="114114"/>
                  </a:lnTo>
                  <a:close/>
                </a:path>
              </a:pathLst>
            </a:custGeom>
            <a:ln w="9859">
              <a:solidFill>
                <a:srgbClr val="73A4F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1633011" y="4902967"/>
              <a:ext cx="707390" cy="1374140"/>
            </a:xfrm>
            <a:custGeom>
              <a:avLst/>
              <a:gdLst/>
              <a:ahLst/>
              <a:cxnLst/>
              <a:rect l="l" t="t" r="r" b="b"/>
              <a:pathLst>
                <a:path w="707389" h="1374139">
                  <a:moveTo>
                    <a:pt x="385788" y="1373781"/>
                  </a:moveTo>
                  <a:lnTo>
                    <a:pt x="265435" y="1272416"/>
                  </a:lnTo>
                  <a:lnTo>
                    <a:pt x="308301" y="1243572"/>
                  </a:lnTo>
                  <a:lnTo>
                    <a:pt x="308301" y="1209784"/>
                  </a:lnTo>
                  <a:lnTo>
                    <a:pt x="265435" y="1179292"/>
                  </a:lnTo>
                  <a:lnTo>
                    <a:pt x="308301" y="1152921"/>
                  </a:lnTo>
                  <a:lnTo>
                    <a:pt x="301706" y="1142208"/>
                  </a:lnTo>
                  <a:lnTo>
                    <a:pt x="264611" y="1118309"/>
                  </a:lnTo>
                  <a:lnTo>
                    <a:pt x="258016" y="1042491"/>
                  </a:lnTo>
                  <a:lnTo>
                    <a:pt x="253070" y="1035074"/>
                  </a:lnTo>
                  <a:lnTo>
                    <a:pt x="309125" y="991397"/>
                  </a:lnTo>
                  <a:lnTo>
                    <a:pt x="309125" y="953488"/>
                  </a:lnTo>
                  <a:lnTo>
                    <a:pt x="264611" y="908986"/>
                  </a:lnTo>
                  <a:lnTo>
                    <a:pt x="308301" y="869429"/>
                  </a:lnTo>
                  <a:lnTo>
                    <a:pt x="308301" y="829872"/>
                  </a:lnTo>
                  <a:lnTo>
                    <a:pt x="265435" y="778778"/>
                  </a:lnTo>
                  <a:lnTo>
                    <a:pt x="257192" y="695543"/>
                  </a:lnTo>
                  <a:lnTo>
                    <a:pt x="205259" y="695543"/>
                  </a:lnTo>
                  <a:lnTo>
                    <a:pt x="205259" y="583465"/>
                  </a:lnTo>
                  <a:lnTo>
                    <a:pt x="173934" y="583465"/>
                  </a:lnTo>
                  <a:lnTo>
                    <a:pt x="173934" y="485397"/>
                  </a:lnTo>
                  <a:lnTo>
                    <a:pt x="139312" y="485397"/>
                  </a:lnTo>
                  <a:lnTo>
                    <a:pt x="123650" y="438423"/>
                  </a:lnTo>
                  <a:lnTo>
                    <a:pt x="53581" y="438423"/>
                  </a:lnTo>
                  <a:lnTo>
                    <a:pt x="53581" y="397218"/>
                  </a:lnTo>
                  <a:lnTo>
                    <a:pt x="0" y="397218"/>
                  </a:lnTo>
                  <a:lnTo>
                    <a:pt x="0" y="203553"/>
                  </a:lnTo>
                  <a:lnTo>
                    <a:pt x="52757" y="203553"/>
                  </a:lnTo>
                  <a:lnTo>
                    <a:pt x="52757" y="175533"/>
                  </a:lnTo>
                  <a:lnTo>
                    <a:pt x="112109" y="175533"/>
                  </a:lnTo>
                  <a:lnTo>
                    <a:pt x="126123" y="163172"/>
                  </a:lnTo>
                  <a:lnTo>
                    <a:pt x="140136" y="131856"/>
                  </a:lnTo>
                  <a:lnTo>
                    <a:pt x="173934" y="131856"/>
                  </a:lnTo>
                  <a:lnTo>
                    <a:pt x="253894" y="0"/>
                  </a:lnTo>
                  <a:lnTo>
                    <a:pt x="467397" y="0"/>
                  </a:lnTo>
                  <a:lnTo>
                    <a:pt x="435834" y="41213"/>
                  </a:lnTo>
                  <a:lnTo>
                    <a:pt x="426824" y="52742"/>
                  </a:lnTo>
                  <a:lnTo>
                    <a:pt x="302530" y="52742"/>
                  </a:lnTo>
                  <a:lnTo>
                    <a:pt x="255543" y="136801"/>
                  </a:lnTo>
                  <a:lnTo>
                    <a:pt x="584361" y="136801"/>
                  </a:lnTo>
                  <a:lnTo>
                    <a:pt x="596817" y="176358"/>
                  </a:lnTo>
                  <a:lnTo>
                    <a:pt x="660291" y="176358"/>
                  </a:lnTo>
                  <a:lnTo>
                    <a:pt x="661007" y="203553"/>
                  </a:lnTo>
                  <a:lnTo>
                    <a:pt x="661116" y="207674"/>
                  </a:lnTo>
                  <a:lnTo>
                    <a:pt x="685021" y="208498"/>
                  </a:lnTo>
                  <a:lnTo>
                    <a:pt x="707278" y="208498"/>
                  </a:lnTo>
                  <a:lnTo>
                    <a:pt x="707278" y="400514"/>
                  </a:lnTo>
                  <a:lnTo>
                    <a:pt x="660291" y="401338"/>
                  </a:lnTo>
                  <a:lnTo>
                    <a:pt x="659534" y="438423"/>
                  </a:lnTo>
                  <a:lnTo>
                    <a:pt x="659467" y="441719"/>
                  </a:lnTo>
                  <a:lnTo>
                    <a:pt x="599291" y="441719"/>
                  </a:lnTo>
                  <a:lnTo>
                    <a:pt x="581979" y="489517"/>
                  </a:lnTo>
                  <a:lnTo>
                    <a:pt x="549006" y="490341"/>
                  </a:lnTo>
                  <a:lnTo>
                    <a:pt x="546638" y="583465"/>
                  </a:lnTo>
                  <a:lnTo>
                    <a:pt x="546533" y="587586"/>
                  </a:lnTo>
                  <a:lnTo>
                    <a:pt x="524276" y="587586"/>
                  </a:lnTo>
                  <a:lnTo>
                    <a:pt x="516857" y="602419"/>
                  </a:lnTo>
                  <a:lnTo>
                    <a:pt x="516857" y="699664"/>
                  </a:lnTo>
                  <a:lnTo>
                    <a:pt x="477289" y="700488"/>
                  </a:lnTo>
                  <a:lnTo>
                    <a:pt x="479584" y="1243572"/>
                  </a:lnTo>
                  <a:lnTo>
                    <a:pt x="479706" y="1272416"/>
                  </a:lnTo>
                  <a:lnTo>
                    <a:pt x="479762" y="1285602"/>
                  </a:lnTo>
                  <a:lnTo>
                    <a:pt x="385788" y="1373781"/>
                  </a:lnTo>
                  <a:close/>
                </a:path>
                <a:path w="707389" h="1374139">
                  <a:moveTo>
                    <a:pt x="584361" y="136801"/>
                  </a:moveTo>
                  <a:lnTo>
                    <a:pt x="469870" y="136801"/>
                  </a:lnTo>
                  <a:lnTo>
                    <a:pt x="426180" y="53566"/>
                  </a:lnTo>
                  <a:lnTo>
                    <a:pt x="426824" y="52742"/>
                  </a:lnTo>
                  <a:lnTo>
                    <a:pt x="427005" y="52742"/>
                  </a:lnTo>
                  <a:lnTo>
                    <a:pt x="435834" y="41213"/>
                  </a:lnTo>
                  <a:lnTo>
                    <a:pt x="467397" y="824"/>
                  </a:lnTo>
                  <a:lnTo>
                    <a:pt x="542411" y="131032"/>
                  </a:lnTo>
                  <a:lnTo>
                    <a:pt x="582804" y="131856"/>
                  </a:lnTo>
                  <a:lnTo>
                    <a:pt x="584361" y="136801"/>
                  </a:lnTo>
                  <a:close/>
                </a:path>
              </a:pathLst>
            </a:custGeom>
            <a:solidFill>
              <a:srgbClr val="FF9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1650322" y="4910383"/>
              <a:ext cx="708660" cy="1374775"/>
            </a:xfrm>
            <a:custGeom>
              <a:avLst/>
              <a:gdLst/>
              <a:ahLst/>
              <a:cxnLst/>
              <a:rect l="l" t="t" r="r" b="b"/>
              <a:pathLst>
                <a:path w="708660" h="1374775">
                  <a:moveTo>
                    <a:pt x="385788" y="1374605"/>
                  </a:moveTo>
                  <a:lnTo>
                    <a:pt x="265435" y="1272416"/>
                  </a:lnTo>
                  <a:lnTo>
                    <a:pt x="308301" y="1243573"/>
                  </a:lnTo>
                  <a:lnTo>
                    <a:pt x="308301" y="1209784"/>
                  </a:lnTo>
                  <a:lnTo>
                    <a:pt x="265435" y="1179292"/>
                  </a:lnTo>
                  <a:lnTo>
                    <a:pt x="308301" y="1152921"/>
                  </a:lnTo>
                  <a:lnTo>
                    <a:pt x="301706" y="1142208"/>
                  </a:lnTo>
                  <a:lnTo>
                    <a:pt x="264611" y="1118309"/>
                  </a:lnTo>
                  <a:lnTo>
                    <a:pt x="258016" y="1042491"/>
                  </a:lnTo>
                  <a:lnTo>
                    <a:pt x="253070" y="1035898"/>
                  </a:lnTo>
                  <a:lnTo>
                    <a:pt x="309125" y="991397"/>
                  </a:lnTo>
                  <a:lnTo>
                    <a:pt x="309125" y="953488"/>
                  </a:lnTo>
                  <a:lnTo>
                    <a:pt x="264611" y="908986"/>
                  </a:lnTo>
                  <a:lnTo>
                    <a:pt x="308301" y="869429"/>
                  </a:lnTo>
                  <a:lnTo>
                    <a:pt x="308301" y="829872"/>
                  </a:lnTo>
                  <a:lnTo>
                    <a:pt x="265435" y="778778"/>
                  </a:lnTo>
                  <a:lnTo>
                    <a:pt x="257192" y="695543"/>
                  </a:lnTo>
                  <a:lnTo>
                    <a:pt x="205259" y="695543"/>
                  </a:lnTo>
                  <a:lnTo>
                    <a:pt x="205259" y="583465"/>
                  </a:lnTo>
                  <a:lnTo>
                    <a:pt x="174758" y="583465"/>
                  </a:lnTo>
                  <a:lnTo>
                    <a:pt x="174758" y="485397"/>
                  </a:lnTo>
                  <a:lnTo>
                    <a:pt x="139312" y="485397"/>
                  </a:lnTo>
                  <a:lnTo>
                    <a:pt x="123650" y="438423"/>
                  </a:lnTo>
                  <a:lnTo>
                    <a:pt x="53581" y="438423"/>
                  </a:lnTo>
                  <a:lnTo>
                    <a:pt x="53581" y="397218"/>
                  </a:lnTo>
                  <a:lnTo>
                    <a:pt x="0" y="397218"/>
                  </a:lnTo>
                  <a:lnTo>
                    <a:pt x="0" y="203553"/>
                  </a:lnTo>
                  <a:lnTo>
                    <a:pt x="52757" y="203553"/>
                  </a:lnTo>
                  <a:lnTo>
                    <a:pt x="52757" y="175534"/>
                  </a:lnTo>
                  <a:lnTo>
                    <a:pt x="112109" y="175534"/>
                  </a:lnTo>
                  <a:lnTo>
                    <a:pt x="126123" y="163172"/>
                  </a:lnTo>
                  <a:lnTo>
                    <a:pt x="140136" y="131856"/>
                  </a:lnTo>
                  <a:lnTo>
                    <a:pt x="174758" y="131856"/>
                  </a:lnTo>
                  <a:lnTo>
                    <a:pt x="253894" y="0"/>
                  </a:lnTo>
                  <a:lnTo>
                    <a:pt x="467397" y="0"/>
                  </a:lnTo>
                  <a:lnTo>
                    <a:pt x="435842" y="41203"/>
                  </a:lnTo>
                  <a:lnTo>
                    <a:pt x="426824" y="52742"/>
                  </a:lnTo>
                  <a:lnTo>
                    <a:pt x="302530" y="52742"/>
                  </a:lnTo>
                  <a:lnTo>
                    <a:pt x="255543" y="136801"/>
                  </a:lnTo>
                  <a:lnTo>
                    <a:pt x="584361" y="136801"/>
                  </a:lnTo>
                  <a:lnTo>
                    <a:pt x="596818" y="176358"/>
                  </a:lnTo>
                  <a:lnTo>
                    <a:pt x="660291" y="176358"/>
                  </a:lnTo>
                  <a:lnTo>
                    <a:pt x="661007" y="203553"/>
                  </a:lnTo>
                  <a:lnTo>
                    <a:pt x="661116" y="207674"/>
                  </a:lnTo>
                  <a:lnTo>
                    <a:pt x="685021" y="208498"/>
                  </a:lnTo>
                  <a:lnTo>
                    <a:pt x="708103" y="208498"/>
                  </a:lnTo>
                  <a:lnTo>
                    <a:pt x="708103" y="400514"/>
                  </a:lnTo>
                  <a:lnTo>
                    <a:pt x="660291" y="401338"/>
                  </a:lnTo>
                  <a:lnTo>
                    <a:pt x="659534" y="438423"/>
                  </a:lnTo>
                  <a:lnTo>
                    <a:pt x="659467" y="441719"/>
                  </a:lnTo>
                  <a:lnTo>
                    <a:pt x="599291" y="441719"/>
                  </a:lnTo>
                  <a:lnTo>
                    <a:pt x="581980" y="489517"/>
                  </a:lnTo>
                  <a:lnTo>
                    <a:pt x="549006" y="490341"/>
                  </a:lnTo>
                  <a:lnTo>
                    <a:pt x="546638" y="583465"/>
                  </a:lnTo>
                  <a:lnTo>
                    <a:pt x="546533" y="587586"/>
                  </a:lnTo>
                  <a:lnTo>
                    <a:pt x="524276" y="587586"/>
                  </a:lnTo>
                  <a:lnTo>
                    <a:pt x="518506" y="595827"/>
                  </a:lnTo>
                  <a:lnTo>
                    <a:pt x="518506" y="700488"/>
                  </a:lnTo>
                  <a:lnTo>
                    <a:pt x="477289" y="700488"/>
                  </a:lnTo>
                  <a:lnTo>
                    <a:pt x="479584" y="1243573"/>
                  </a:lnTo>
                  <a:lnTo>
                    <a:pt x="479706" y="1272416"/>
                  </a:lnTo>
                  <a:lnTo>
                    <a:pt x="479762" y="1285602"/>
                  </a:lnTo>
                  <a:lnTo>
                    <a:pt x="385788" y="1374605"/>
                  </a:lnTo>
                  <a:close/>
                </a:path>
                <a:path w="708660" h="1374775">
                  <a:moveTo>
                    <a:pt x="584361" y="136801"/>
                  </a:moveTo>
                  <a:lnTo>
                    <a:pt x="469870" y="136801"/>
                  </a:lnTo>
                  <a:lnTo>
                    <a:pt x="426180" y="53567"/>
                  </a:lnTo>
                  <a:lnTo>
                    <a:pt x="426824" y="52742"/>
                  </a:lnTo>
                  <a:lnTo>
                    <a:pt x="427005" y="52742"/>
                  </a:lnTo>
                  <a:lnTo>
                    <a:pt x="435842" y="41203"/>
                  </a:lnTo>
                  <a:lnTo>
                    <a:pt x="467397" y="824"/>
                  </a:lnTo>
                  <a:lnTo>
                    <a:pt x="543236" y="131032"/>
                  </a:lnTo>
                  <a:lnTo>
                    <a:pt x="582804" y="131856"/>
                  </a:lnTo>
                  <a:lnTo>
                    <a:pt x="584361" y="136801"/>
                  </a:lnTo>
                  <a:close/>
                </a:path>
              </a:pathLst>
            </a:custGeom>
            <a:solidFill>
              <a:srgbClr val="BF7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1749242" y="5131243"/>
              <a:ext cx="500380" cy="157480"/>
            </a:xfrm>
            <a:custGeom>
              <a:avLst/>
              <a:gdLst/>
              <a:ahLst/>
              <a:cxnLst/>
              <a:rect l="l" t="t" r="r" b="b"/>
              <a:pathLst>
                <a:path w="500380" h="157479">
                  <a:moveTo>
                    <a:pt x="40392" y="157403"/>
                  </a:moveTo>
                  <a:lnTo>
                    <a:pt x="0" y="81586"/>
                  </a:lnTo>
                  <a:lnTo>
                    <a:pt x="43689" y="0"/>
                  </a:lnTo>
                  <a:lnTo>
                    <a:pt x="500370" y="0"/>
                  </a:lnTo>
                  <a:lnTo>
                    <a:pt x="496249" y="5768"/>
                  </a:lnTo>
                  <a:lnTo>
                    <a:pt x="48635" y="5768"/>
                  </a:lnTo>
                  <a:lnTo>
                    <a:pt x="8243" y="81586"/>
                  </a:lnTo>
                  <a:lnTo>
                    <a:pt x="47811" y="152459"/>
                  </a:lnTo>
                  <a:lnTo>
                    <a:pt x="40392" y="157403"/>
                  </a:lnTo>
                  <a:close/>
                </a:path>
              </a:pathLst>
            </a:custGeom>
            <a:solidFill>
              <a:srgbClr val="BF7F3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1706372" y="5076037"/>
              <a:ext cx="601345" cy="1176020"/>
            </a:xfrm>
            <a:custGeom>
              <a:avLst/>
              <a:gdLst/>
              <a:ahLst/>
              <a:cxnLst/>
              <a:rect l="l" t="t" r="r" b="b"/>
              <a:pathLst>
                <a:path w="601344" h="1176020">
                  <a:moveTo>
                    <a:pt x="290169" y="423583"/>
                  </a:moveTo>
                  <a:lnTo>
                    <a:pt x="274497" y="446659"/>
                  </a:lnTo>
                  <a:lnTo>
                    <a:pt x="276148" y="1162812"/>
                  </a:lnTo>
                  <a:lnTo>
                    <a:pt x="289344" y="1174343"/>
                  </a:lnTo>
                  <a:lnTo>
                    <a:pt x="290169" y="423583"/>
                  </a:lnTo>
                  <a:close/>
                </a:path>
                <a:path w="601344" h="1176020">
                  <a:moveTo>
                    <a:pt x="375069" y="1163637"/>
                  </a:moveTo>
                  <a:lnTo>
                    <a:pt x="372592" y="443369"/>
                  </a:lnTo>
                  <a:lnTo>
                    <a:pt x="361061" y="502704"/>
                  </a:lnTo>
                  <a:lnTo>
                    <a:pt x="362712" y="1175994"/>
                  </a:lnTo>
                  <a:lnTo>
                    <a:pt x="375069" y="1163637"/>
                  </a:lnTo>
                  <a:close/>
                </a:path>
                <a:path w="601344" h="1176020">
                  <a:moveTo>
                    <a:pt x="528396" y="0"/>
                  </a:moveTo>
                  <a:lnTo>
                    <a:pt x="59347" y="0"/>
                  </a:lnTo>
                  <a:lnTo>
                    <a:pt x="59347" y="8242"/>
                  </a:lnTo>
                  <a:lnTo>
                    <a:pt x="528396" y="8242"/>
                  </a:lnTo>
                  <a:lnTo>
                    <a:pt x="528396" y="0"/>
                  </a:lnTo>
                  <a:close/>
                </a:path>
                <a:path w="601344" h="1176020">
                  <a:moveTo>
                    <a:pt x="582803" y="129387"/>
                  </a:moveTo>
                  <a:lnTo>
                    <a:pt x="542417" y="54394"/>
                  </a:lnTo>
                  <a:lnTo>
                    <a:pt x="534987" y="59334"/>
                  </a:lnTo>
                  <a:lnTo>
                    <a:pt x="574560" y="129387"/>
                  </a:lnTo>
                  <a:lnTo>
                    <a:pt x="534162" y="206019"/>
                  </a:lnTo>
                  <a:lnTo>
                    <a:pt x="86550" y="206019"/>
                  </a:lnTo>
                  <a:lnTo>
                    <a:pt x="82435" y="211797"/>
                  </a:lnTo>
                  <a:lnTo>
                    <a:pt x="539115" y="211797"/>
                  </a:lnTo>
                  <a:lnTo>
                    <a:pt x="582803" y="129387"/>
                  </a:lnTo>
                  <a:close/>
                </a:path>
                <a:path w="601344" h="1176020">
                  <a:moveTo>
                    <a:pt x="600938" y="31318"/>
                  </a:moveTo>
                  <a:lnTo>
                    <a:pt x="0" y="31318"/>
                  </a:lnTo>
                  <a:lnTo>
                    <a:pt x="0" y="38735"/>
                  </a:lnTo>
                  <a:lnTo>
                    <a:pt x="600938" y="38735"/>
                  </a:lnTo>
                  <a:lnTo>
                    <a:pt x="600938" y="31318"/>
                  </a:lnTo>
                  <a:close/>
                </a:path>
              </a:pathLst>
            </a:custGeom>
            <a:solidFill>
              <a:srgbClr val="FF9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1705546" y="5309260"/>
              <a:ext cx="604520" cy="974090"/>
            </a:xfrm>
            <a:custGeom>
              <a:avLst/>
              <a:gdLst/>
              <a:ahLst/>
              <a:cxnLst/>
              <a:rect l="l" t="t" r="r" b="b"/>
              <a:pathLst>
                <a:path w="604519" h="974089">
                  <a:moveTo>
                    <a:pt x="373418" y="211785"/>
                  </a:moveTo>
                  <a:lnTo>
                    <a:pt x="327266" y="291731"/>
                  </a:lnTo>
                  <a:lnTo>
                    <a:pt x="330555" y="974090"/>
                  </a:lnTo>
                  <a:lnTo>
                    <a:pt x="344576" y="960081"/>
                  </a:lnTo>
                  <a:lnTo>
                    <a:pt x="344576" y="304088"/>
                  </a:lnTo>
                  <a:lnTo>
                    <a:pt x="362712" y="261239"/>
                  </a:lnTo>
                  <a:lnTo>
                    <a:pt x="373418" y="211785"/>
                  </a:lnTo>
                  <a:close/>
                </a:path>
                <a:path w="604519" h="974089">
                  <a:moveTo>
                    <a:pt x="472338" y="183769"/>
                  </a:moveTo>
                  <a:lnTo>
                    <a:pt x="150025" y="183769"/>
                  </a:lnTo>
                  <a:lnTo>
                    <a:pt x="150025" y="196951"/>
                  </a:lnTo>
                  <a:lnTo>
                    <a:pt x="183007" y="196951"/>
                  </a:lnTo>
                  <a:lnTo>
                    <a:pt x="183007" y="272770"/>
                  </a:lnTo>
                  <a:lnTo>
                    <a:pt x="204431" y="298323"/>
                  </a:lnTo>
                  <a:lnTo>
                    <a:pt x="211035" y="218389"/>
                  </a:lnTo>
                  <a:lnTo>
                    <a:pt x="275323" y="218389"/>
                  </a:lnTo>
                  <a:lnTo>
                    <a:pt x="290169" y="196951"/>
                  </a:lnTo>
                  <a:lnTo>
                    <a:pt x="464096" y="196951"/>
                  </a:lnTo>
                  <a:lnTo>
                    <a:pt x="472338" y="183769"/>
                  </a:lnTo>
                  <a:close/>
                </a:path>
                <a:path w="604519" h="974089">
                  <a:moveTo>
                    <a:pt x="492950" y="90652"/>
                  </a:moveTo>
                  <a:lnTo>
                    <a:pt x="123647" y="90652"/>
                  </a:lnTo>
                  <a:lnTo>
                    <a:pt x="123647" y="107124"/>
                  </a:lnTo>
                  <a:lnTo>
                    <a:pt x="492950" y="107124"/>
                  </a:lnTo>
                  <a:lnTo>
                    <a:pt x="492950" y="90652"/>
                  </a:lnTo>
                  <a:close/>
                </a:path>
                <a:path w="604519" h="974089">
                  <a:moveTo>
                    <a:pt x="545706" y="37909"/>
                  </a:moveTo>
                  <a:lnTo>
                    <a:pt x="69240" y="38735"/>
                  </a:lnTo>
                  <a:lnTo>
                    <a:pt x="73367" y="53568"/>
                  </a:lnTo>
                  <a:lnTo>
                    <a:pt x="540766" y="52743"/>
                  </a:lnTo>
                  <a:lnTo>
                    <a:pt x="545706" y="37909"/>
                  </a:lnTo>
                  <a:close/>
                </a:path>
                <a:path w="604519" h="974089">
                  <a:moveTo>
                    <a:pt x="604240" y="0"/>
                  </a:moveTo>
                  <a:lnTo>
                    <a:pt x="0" y="0"/>
                  </a:lnTo>
                  <a:lnTo>
                    <a:pt x="0" y="18122"/>
                  </a:lnTo>
                  <a:lnTo>
                    <a:pt x="604240" y="18122"/>
                  </a:lnTo>
                  <a:lnTo>
                    <a:pt x="604240" y="0"/>
                  </a:lnTo>
                  <a:close/>
                </a:path>
              </a:pathLst>
            </a:custGeom>
            <a:solidFill>
              <a:srgbClr val="BF7F3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3907839" y="3653243"/>
              <a:ext cx="1025525" cy="1050290"/>
            </a:xfrm>
            <a:custGeom>
              <a:avLst/>
              <a:gdLst/>
              <a:ahLst/>
              <a:cxnLst/>
              <a:rect l="l" t="t" r="r" b="b"/>
              <a:pathLst>
                <a:path w="1025525" h="1050289">
                  <a:moveTo>
                    <a:pt x="1025270" y="0"/>
                  </a:moveTo>
                  <a:lnTo>
                    <a:pt x="0" y="0"/>
                  </a:lnTo>
                  <a:lnTo>
                    <a:pt x="0" y="1050070"/>
                  </a:lnTo>
                  <a:lnTo>
                    <a:pt x="1025270" y="1050070"/>
                  </a:lnTo>
                  <a:lnTo>
                    <a:pt x="1025270" y="0"/>
                  </a:lnTo>
                  <a:close/>
                </a:path>
              </a:pathLst>
            </a:custGeom>
            <a:solidFill>
              <a:srgbClr val="00FCD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3907838" y="3653242"/>
              <a:ext cx="1025525" cy="1050290"/>
            </a:xfrm>
            <a:custGeom>
              <a:avLst/>
              <a:gdLst/>
              <a:ahLst/>
              <a:cxnLst/>
              <a:rect l="l" t="t" r="r" b="b"/>
              <a:pathLst>
                <a:path w="1025525" h="1050289">
                  <a:moveTo>
                    <a:pt x="0" y="0"/>
                  </a:moveTo>
                  <a:lnTo>
                    <a:pt x="1025270" y="0"/>
                  </a:lnTo>
                  <a:lnTo>
                    <a:pt x="1025270" y="1050070"/>
                  </a:lnTo>
                  <a:lnTo>
                    <a:pt x="0" y="1050070"/>
                  </a:lnTo>
                  <a:lnTo>
                    <a:pt x="0" y="0"/>
                  </a:lnTo>
                  <a:close/>
                </a:path>
              </a:pathLst>
            </a:custGeom>
            <a:ln w="13145">
              <a:solidFill>
                <a:srgbClr val="92929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4" name="object 44"/>
          <p:cNvGrpSpPr/>
          <p:nvPr/>
        </p:nvGrpSpPr>
        <p:grpSpPr>
          <a:xfrm>
            <a:off x="7154529" y="3980260"/>
            <a:ext cx="407670" cy="330835"/>
            <a:chOff x="7154529" y="3980260"/>
            <a:chExt cx="407670" cy="330835"/>
          </a:xfrm>
        </p:grpSpPr>
        <p:sp>
          <p:nvSpPr>
            <p:cNvPr id="45" name="object 45"/>
            <p:cNvSpPr/>
            <p:nvPr/>
          </p:nvSpPr>
          <p:spPr>
            <a:xfrm>
              <a:off x="7161102" y="3986834"/>
              <a:ext cx="394335" cy="317500"/>
            </a:xfrm>
            <a:custGeom>
              <a:avLst/>
              <a:gdLst/>
              <a:ahLst/>
              <a:cxnLst/>
              <a:rect l="l" t="t" r="r" b="b"/>
              <a:pathLst>
                <a:path w="394334" h="317500">
                  <a:moveTo>
                    <a:pt x="295751" y="0"/>
                  </a:moveTo>
                  <a:lnTo>
                    <a:pt x="295751" y="79288"/>
                  </a:lnTo>
                  <a:lnTo>
                    <a:pt x="0" y="79288"/>
                  </a:lnTo>
                  <a:lnTo>
                    <a:pt x="0" y="237867"/>
                  </a:lnTo>
                  <a:lnTo>
                    <a:pt x="295751" y="237867"/>
                  </a:lnTo>
                  <a:lnTo>
                    <a:pt x="295751" y="317155"/>
                  </a:lnTo>
                  <a:lnTo>
                    <a:pt x="394334" y="158578"/>
                  </a:lnTo>
                  <a:lnTo>
                    <a:pt x="29575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/>
            <p:cNvSpPr/>
            <p:nvPr/>
          </p:nvSpPr>
          <p:spPr>
            <a:xfrm>
              <a:off x="7161102" y="3986833"/>
              <a:ext cx="394335" cy="317500"/>
            </a:xfrm>
            <a:custGeom>
              <a:avLst/>
              <a:gdLst/>
              <a:ahLst/>
              <a:cxnLst/>
              <a:rect l="l" t="t" r="r" b="b"/>
              <a:pathLst>
                <a:path w="394334" h="317500">
                  <a:moveTo>
                    <a:pt x="0" y="79289"/>
                  </a:moveTo>
                  <a:lnTo>
                    <a:pt x="295751" y="79289"/>
                  </a:lnTo>
                  <a:lnTo>
                    <a:pt x="295751" y="0"/>
                  </a:lnTo>
                  <a:lnTo>
                    <a:pt x="394334" y="158578"/>
                  </a:lnTo>
                  <a:lnTo>
                    <a:pt x="295751" y="317156"/>
                  </a:lnTo>
                  <a:lnTo>
                    <a:pt x="295751" y="237867"/>
                  </a:lnTo>
                  <a:lnTo>
                    <a:pt x="0" y="237867"/>
                  </a:lnTo>
                  <a:lnTo>
                    <a:pt x="0" y="79289"/>
                  </a:lnTo>
                  <a:close/>
                </a:path>
              </a:pathLst>
            </a:custGeom>
            <a:ln w="1314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7" name="object 47"/>
          <p:cNvGrpSpPr/>
          <p:nvPr/>
        </p:nvGrpSpPr>
        <p:grpSpPr>
          <a:xfrm>
            <a:off x="8574135" y="3980260"/>
            <a:ext cx="407670" cy="330835"/>
            <a:chOff x="8574135" y="3980260"/>
            <a:chExt cx="407670" cy="330835"/>
          </a:xfrm>
        </p:grpSpPr>
        <p:sp>
          <p:nvSpPr>
            <p:cNvPr id="48" name="object 48"/>
            <p:cNvSpPr/>
            <p:nvPr/>
          </p:nvSpPr>
          <p:spPr>
            <a:xfrm>
              <a:off x="8580708" y="3986834"/>
              <a:ext cx="394335" cy="317500"/>
            </a:xfrm>
            <a:custGeom>
              <a:avLst/>
              <a:gdLst/>
              <a:ahLst/>
              <a:cxnLst/>
              <a:rect l="l" t="t" r="r" b="b"/>
              <a:pathLst>
                <a:path w="394334" h="317500">
                  <a:moveTo>
                    <a:pt x="295751" y="0"/>
                  </a:moveTo>
                  <a:lnTo>
                    <a:pt x="295751" y="79288"/>
                  </a:lnTo>
                  <a:lnTo>
                    <a:pt x="0" y="79288"/>
                  </a:lnTo>
                  <a:lnTo>
                    <a:pt x="0" y="237867"/>
                  </a:lnTo>
                  <a:lnTo>
                    <a:pt x="295751" y="237867"/>
                  </a:lnTo>
                  <a:lnTo>
                    <a:pt x="295751" y="317155"/>
                  </a:lnTo>
                  <a:lnTo>
                    <a:pt x="394336" y="158578"/>
                  </a:lnTo>
                  <a:lnTo>
                    <a:pt x="29575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/>
            <p:cNvSpPr/>
            <p:nvPr/>
          </p:nvSpPr>
          <p:spPr>
            <a:xfrm>
              <a:off x="8580708" y="3986833"/>
              <a:ext cx="394335" cy="317500"/>
            </a:xfrm>
            <a:custGeom>
              <a:avLst/>
              <a:gdLst/>
              <a:ahLst/>
              <a:cxnLst/>
              <a:rect l="l" t="t" r="r" b="b"/>
              <a:pathLst>
                <a:path w="394334" h="317500">
                  <a:moveTo>
                    <a:pt x="0" y="79289"/>
                  </a:moveTo>
                  <a:lnTo>
                    <a:pt x="295751" y="79289"/>
                  </a:lnTo>
                  <a:lnTo>
                    <a:pt x="295751" y="0"/>
                  </a:lnTo>
                  <a:lnTo>
                    <a:pt x="394334" y="158578"/>
                  </a:lnTo>
                  <a:lnTo>
                    <a:pt x="295751" y="317156"/>
                  </a:lnTo>
                  <a:lnTo>
                    <a:pt x="295751" y="237867"/>
                  </a:lnTo>
                  <a:lnTo>
                    <a:pt x="0" y="237867"/>
                  </a:lnTo>
                  <a:lnTo>
                    <a:pt x="0" y="79289"/>
                  </a:lnTo>
                  <a:close/>
                </a:path>
              </a:pathLst>
            </a:custGeom>
            <a:ln w="1314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0" name="object 50"/>
          <p:cNvGrpSpPr/>
          <p:nvPr/>
        </p:nvGrpSpPr>
        <p:grpSpPr>
          <a:xfrm>
            <a:off x="7962917" y="4639225"/>
            <a:ext cx="210820" cy="941705"/>
            <a:chOff x="7962917" y="4639225"/>
            <a:chExt cx="210820" cy="941705"/>
          </a:xfrm>
        </p:grpSpPr>
        <p:sp>
          <p:nvSpPr>
            <p:cNvPr id="51" name="object 51"/>
            <p:cNvSpPr/>
            <p:nvPr/>
          </p:nvSpPr>
          <p:spPr>
            <a:xfrm>
              <a:off x="7969490" y="4645798"/>
              <a:ext cx="197485" cy="929005"/>
            </a:xfrm>
            <a:custGeom>
              <a:avLst/>
              <a:gdLst/>
              <a:ahLst/>
              <a:cxnLst/>
              <a:rect l="l" t="t" r="r" b="b"/>
              <a:pathLst>
                <a:path w="197484" h="929004">
                  <a:moveTo>
                    <a:pt x="98582" y="0"/>
                  </a:moveTo>
                  <a:lnTo>
                    <a:pt x="0" y="232115"/>
                  </a:lnTo>
                  <a:lnTo>
                    <a:pt x="49291" y="232115"/>
                  </a:lnTo>
                  <a:lnTo>
                    <a:pt x="49291" y="928466"/>
                  </a:lnTo>
                  <a:lnTo>
                    <a:pt x="147874" y="928466"/>
                  </a:lnTo>
                  <a:lnTo>
                    <a:pt x="147874" y="232115"/>
                  </a:lnTo>
                  <a:lnTo>
                    <a:pt x="197166" y="232115"/>
                  </a:lnTo>
                  <a:lnTo>
                    <a:pt x="98582" y="0"/>
                  </a:lnTo>
                  <a:close/>
                </a:path>
              </a:pathLst>
            </a:custGeom>
            <a:solidFill>
              <a:srgbClr val="36A04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/>
            <p:cNvSpPr/>
            <p:nvPr/>
          </p:nvSpPr>
          <p:spPr>
            <a:xfrm>
              <a:off x="7969489" y="4645797"/>
              <a:ext cx="197485" cy="929005"/>
            </a:xfrm>
            <a:custGeom>
              <a:avLst/>
              <a:gdLst/>
              <a:ahLst/>
              <a:cxnLst/>
              <a:rect l="l" t="t" r="r" b="b"/>
              <a:pathLst>
                <a:path w="197484" h="929004">
                  <a:moveTo>
                    <a:pt x="0" y="232116"/>
                  </a:moveTo>
                  <a:lnTo>
                    <a:pt x="98583" y="0"/>
                  </a:lnTo>
                  <a:lnTo>
                    <a:pt x="197167" y="232116"/>
                  </a:lnTo>
                  <a:lnTo>
                    <a:pt x="147876" y="232116"/>
                  </a:lnTo>
                  <a:lnTo>
                    <a:pt x="147876" y="928466"/>
                  </a:lnTo>
                  <a:lnTo>
                    <a:pt x="49291" y="928466"/>
                  </a:lnTo>
                  <a:lnTo>
                    <a:pt x="49291" y="232116"/>
                  </a:lnTo>
                  <a:lnTo>
                    <a:pt x="0" y="232116"/>
                  </a:lnTo>
                  <a:close/>
                </a:path>
              </a:pathLst>
            </a:custGeom>
            <a:ln w="13144">
              <a:solidFill>
                <a:srgbClr val="00F53D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3" name="object 53"/>
          <p:cNvSpPr txBox="1"/>
          <p:nvPr/>
        </p:nvSpPr>
        <p:spPr>
          <a:xfrm>
            <a:off x="5892657" y="3061654"/>
            <a:ext cx="4213225" cy="336931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2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70"/>
              </a:spcBef>
            </a:pPr>
            <a:endParaRPr sz="2900">
              <a:latin typeface="Times New Roman"/>
              <a:cs typeface="Times New Roman"/>
            </a:endParaRPr>
          </a:p>
          <a:p>
            <a:pPr marL="1021080">
              <a:lnSpc>
                <a:spcPct val="100000"/>
              </a:lnSpc>
            </a:pPr>
            <a:r>
              <a:rPr dirty="0" sz="2900" b="1">
                <a:solidFill>
                  <a:srgbClr val="36D02E"/>
                </a:solidFill>
                <a:latin typeface="Times New Roman"/>
                <a:cs typeface="Times New Roman"/>
              </a:rPr>
              <a:t>Public</a:t>
            </a:r>
            <a:r>
              <a:rPr dirty="0" sz="2900" spc="-85" b="1">
                <a:solidFill>
                  <a:srgbClr val="36D02E"/>
                </a:solidFill>
                <a:latin typeface="Times New Roman"/>
                <a:cs typeface="Times New Roman"/>
              </a:rPr>
              <a:t> </a:t>
            </a:r>
            <a:r>
              <a:rPr dirty="0" sz="2900" spc="-25" b="1">
                <a:solidFill>
                  <a:srgbClr val="36D02E"/>
                </a:solidFill>
                <a:latin typeface="Times New Roman"/>
                <a:cs typeface="Times New Roman"/>
              </a:rPr>
              <a:t>key</a:t>
            </a:r>
            <a:endParaRPr sz="2900">
              <a:latin typeface="Times New Roman"/>
              <a:cs typeface="Times New Roman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2432156" y="5624996"/>
            <a:ext cx="1814195" cy="46735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900" b="1">
                <a:solidFill>
                  <a:srgbClr val="FF3300"/>
                </a:solidFill>
                <a:latin typeface="Times New Roman"/>
                <a:cs typeface="Times New Roman"/>
              </a:rPr>
              <a:t>Private</a:t>
            </a:r>
            <a:r>
              <a:rPr dirty="0" sz="2900" spc="-105" b="1">
                <a:solidFill>
                  <a:srgbClr val="FF3300"/>
                </a:solidFill>
                <a:latin typeface="Times New Roman"/>
                <a:cs typeface="Times New Roman"/>
              </a:rPr>
              <a:t> </a:t>
            </a:r>
            <a:r>
              <a:rPr dirty="0" sz="2900" spc="-25" b="1">
                <a:solidFill>
                  <a:srgbClr val="FF3300"/>
                </a:solidFill>
                <a:latin typeface="Times New Roman"/>
                <a:cs typeface="Times New Roman"/>
              </a:rPr>
              <a:t>key</a:t>
            </a:r>
            <a:endParaRPr sz="2900">
              <a:latin typeface="Times New Roman"/>
              <a:cs typeface="Times New Roman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4011896" y="3723859"/>
            <a:ext cx="822960" cy="914400"/>
          </a:xfrm>
          <a:prstGeom prst="rect">
            <a:avLst/>
          </a:prstGeom>
        </p:spPr>
        <p:txBody>
          <a:bodyPr wrap="square" lIns="0" tIns="7620" rIns="0" bIns="0" rtlCol="0" vert="horz">
            <a:spAutoFit/>
          </a:bodyPr>
          <a:lstStyle/>
          <a:p>
            <a:pPr marL="135255" marR="5080" indent="-123189">
              <a:lnSpc>
                <a:spcPct val="101099"/>
              </a:lnSpc>
              <a:spcBef>
                <a:spcPts val="60"/>
              </a:spcBef>
            </a:pPr>
            <a:r>
              <a:rPr dirty="0" sz="2900" spc="-10">
                <a:latin typeface="Times New Roman"/>
                <a:cs typeface="Times New Roman"/>
              </a:rPr>
              <a:t>Clear </a:t>
            </a:r>
            <a:r>
              <a:rPr dirty="0" sz="2900" spc="-20">
                <a:latin typeface="Times New Roman"/>
                <a:cs typeface="Times New Roman"/>
              </a:rPr>
              <a:t>text</a:t>
            </a:r>
            <a:endParaRPr sz="2900">
              <a:latin typeface="Times New Roman"/>
              <a:cs typeface="Times New Roman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5958380" y="3653242"/>
            <a:ext cx="1025525" cy="1050290"/>
          </a:xfrm>
          <a:prstGeom prst="rect">
            <a:avLst/>
          </a:prstGeom>
          <a:solidFill>
            <a:srgbClr val="00FCD6"/>
          </a:solidFill>
          <a:ln w="13145">
            <a:solidFill>
              <a:srgbClr val="929292"/>
            </a:solidFill>
          </a:ln>
        </p:spPr>
        <p:txBody>
          <a:bodyPr wrap="square" lIns="0" tIns="78105" rIns="0" bIns="0" rtlCol="0" vert="horz">
            <a:spAutoFit/>
          </a:bodyPr>
          <a:lstStyle/>
          <a:p>
            <a:pPr marL="238760" marR="103505" indent="-123189">
              <a:lnSpc>
                <a:spcPct val="101099"/>
              </a:lnSpc>
              <a:spcBef>
                <a:spcPts val="615"/>
              </a:spcBef>
            </a:pPr>
            <a:r>
              <a:rPr dirty="0" sz="2900" spc="-10">
                <a:latin typeface="Times New Roman"/>
                <a:cs typeface="Times New Roman"/>
              </a:rPr>
              <a:t>Clear </a:t>
            </a:r>
            <a:r>
              <a:rPr dirty="0" sz="2900" spc="-20">
                <a:latin typeface="Times New Roman"/>
                <a:cs typeface="Times New Roman"/>
              </a:rPr>
              <a:t>text</a:t>
            </a:r>
            <a:endParaRPr sz="2900">
              <a:latin typeface="Times New Roman"/>
              <a:cs typeface="Times New Roman"/>
            </a:endParaRPr>
          </a:p>
        </p:txBody>
      </p:sp>
      <p:pic>
        <p:nvPicPr>
          <p:cNvPr id="57" name="object 5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580708" y="4905439"/>
            <a:ext cx="724591" cy="1380374"/>
          </a:xfrm>
          <a:prstGeom prst="rect">
            <a:avLst/>
          </a:prstGeom>
        </p:spPr>
      </p:pic>
      <p:pic>
        <p:nvPicPr>
          <p:cNvPr id="58" name="object 5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975818" y="1548978"/>
            <a:ext cx="1001308" cy="1250412"/>
          </a:xfrm>
          <a:prstGeom prst="rect">
            <a:avLst/>
          </a:prstGeom>
        </p:spPr>
      </p:pic>
      <p:pic>
        <p:nvPicPr>
          <p:cNvPr id="59" name="object 5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540024" y="4672091"/>
            <a:ext cx="589859" cy="673754"/>
          </a:xfrm>
          <a:prstGeom prst="rect">
            <a:avLst/>
          </a:prstGeom>
        </p:spPr>
      </p:pic>
      <p:pic>
        <p:nvPicPr>
          <p:cNvPr id="60" name="object 6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303817" y="4598142"/>
            <a:ext cx="591502" cy="675396"/>
          </a:xfrm>
          <a:prstGeom prst="rect">
            <a:avLst/>
          </a:prstGeom>
        </p:spPr>
      </p:pic>
      <p:sp>
        <p:nvSpPr>
          <p:cNvPr id="61" name="object 6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680"/>
              </a:lnSpc>
            </a:pPr>
            <a:fld id="{81D60167-4931-47E6-BA6A-407CBD079E47}" type="slidenum">
              <a:rPr dirty="0" spc="-25"/>
              <a:t>58</a:t>
            </a:fld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8899" y="279792"/>
            <a:ext cx="8600440" cy="1965960"/>
          </a:xfrm>
          <a:prstGeom prst="rect">
            <a:avLst/>
          </a:prstGeom>
        </p:spPr>
        <p:txBody>
          <a:bodyPr wrap="square" lIns="0" tIns="2971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340"/>
              </a:spcBef>
            </a:pPr>
            <a:r>
              <a:rPr dirty="0" sz="3300">
                <a:latin typeface="Times New Roman"/>
                <a:cs typeface="Times New Roman"/>
              </a:rPr>
              <a:t>A</a:t>
            </a:r>
            <a:r>
              <a:rPr dirty="0" sz="3300" spc="5">
                <a:latin typeface="Times New Roman"/>
                <a:cs typeface="Times New Roman"/>
              </a:rPr>
              <a:t> </a:t>
            </a:r>
            <a:r>
              <a:rPr dirty="0" sz="3300" spc="-10">
                <a:latin typeface="Times New Roman"/>
                <a:cs typeface="Times New Roman"/>
              </a:rPr>
              <a:t>public-</a:t>
            </a:r>
            <a:r>
              <a:rPr dirty="0" sz="3300">
                <a:latin typeface="Times New Roman"/>
                <a:cs typeface="Times New Roman"/>
              </a:rPr>
              <a:t>key</a:t>
            </a:r>
            <a:r>
              <a:rPr dirty="0" sz="3300" spc="1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distribution</a:t>
            </a:r>
            <a:r>
              <a:rPr dirty="0" sz="3300" spc="1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protocol:</a:t>
            </a:r>
            <a:r>
              <a:rPr dirty="0" sz="3300" spc="15">
                <a:latin typeface="Times New Roman"/>
                <a:cs typeface="Times New Roman"/>
              </a:rPr>
              <a:t> </a:t>
            </a:r>
            <a:r>
              <a:rPr dirty="0" sz="3300" spc="-10">
                <a:latin typeface="Times New Roman"/>
                <a:cs typeface="Times New Roman"/>
              </a:rPr>
              <a:t>Diffie-Hellman</a:t>
            </a:r>
            <a:endParaRPr sz="3300">
              <a:latin typeface="Times New Roman"/>
              <a:cs typeface="Times New Roman"/>
            </a:endParaRPr>
          </a:p>
          <a:p>
            <a:pPr marL="768985" marR="229235" indent="-354965">
              <a:lnSpc>
                <a:spcPct val="78000"/>
              </a:lnSpc>
              <a:spcBef>
                <a:spcPts val="2720"/>
              </a:spcBef>
              <a:buChar char="•"/>
              <a:tabLst>
                <a:tab pos="768985" algn="l"/>
              </a:tabLst>
            </a:pPr>
            <a:r>
              <a:rPr dirty="0" sz="2900" spc="-10">
                <a:latin typeface="Times New Roman"/>
                <a:cs typeface="Times New Roman"/>
              </a:rPr>
              <a:t>Before:</a:t>
            </a:r>
            <a:r>
              <a:rPr dirty="0" sz="2900" spc="-175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Alice</a:t>
            </a:r>
            <a:r>
              <a:rPr dirty="0" sz="2900" spc="-70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and</a:t>
            </a:r>
            <a:r>
              <a:rPr dirty="0" sz="2900" spc="-45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Bob</a:t>
            </a:r>
            <a:r>
              <a:rPr dirty="0" sz="2900" spc="-45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have</a:t>
            </a:r>
            <a:r>
              <a:rPr dirty="0" sz="2900" spc="-45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never</a:t>
            </a:r>
            <a:r>
              <a:rPr dirty="0" sz="2900" spc="-45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met</a:t>
            </a:r>
            <a:r>
              <a:rPr dirty="0" sz="2900" spc="-45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and</a:t>
            </a:r>
            <a:r>
              <a:rPr dirty="0" sz="2900" spc="-50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share</a:t>
            </a:r>
            <a:r>
              <a:rPr dirty="0" sz="2900" spc="-45">
                <a:latin typeface="Times New Roman"/>
                <a:cs typeface="Times New Roman"/>
              </a:rPr>
              <a:t> </a:t>
            </a:r>
            <a:r>
              <a:rPr dirty="0" sz="2900" spc="-25">
                <a:latin typeface="Times New Roman"/>
                <a:cs typeface="Times New Roman"/>
              </a:rPr>
              <a:t>no </a:t>
            </a:r>
            <a:r>
              <a:rPr dirty="0" sz="2900">
                <a:latin typeface="Times New Roman"/>
                <a:cs typeface="Times New Roman"/>
              </a:rPr>
              <a:t>secrets;</a:t>
            </a:r>
            <a:r>
              <a:rPr dirty="0" sz="2900" spc="-55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they</a:t>
            </a:r>
            <a:r>
              <a:rPr dirty="0" sz="2900" spc="-50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know</a:t>
            </a:r>
            <a:r>
              <a:rPr dirty="0" sz="2900" spc="-50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a</a:t>
            </a:r>
            <a:r>
              <a:rPr dirty="0" sz="2900" spc="-50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public</a:t>
            </a:r>
            <a:r>
              <a:rPr dirty="0" sz="2900" spc="-55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system</a:t>
            </a:r>
            <a:r>
              <a:rPr dirty="0" sz="2900" spc="-50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parameter</a:t>
            </a:r>
            <a:r>
              <a:rPr dirty="0" sz="2900" spc="-45">
                <a:latin typeface="Times New Roman"/>
                <a:cs typeface="Times New Roman"/>
              </a:rPr>
              <a:t> </a:t>
            </a:r>
            <a:r>
              <a:rPr dirty="0" sz="3850" spc="-50" i="1">
                <a:latin typeface="Symbol"/>
                <a:cs typeface="Symbol"/>
              </a:rPr>
              <a:t></a:t>
            </a:r>
            <a:endParaRPr sz="3850">
              <a:latin typeface="Symbol"/>
              <a:cs typeface="Symbo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3582762" y="2922228"/>
            <a:ext cx="3184525" cy="177800"/>
            <a:chOff x="3582762" y="2922228"/>
            <a:chExt cx="3184525" cy="177800"/>
          </a:xfrm>
        </p:grpSpPr>
        <p:sp>
          <p:nvSpPr>
            <p:cNvPr id="4" name="object 4"/>
            <p:cNvSpPr/>
            <p:nvPr/>
          </p:nvSpPr>
          <p:spPr>
            <a:xfrm>
              <a:off x="3612342" y="3008719"/>
              <a:ext cx="3095625" cy="2540"/>
            </a:xfrm>
            <a:custGeom>
              <a:avLst/>
              <a:gdLst/>
              <a:ahLst/>
              <a:cxnLst/>
              <a:rect l="l" t="t" r="r" b="b"/>
              <a:pathLst>
                <a:path w="3095625" h="2539">
                  <a:moveTo>
                    <a:pt x="0" y="0"/>
                  </a:moveTo>
                  <a:lnTo>
                    <a:pt x="3095211" y="2336"/>
                  </a:lnTo>
                </a:path>
              </a:pathLst>
            </a:custGeom>
            <a:ln w="591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6589186" y="2922228"/>
              <a:ext cx="177800" cy="177800"/>
            </a:xfrm>
            <a:custGeom>
              <a:avLst/>
              <a:gdLst/>
              <a:ahLst/>
              <a:cxnLst/>
              <a:rect l="l" t="t" r="r" b="b"/>
              <a:pathLst>
                <a:path w="177800" h="177800">
                  <a:moveTo>
                    <a:pt x="133" y="0"/>
                  </a:moveTo>
                  <a:lnTo>
                    <a:pt x="0" y="177477"/>
                  </a:lnTo>
                  <a:lnTo>
                    <a:pt x="177516" y="88872"/>
                  </a:lnTo>
                  <a:lnTo>
                    <a:pt x="13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4851632" y="2273354"/>
            <a:ext cx="584835" cy="54610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5"/>
              </a:spcBef>
            </a:pPr>
            <a:r>
              <a:rPr dirty="0" baseline="-20424" sz="5100" spc="-104" i="1">
                <a:latin typeface="Symbol"/>
                <a:cs typeface="Symbol"/>
              </a:rPr>
              <a:t></a:t>
            </a:r>
            <a:r>
              <a:rPr dirty="0" baseline="-20424" sz="5100" spc="-232">
                <a:latin typeface="Times New Roman"/>
                <a:cs typeface="Times New Roman"/>
              </a:rPr>
              <a:t> </a:t>
            </a:r>
            <a:r>
              <a:rPr dirty="0" sz="2750" spc="-50" i="1">
                <a:solidFill>
                  <a:srgbClr val="0533E9"/>
                </a:solidFill>
                <a:latin typeface="Times New Roman"/>
                <a:cs typeface="Times New Roman"/>
              </a:rPr>
              <a:t>x</a:t>
            </a:r>
            <a:endParaRPr sz="2750">
              <a:latin typeface="Times New Roman"/>
              <a:cs typeface="Times New Roman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3532967" y="3630401"/>
            <a:ext cx="3185160" cy="177800"/>
            <a:chOff x="3532967" y="3630401"/>
            <a:chExt cx="3185160" cy="177800"/>
          </a:xfrm>
        </p:grpSpPr>
        <p:sp>
          <p:nvSpPr>
            <p:cNvPr id="8" name="object 8"/>
            <p:cNvSpPr/>
            <p:nvPr/>
          </p:nvSpPr>
          <p:spPr>
            <a:xfrm>
              <a:off x="3592117" y="3717641"/>
              <a:ext cx="3096260" cy="1905"/>
            </a:xfrm>
            <a:custGeom>
              <a:avLst/>
              <a:gdLst/>
              <a:ahLst/>
              <a:cxnLst/>
              <a:rect l="l" t="t" r="r" b="b"/>
              <a:pathLst>
                <a:path w="3096259" h="1904">
                  <a:moveTo>
                    <a:pt x="3096005" y="0"/>
                  </a:moveTo>
                  <a:lnTo>
                    <a:pt x="0" y="1557"/>
                  </a:lnTo>
                </a:path>
              </a:pathLst>
            </a:custGeom>
            <a:ln w="591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3532967" y="3630401"/>
              <a:ext cx="177800" cy="177800"/>
            </a:xfrm>
            <a:custGeom>
              <a:avLst/>
              <a:gdLst/>
              <a:ahLst/>
              <a:cxnLst/>
              <a:rect l="l" t="t" r="r" b="b"/>
              <a:pathLst>
                <a:path w="177800" h="177800">
                  <a:moveTo>
                    <a:pt x="177406" y="0"/>
                  </a:moveTo>
                  <a:lnTo>
                    <a:pt x="0" y="88827"/>
                  </a:lnTo>
                  <a:lnTo>
                    <a:pt x="177495" y="177476"/>
                  </a:lnTo>
                  <a:lnTo>
                    <a:pt x="17740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4873747" y="3141017"/>
            <a:ext cx="290830" cy="54610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3400" spc="-50" i="1">
                <a:latin typeface="Symbol"/>
                <a:cs typeface="Symbol"/>
              </a:rPr>
              <a:t></a:t>
            </a:r>
            <a:endParaRPr sz="3400">
              <a:latin typeface="Symbol"/>
              <a:cs typeface="Symbo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312870" y="6456886"/>
            <a:ext cx="7252334" cy="4330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3265"/>
              </a:lnSpc>
            </a:pPr>
            <a:r>
              <a:rPr dirty="0" sz="2900">
                <a:latin typeface="Times New Roman"/>
                <a:cs typeface="Times New Roman"/>
              </a:rPr>
              <a:t>(this</a:t>
            </a:r>
            <a:r>
              <a:rPr dirty="0" sz="2900" spc="-45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is</a:t>
            </a:r>
            <a:r>
              <a:rPr dirty="0" sz="2900" spc="-45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known</a:t>
            </a:r>
            <a:r>
              <a:rPr dirty="0" sz="2900" spc="-40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as</a:t>
            </a:r>
            <a:r>
              <a:rPr dirty="0" sz="2900" spc="-45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the</a:t>
            </a:r>
            <a:r>
              <a:rPr dirty="0" sz="2900" spc="-45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discrete</a:t>
            </a:r>
            <a:r>
              <a:rPr dirty="0" sz="2900" spc="-40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logarithm</a:t>
            </a:r>
            <a:r>
              <a:rPr dirty="0" sz="2900" spc="-45">
                <a:latin typeface="Times New Roman"/>
                <a:cs typeface="Times New Roman"/>
              </a:rPr>
              <a:t> </a:t>
            </a:r>
            <a:r>
              <a:rPr dirty="0" sz="2900" spc="-10">
                <a:latin typeface="Times New Roman"/>
                <a:cs typeface="Times New Roman"/>
              </a:rPr>
              <a:t>problem)</a:t>
            </a:r>
            <a:endParaRPr sz="29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793075" y="6909065"/>
            <a:ext cx="209550" cy="229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80"/>
              </a:lnSpc>
            </a:pPr>
            <a:r>
              <a:rPr dirty="0" sz="1450" spc="-25">
                <a:latin typeface="Times New Roman"/>
                <a:cs typeface="Times New Roman"/>
              </a:rPr>
              <a:t>62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226731" y="3066318"/>
            <a:ext cx="180975" cy="4464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750" spc="-50" i="1">
                <a:solidFill>
                  <a:srgbClr val="00C663"/>
                </a:solidFill>
                <a:latin typeface="Times New Roman"/>
                <a:cs typeface="Times New Roman"/>
              </a:rPr>
              <a:t>y</a:t>
            </a:r>
            <a:endParaRPr sz="27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332382" y="2466896"/>
            <a:ext cx="2115185" cy="1032510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marL="38100" marR="30480" indent="137160">
              <a:lnSpc>
                <a:spcPts val="3929"/>
              </a:lnSpc>
              <a:spcBef>
                <a:spcPts val="265"/>
              </a:spcBef>
            </a:pPr>
            <a:r>
              <a:rPr dirty="0" sz="3300" i="1">
                <a:latin typeface="Times New Roman"/>
                <a:cs typeface="Times New Roman"/>
              </a:rPr>
              <a:t>generate</a:t>
            </a:r>
            <a:r>
              <a:rPr dirty="0" sz="3300" spc="-15" i="1">
                <a:latin typeface="Times New Roman"/>
                <a:cs typeface="Times New Roman"/>
              </a:rPr>
              <a:t> </a:t>
            </a:r>
            <a:r>
              <a:rPr dirty="0" sz="3300" spc="-50" i="1">
                <a:solidFill>
                  <a:srgbClr val="0533E9"/>
                </a:solidFill>
                <a:latin typeface="Times New Roman"/>
                <a:cs typeface="Times New Roman"/>
              </a:rPr>
              <a:t>x</a:t>
            </a:r>
            <a:r>
              <a:rPr dirty="0" sz="3300" spc="-50" i="1">
                <a:solidFill>
                  <a:srgbClr val="0533E9"/>
                </a:solidFill>
                <a:latin typeface="Times New Roman"/>
                <a:cs typeface="Times New Roman"/>
              </a:rPr>
              <a:t> </a:t>
            </a:r>
            <a:r>
              <a:rPr dirty="0" sz="3300" i="1">
                <a:latin typeface="Times New Roman"/>
                <a:cs typeface="Times New Roman"/>
              </a:rPr>
              <a:t>compute</a:t>
            </a:r>
            <a:r>
              <a:rPr dirty="0" sz="3300" spc="-10" i="1">
                <a:latin typeface="Times New Roman"/>
                <a:cs typeface="Times New Roman"/>
              </a:rPr>
              <a:t> </a:t>
            </a:r>
            <a:r>
              <a:rPr dirty="0" sz="3400" spc="-70" i="1">
                <a:latin typeface="Symbol"/>
                <a:cs typeface="Symbol"/>
              </a:rPr>
              <a:t></a:t>
            </a:r>
            <a:r>
              <a:rPr dirty="0" sz="3400" spc="-160">
                <a:latin typeface="Times New Roman"/>
                <a:cs typeface="Times New Roman"/>
              </a:rPr>
              <a:t> </a:t>
            </a:r>
            <a:r>
              <a:rPr dirty="0" baseline="25252" sz="4125" spc="-75" i="1">
                <a:solidFill>
                  <a:srgbClr val="0533E9"/>
                </a:solidFill>
                <a:latin typeface="Times New Roman"/>
                <a:cs typeface="Times New Roman"/>
              </a:rPr>
              <a:t>x</a:t>
            </a:r>
            <a:endParaRPr baseline="25252" sz="4125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320522" y="2441522"/>
            <a:ext cx="2115185" cy="993140"/>
          </a:xfrm>
          <a:prstGeom prst="rect">
            <a:avLst/>
          </a:prstGeom>
        </p:spPr>
        <p:txBody>
          <a:bodyPr wrap="square" lIns="0" tIns="65405" rIns="0" bIns="0" rtlCol="0" vert="horz">
            <a:spAutoFit/>
          </a:bodyPr>
          <a:lstStyle/>
          <a:p>
            <a:pPr marL="38100" marR="30480" indent="137160">
              <a:lnSpc>
                <a:spcPts val="3620"/>
              </a:lnSpc>
              <a:spcBef>
                <a:spcPts val="515"/>
              </a:spcBef>
            </a:pPr>
            <a:r>
              <a:rPr dirty="0" sz="3300" i="1">
                <a:latin typeface="Times New Roman"/>
                <a:cs typeface="Times New Roman"/>
              </a:rPr>
              <a:t>generate</a:t>
            </a:r>
            <a:r>
              <a:rPr dirty="0" sz="3300" spc="-15" i="1">
                <a:latin typeface="Times New Roman"/>
                <a:cs typeface="Times New Roman"/>
              </a:rPr>
              <a:t> </a:t>
            </a:r>
            <a:r>
              <a:rPr dirty="0" sz="3300" spc="-50" i="1">
                <a:solidFill>
                  <a:srgbClr val="00C663"/>
                </a:solidFill>
                <a:latin typeface="Times New Roman"/>
                <a:cs typeface="Times New Roman"/>
              </a:rPr>
              <a:t>y</a:t>
            </a:r>
            <a:r>
              <a:rPr dirty="0" sz="3300" spc="-50" i="1">
                <a:solidFill>
                  <a:srgbClr val="00C663"/>
                </a:solidFill>
                <a:latin typeface="Times New Roman"/>
                <a:cs typeface="Times New Roman"/>
              </a:rPr>
              <a:t> </a:t>
            </a:r>
            <a:r>
              <a:rPr dirty="0" sz="3300" i="1">
                <a:latin typeface="Times New Roman"/>
                <a:cs typeface="Times New Roman"/>
              </a:rPr>
              <a:t>compute</a:t>
            </a:r>
            <a:r>
              <a:rPr dirty="0" sz="3300" spc="-10" i="1">
                <a:latin typeface="Times New Roman"/>
                <a:cs typeface="Times New Roman"/>
              </a:rPr>
              <a:t> </a:t>
            </a:r>
            <a:r>
              <a:rPr dirty="0" sz="3400" spc="-70" i="1">
                <a:latin typeface="Symbol"/>
                <a:cs typeface="Symbol"/>
              </a:rPr>
              <a:t></a:t>
            </a:r>
            <a:r>
              <a:rPr dirty="0" sz="3400" spc="-160">
                <a:latin typeface="Times New Roman"/>
                <a:cs typeface="Times New Roman"/>
              </a:rPr>
              <a:t> </a:t>
            </a:r>
            <a:r>
              <a:rPr dirty="0" baseline="25252" sz="4125" spc="-75" i="1">
                <a:solidFill>
                  <a:srgbClr val="00C663"/>
                </a:solidFill>
                <a:latin typeface="Times New Roman"/>
                <a:cs typeface="Times New Roman"/>
              </a:rPr>
              <a:t>y</a:t>
            </a:r>
            <a:endParaRPr baseline="25252" sz="4125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333904" y="3914519"/>
            <a:ext cx="8463915" cy="253365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63500">
              <a:lnSpc>
                <a:spcPct val="100000"/>
              </a:lnSpc>
              <a:spcBef>
                <a:spcPts val="115"/>
              </a:spcBef>
              <a:tabLst>
                <a:tab pos="5332730" algn="l"/>
              </a:tabLst>
            </a:pPr>
            <a:r>
              <a:rPr dirty="0" sz="3300" i="1">
                <a:latin typeface="Times New Roman"/>
                <a:cs typeface="Times New Roman"/>
              </a:rPr>
              <a:t>compute</a:t>
            </a:r>
            <a:r>
              <a:rPr dirty="0" sz="3300" spc="-45" i="1">
                <a:latin typeface="Times New Roman"/>
                <a:cs typeface="Times New Roman"/>
              </a:rPr>
              <a:t> </a:t>
            </a:r>
            <a:r>
              <a:rPr dirty="0" sz="3300" i="1">
                <a:solidFill>
                  <a:srgbClr val="FF0000"/>
                </a:solidFill>
                <a:latin typeface="Times New Roman"/>
                <a:cs typeface="Times New Roman"/>
              </a:rPr>
              <a:t>k</a:t>
            </a:r>
            <a:r>
              <a:rPr dirty="0" sz="3300" i="1">
                <a:latin typeface="Times New Roman"/>
                <a:cs typeface="Times New Roman"/>
              </a:rPr>
              <a:t>=(</a:t>
            </a:r>
            <a:r>
              <a:rPr dirty="0" sz="3400" i="1">
                <a:latin typeface="Symbol"/>
                <a:cs typeface="Symbol"/>
              </a:rPr>
              <a:t></a:t>
            </a:r>
            <a:r>
              <a:rPr dirty="0" sz="3400" spc="-65">
                <a:latin typeface="Times New Roman"/>
                <a:cs typeface="Times New Roman"/>
              </a:rPr>
              <a:t> </a:t>
            </a:r>
            <a:r>
              <a:rPr dirty="0" baseline="25252" sz="4125" spc="-37" i="1">
                <a:solidFill>
                  <a:srgbClr val="00C663"/>
                </a:solidFill>
                <a:latin typeface="Times New Roman"/>
                <a:cs typeface="Times New Roman"/>
              </a:rPr>
              <a:t>y</a:t>
            </a:r>
            <a:r>
              <a:rPr dirty="0" sz="3300" spc="-25" i="1">
                <a:latin typeface="Times New Roman"/>
                <a:cs typeface="Times New Roman"/>
              </a:rPr>
              <a:t>)</a:t>
            </a:r>
            <a:r>
              <a:rPr dirty="0" baseline="25252" sz="4125" spc="-37" i="1">
                <a:solidFill>
                  <a:srgbClr val="0533E9"/>
                </a:solidFill>
                <a:latin typeface="Times New Roman"/>
                <a:cs typeface="Times New Roman"/>
              </a:rPr>
              <a:t>x</a:t>
            </a:r>
            <a:r>
              <a:rPr dirty="0" baseline="25252" sz="4125" i="1">
                <a:solidFill>
                  <a:srgbClr val="0533E9"/>
                </a:solidFill>
                <a:latin typeface="Times New Roman"/>
                <a:cs typeface="Times New Roman"/>
              </a:rPr>
              <a:t>	</a:t>
            </a:r>
            <a:r>
              <a:rPr dirty="0" sz="3300" i="1">
                <a:latin typeface="Times New Roman"/>
                <a:cs typeface="Times New Roman"/>
              </a:rPr>
              <a:t>compute</a:t>
            </a:r>
            <a:r>
              <a:rPr dirty="0" sz="3300" spc="-30" i="1">
                <a:latin typeface="Times New Roman"/>
                <a:cs typeface="Times New Roman"/>
              </a:rPr>
              <a:t> </a:t>
            </a:r>
            <a:r>
              <a:rPr dirty="0" sz="3300" i="1">
                <a:solidFill>
                  <a:srgbClr val="FF0000"/>
                </a:solidFill>
                <a:latin typeface="Times New Roman"/>
                <a:cs typeface="Times New Roman"/>
              </a:rPr>
              <a:t>k</a:t>
            </a:r>
            <a:r>
              <a:rPr dirty="0" sz="3300" i="1">
                <a:latin typeface="Times New Roman"/>
                <a:cs typeface="Times New Roman"/>
              </a:rPr>
              <a:t>=(</a:t>
            </a:r>
            <a:r>
              <a:rPr dirty="0" sz="3400" i="1">
                <a:latin typeface="Symbol"/>
                <a:cs typeface="Symbol"/>
              </a:rPr>
              <a:t></a:t>
            </a:r>
            <a:r>
              <a:rPr dirty="0" sz="3400" spc="-55">
                <a:latin typeface="Times New Roman"/>
                <a:cs typeface="Times New Roman"/>
              </a:rPr>
              <a:t> </a:t>
            </a:r>
            <a:r>
              <a:rPr dirty="0" baseline="25252" sz="4125" i="1">
                <a:solidFill>
                  <a:srgbClr val="0533E9"/>
                </a:solidFill>
                <a:latin typeface="Times New Roman"/>
                <a:cs typeface="Times New Roman"/>
              </a:rPr>
              <a:t>x</a:t>
            </a:r>
            <a:r>
              <a:rPr dirty="0" sz="3300" i="1">
                <a:latin typeface="Times New Roman"/>
                <a:cs typeface="Times New Roman"/>
              </a:rPr>
              <a:t>)</a:t>
            </a:r>
            <a:r>
              <a:rPr dirty="0" sz="3300" spc="-25" i="1">
                <a:latin typeface="Times New Roman"/>
                <a:cs typeface="Times New Roman"/>
              </a:rPr>
              <a:t> </a:t>
            </a:r>
            <a:r>
              <a:rPr dirty="0" baseline="25252" sz="4125" spc="-75" i="1">
                <a:solidFill>
                  <a:srgbClr val="00C663"/>
                </a:solidFill>
                <a:latin typeface="Times New Roman"/>
                <a:cs typeface="Times New Roman"/>
              </a:rPr>
              <a:t>y</a:t>
            </a:r>
            <a:endParaRPr baseline="25252" sz="4125">
              <a:latin typeface="Times New Roman"/>
              <a:cs typeface="Times New Roman"/>
            </a:endParaRPr>
          </a:p>
          <a:p>
            <a:pPr marL="570865" indent="-354965">
              <a:lnSpc>
                <a:spcPct val="100000"/>
              </a:lnSpc>
              <a:spcBef>
                <a:spcPts val="3285"/>
              </a:spcBef>
              <a:buChar char="•"/>
              <a:tabLst>
                <a:tab pos="570865" algn="l"/>
              </a:tabLst>
            </a:pPr>
            <a:r>
              <a:rPr dirty="0" sz="2900" spc="-10">
                <a:latin typeface="Times New Roman"/>
                <a:cs typeface="Times New Roman"/>
              </a:rPr>
              <a:t>After:</a:t>
            </a:r>
            <a:r>
              <a:rPr dirty="0" sz="2900" spc="-175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Alice</a:t>
            </a:r>
            <a:r>
              <a:rPr dirty="0" sz="2900" spc="-50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and</a:t>
            </a:r>
            <a:r>
              <a:rPr dirty="0" sz="2900" spc="-35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Bob</a:t>
            </a:r>
            <a:r>
              <a:rPr dirty="0" sz="2900" spc="-35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share</a:t>
            </a:r>
            <a:r>
              <a:rPr dirty="0" sz="2900" spc="-30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a</a:t>
            </a:r>
            <a:r>
              <a:rPr dirty="0" sz="2900" spc="-35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short</a:t>
            </a:r>
            <a:r>
              <a:rPr dirty="0" sz="2900" spc="-35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term</a:t>
            </a:r>
            <a:r>
              <a:rPr dirty="0" sz="2900" spc="-35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key</a:t>
            </a:r>
            <a:r>
              <a:rPr dirty="0" sz="2900" spc="-35">
                <a:latin typeface="Times New Roman"/>
                <a:cs typeface="Times New Roman"/>
              </a:rPr>
              <a:t> </a:t>
            </a:r>
            <a:r>
              <a:rPr dirty="0" sz="2900" spc="-50" i="1">
                <a:solidFill>
                  <a:srgbClr val="FF0000"/>
                </a:solidFill>
                <a:latin typeface="Times New Roman"/>
                <a:cs typeface="Times New Roman"/>
              </a:rPr>
              <a:t>k</a:t>
            </a:r>
            <a:endParaRPr sz="2900">
              <a:latin typeface="Times New Roman"/>
              <a:cs typeface="Times New Roman"/>
            </a:endParaRPr>
          </a:p>
          <a:p>
            <a:pPr marL="991235" marR="343535" indent="-302895">
              <a:lnSpc>
                <a:spcPts val="4280"/>
              </a:lnSpc>
              <a:spcBef>
                <a:spcPts val="409"/>
              </a:spcBef>
              <a:tabLst>
                <a:tab pos="4159885" algn="l"/>
              </a:tabLst>
            </a:pPr>
            <a:r>
              <a:rPr dirty="0" sz="2900">
                <a:latin typeface="Times New Roman"/>
                <a:cs typeface="Times New Roman"/>
              </a:rPr>
              <a:t>–</a:t>
            </a:r>
            <a:r>
              <a:rPr dirty="0" sz="2900" spc="110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Eve</a:t>
            </a:r>
            <a:r>
              <a:rPr dirty="0" sz="2900" spc="-35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cannot</a:t>
            </a:r>
            <a:r>
              <a:rPr dirty="0" sz="2900" spc="-40">
                <a:latin typeface="Times New Roman"/>
                <a:cs typeface="Times New Roman"/>
              </a:rPr>
              <a:t> </a:t>
            </a:r>
            <a:r>
              <a:rPr dirty="0" sz="2900" spc="-10">
                <a:latin typeface="Times New Roman"/>
                <a:cs typeface="Times New Roman"/>
              </a:rPr>
              <a:t>compute</a:t>
            </a:r>
            <a:r>
              <a:rPr dirty="0" sz="2900">
                <a:latin typeface="Times New Roman"/>
                <a:cs typeface="Times New Roman"/>
              </a:rPr>
              <a:t>	</a:t>
            </a:r>
            <a:r>
              <a:rPr dirty="0" sz="2900" b="1" i="1">
                <a:solidFill>
                  <a:srgbClr val="FF0000"/>
                </a:solidFill>
                <a:latin typeface="Times New Roman"/>
                <a:cs typeface="Times New Roman"/>
              </a:rPr>
              <a:t>k</a:t>
            </a:r>
            <a:r>
              <a:rPr dirty="0" sz="2900" spc="-125" b="1" i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:</a:t>
            </a:r>
            <a:r>
              <a:rPr dirty="0" sz="2900" spc="-30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in</a:t>
            </a:r>
            <a:r>
              <a:rPr dirty="0" sz="2900" spc="-30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several</a:t>
            </a:r>
            <a:r>
              <a:rPr dirty="0" sz="2900" spc="-25">
                <a:latin typeface="Times New Roman"/>
                <a:cs typeface="Times New Roman"/>
              </a:rPr>
              <a:t> </a:t>
            </a:r>
            <a:r>
              <a:rPr dirty="0" sz="2900" spc="-10">
                <a:latin typeface="Times New Roman"/>
                <a:cs typeface="Times New Roman"/>
              </a:rPr>
              <a:t>mathematical </a:t>
            </a:r>
            <a:r>
              <a:rPr dirty="0" sz="2900">
                <a:latin typeface="Times New Roman"/>
                <a:cs typeface="Times New Roman"/>
              </a:rPr>
              <a:t>structures</a:t>
            </a:r>
            <a:r>
              <a:rPr dirty="0" sz="2900" spc="-40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it</a:t>
            </a:r>
            <a:r>
              <a:rPr dirty="0" sz="2900" spc="-20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is</a:t>
            </a:r>
            <a:r>
              <a:rPr dirty="0" sz="2900" spc="-20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hard</a:t>
            </a:r>
            <a:r>
              <a:rPr dirty="0" sz="2900" spc="-20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to</a:t>
            </a:r>
            <a:r>
              <a:rPr dirty="0" sz="2900" spc="-20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derive</a:t>
            </a:r>
            <a:r>
              <a:rPr dirty="0" sz="2900" spc="-20">
                <a:latin typeface="Times New Roman"/>
                <a:cs typeface="Times New Roman"/>
              </a:rPr>
              <a:t> </a:t>
            </a:r>
            <a:r>
              <a:rPr dirty="0" sz="3700" i="1">
                <a:solidFill>
                  <a:srgbClr val="0533E9"/>
                </a:solidFill>
                <a:latin typeface="Times New Roman"/>
                <a:cs typeface="Times New Roman"/>
              </a:rPr>
              <a:t>x</a:t>
            </a:r>
            <a:r>
              <a:rPr dirty="0" sz="3700" spc="-220" i="1">
                <a:solidFill>
                  <a:srgbClr val="0533E9"/>
                </a:solidFill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from</a:t>
            </a:r>
            <a:r>
              <a:rPr dirty="0" sz="2900" spc="-20">
                <a:latin typeface="Times New Roman"/>
                <a:cs typeface="Times New Roman"/>
              </a:rPr>
              <a:t> </a:t>
            </a:r>
            <a:r>
              <a:rPr dirty="0" sz="3850" spc="-105" i="1">
                <a:latin typeface="Symbol"/>
                <a:cs typeface="Symbol"/>
              </a:rPr>
              <a:t></a:t>
            </a:r>
            <a:r>
              <a:rPr dirty="0" sz="3850" spc="-204">
                <a:latin typeface="Times New Roman"/>
                <a:cs typeface="Times New Roman"/>
              </a:rPr>
              <a:t> </a:t>
            </a:r>
            <a:r>
              <a:rPr dirty="0" baseline="25000" sz="4500" spc="-75" i="1">
                <a:solidFill>
                  <a:srgbClr val="0533E9"/>
                </a:solidFill>
                <a:latin typeface="Times New Roman"/>
                <a:cs typeface="Times New Roman"/>
              </a:rPr>
              <a:t>x</a:t>
            </a:r>
            <a:endParaRPr baseline="25000" sz="45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347946" y="5623563"/>
            <a:ext cx="5114925" cy="1119505"/>
            <a:chOff x="1347946" y="5623563"/>
            <a:chExt cx="5114925" cy="1119505"/>
          </a:xfrm>
        </p:grpSpPr>
        <p:sp>
          <p:nvSpPr>
            <p:cNvPr id="3" name="object 3"/>
            <p:cNvSpPr/>
            <p:nvPr/>
          </p:nvSpPr>
          <p:spPr>
            <a:xfrm>
              <a:off x="1354519" y="5630136"/>
              <a:ext cx="5102225" cy="1106170"/>
            </a:xfrm>
            <a:custGeom>
              <a:avLst/>
              <a:gdLst/>
              <a:ahLst/>
              <a:cxnLst/>
              <a:rect l="l" t="t" r="r" b="b"/>
              <a:pathLst>
                <a:path w="5102225" h="1106170">
                  <a:moveTo>
                    <a:pt x="5101709" y="0"/>
                  </a:moveTo>
                  <a:lnTo>
                    <a:pt x="0" y="0"/>
                  </a:lnTo>
                  <a:lnTo>
                    <a:pt x="0" y="1105942"/>
                  </a:lnTo>
                  <a:lnTo>
                    <a:pt x="5101709" y="1105942"/>
                  </a:lnTo>
                  <a:lnTo>
                    <a:pt x="5101709" y="0"/>
                  </a:lnTo>
                  <a:close/>
                </a:path>
              </a:pathLst>
            </a:custGeom>
            <a:solidFill>
              <a:srgbClr val="DBDC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1354519" y="5630136"/>
              <a:ext cx="5102225" cy="1106170"/>
            </a:xfrm>
            <a:custGeom>
              <a:avLst/>
              <a:gdLst/>
              <a:ahLst/>
              <a:cxnLst/>
              <a:rect l="l" t="t" r="r" b="b"/>
              <a:pathLst>
                <a:path w="5102225" h="1106170">
                  <a:moveTo>
                    <a:pt x="0" y="0"/>
                  </a:moveTo>
                  <a:lnTo>
                    <a:pt x="5101709" y="0"/>
                  </a:lnTo>
                  <a:lnTo>
                    <a:pt x="5101709" y="1105942"/>
                  </a:lnTo>
                  <a:lnTo>
                    <a:pt x="0" y="1105942"/>
                  </a:lnTo>
                  <a:lnTo>
                    <a:pt x="0" y="0"/>
                  </a:lnTo>
                  <a:close/>
                </a:path>
              </a:pathLst>
            </a:custGeom>
            <a:ln w="131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4715679" y="420985"/>
            <a:ext cx="2451735" cy="72009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RSA</a:t>
            </a:r>
            <a:r>
              <a:rPr dirty="0" spc="-5"/>
              <a:t> </a:t>
            </a:r>
            <a:r>
              <a:rPr dirty="0" spc="-10"/>
              <a:t>(‘78)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9083273" y="6751308"/>
            <a:ext cx="209550" cy="229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80"/>
              </a:lnSpc>
            </a:pPr>
            <a:r>
              <a:rPr dirty="0" sz="1450" spc="-25">
                <a:latin typeface="Times New Roman"/>
                <a:cs typeface="Times New Roman"/>
              </a:rPr>
              <a:t>63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64619" y="1125631"/>
            <a:ext cx="7260590" cy="205105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367030" indent="-354330">
              <a:lnSpc>
                <a:spcPct val="100000"/>
              </a:lnSpc>
              <a:spcBef>
                <a:spcPts val="110"/>
              </a:spcBef>
              <a:buChar char="•"/>
              <a:tabLst>
                <a:tab pos="367030" algn="l"/>
              </a:tabLst>
            </a:pPr>
            <a:r>
              <a:rPr dirty="0" sz="3300">
                <a:latin typeface="Times New Roman"/>
                <a:cs typeface="Times New Roman"/>
              </a:rPr>
              <a:t>Choose</a:t>
            </a:r>
            <a:r>
              <a:rPr dirty="0" sz="3300" spc="-10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2</a:t>
            </a:r>
            <a:r>
              <a:rPr dirty="0" sz="3300" spc="-10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“large”</a:t>
            </a:r>
            <a:r>
              <a:rPr dirty="0" sz="3300" spc="-10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prime</a:t>
            </a:r>
            <a:r>
              <a:rPr dirty="0" sz="3300" spc="-10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numbers</a:t>
            </a:r>
            <a:r>
              <a:rPr dirty="0" sz="3300" spc="-10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p</a:t>
            </a:r>
            <a:r>
              <a:rPr dirty="0" sz="3300" spc="-10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and</a:t>
            </a:r>
            <a:r>
              <a:rPr dirty="0" sz="3300" spc="-10">
                <a:latin typeface="Times New Roman"/>
                <a:cs typeface="Times New Roman"/>
              </a:rPr>
              <a:t> </a:t>
            </a:r>
            <a:r>
              <a:rPr dirty="0" sz="3300" spc="-50">
                <a:latin typeface="Times New Roman"/>
                <a:cs typeface="Times New Roman"/>
              </a:rPr>
              <a:t>q</a:t>
            </a:r>
            <a:endParaRPr sz="3300">
              <a:latin typeface="Times New Roman"/>
              <a:cs typeface="Times New Roman"/>
            </a:endParaRPr>
          </a:p>
          <a:p>
            <a:pPr marL="367030" indent="-354330">
              <a:lnSpc>
                <a:spcPts val="3945"/>
              </a:lnSpc>
              <a:spcBef>
                <a:spcPts val="45"/>
              </a:spcBef>
              <a:buChar char="•"/>
              <a:tabLst>
                <a:tab pos="367030" algn="l"/>
              </a:tabLst>
            </a:pPr>
            <a:r>
              <a:rPr dirty="0" sz="3300">
                <a:latin typeface="Times New Roman"/>
                <a:cs typeface="Times New Roman"/>
              </a:rPr>
              <a:t>modulus</a:t>
            </a:r>
            <a:r>
              <a:rPr dirty="0" sz="3300" spc="-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n</a:t>
            </a:r>
            <a:r>
              <a:rPr dirty="0" sz="3300" spc="-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=</a:t>
            </a:r>
            <a:r>
              <a:rPr dirty="0" sz="3300" spc="-5">
                <a:latin typeface="Times New Roman"/>
                <a:cs typeface="Times New Roman"/>
              </a:rPr>
              <a:t> </a:t>
            </a:r>
            <a:r>
              <a:rPr dirty="0" sz="3300" spc="-25">
                <a:latin typeface="Times New Roman"/>
                <a:cs typeface="Times New Roman"/>
              </a:rPr>
              <a:t>p.q</a:t>
            </a:r>
            <a:endParaRPr sz="3300">
              <a:latin typeface="Times New Roman"/>
              <a:cs typeface="Times New Roman"/>
            </a:endParaRPr>
          </a:p>
          <a:p>
            <a:pPr marL="367030" indent="-354330">
              <a:lnSpc>
                <a:spcPts val="3945"/>
              </a:lnSpc>
              <a:buChar char="•"/>
              <a:tabLst>
                <a:tab pos="367030" algn="l"/>
              </a:tabLst>
            </a:pPr>
            <a:r>
              <a:rPr dirty="0" sz="3300">
                <a:latin typeface="Times New Roman"/>
                <a:cs typeface="Times New Roman"/>
              </a:rPr>
              <a:t>compute</a:t>
            </a:r>
            <a:r>
              <a:rPr dirty="0" sz="3300" spc="10">
                <a:latin typeface="Times New Roman"/>
                <a:cs typeface="Times New Roman"/>
              </a:rPr>
              <a:t> </a:t>
            </a:r>
            <a:r>
              <a:rPr dirty="0" sz="3300">
                <a:latin typeface="Symbol"/>
                <a:cs typeface="Symbol"/>
              </a:rPr>
              <a:t></a:t>
            </a:r>
            <a:r>
              <a:rPr dirty="0" sz="3300">
                <a:latin typeface="Times New Roman"/>
                <a:cs typeface="Times New Roman"/>
              </a:rPr>
              <a:t>(n)</a:t>
            </a:r>
            <a:r>
              <a:rPr dirty="0" sz="3300" spc="10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=</a:t>
            </a:r>
            <a:r>
              <a:rPr dirty="0" sz="3300" spc="10">
                <a:latin typeface="Times New Roman"/>
                <a:cs typeface="Times New Roman"/>
              </a:rPr>
              <a:t> </a:t>
            </a:r>
            <a:r>
              <a:rPr dirty="0" sz="3300" spc="-10">
                <a:latin typeface="Times New Roman"/>
                <a:cs typeface="Times New Roman"/>
              </a:rPr>
              <a:t>lcm(p-</a:t>
            </a:r>
            <a:r>
              <a:rPr dirty="0" sz="3300">
                <a:latin typeface="Times New Roman"/>
                <a:cs typeface="Times New Roman"/>
              </a:rPr>
              <a:t>1,q-</a:t>
            </a:r>
            <a:r>
              <a:rPr dirty="0" sz="3300" spc="-25">
                <a:latin typeface="Times New Roman"/>
                <a:cs typeface="Times New Roman"/>
              </a:rPr>
              <a:t>1)</a:t>
            </a:r>
            <a:endParaRPr sz="3300">
              <a:latin typeface="Times New Roman"/>
              <a:cs typeface="Times New Roman"/>
            </a:endParaRPr>
          </a:p>
          <a:p>
            <a:pPr marL="367030" indent="-354330">
              <a:lnSpc>
                <a:spcPct val="100000"/>
              </a:lnSpc>
              <a:spcBef>
                <a:spcPts val="75"/>
              </a:spcBef>
              <a:buChar char="•"/>
              <a:tabLst>
                <a:tab pos="367030" algn="l"/>
              </a:tabLst>
            </a:pPr>
            <a:r>
              <a:rPr dirty="0" sz="3300">
                <a:latin typeface="Times New Roman"/>
                <a:cs typeface="Times New Roman"/>
              </a:rPr>
              <a:t>choose</a:t>
            </a:r>
            <a:r>
              <a:rPr dirty="0" sz="3300" spc="-1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e</a:t>
            </a:r>
            <a:r>
              <a:rPr dirty="0" sz="3300" spc="-1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relatively</a:t>
            </a:r>
            <a:r>
              <a:rPr dirty="0" sz="3300" spc="-1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prime</a:t>
            </a:r>
            <a:r>
              <a:rPr dirty="0" sz="3300" spc="-1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w.r.t.</a:t>
            </a:r>
            <a:r>
              <a:rPr dirty="0" sz="3300" spc="-10">
                <a:latin typeface="Times New Roman"/>
                <a:cs typeface="Times New Roman"/>
              </a:rPr>
              <a:t> </a:t>
            </a:r>
            <a:r>
              <a:rPr dirty="0" sz="3300" spc="-20">
                <a:latin typeface="Symbol"/>
                <a:cs typeface="Symbol"/>
              </a:rPr>
              <a:t></a:t>
            </a:r>
            <a:r>
              <a:rPr dirty="0" sz="3300" spc="-20">
                <a:latin typeface="Times New Roman"/>
                <a:cs typeface="Times New Roman"/>
              </a:rPr>
              <a:t>(n)</a:t>
            </a:r>
            <a:endParaRPr sz="33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539219" y="3145975"/>
            <a:ext cx="4935220" cy="5302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392430" indent="-354330">
              <a:lnSpc>
                <a:spcPct val="100000"/>
              </a:lnSpc>
              <a:spcBef>
                <a:spcPts val="110"/>
              </a:spcBef>
              <a:buChar char="•"/>
              <a:tabLst>
                <a:tab pos="392430" algn="l"/>
                <a:tab pos="3322320" algn="l"/>
              </a:tabLst>
            </a:pPr>
            <a:r>
              <a:rPr dirty="0" sz="3300">
                <a:latin typeface="Times New Roman"/>
                <a:cs typeface="Times New Roman"/>
              </a:rPr>
              <a:t>compute</a:t>
            </a:r>
            <a:r>
              <a:rPr dirty="0" sz="3300" spc="-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d</a:t>
            </a:r>
            <a:r>
              <a:rPr dirty="0" sz="3300" spc="-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= e</a:t>
            </a:r>
            <a:r>
              <a:rPr dirty="0" baseline="16666" sz="4500">
                <a:latin typeface="Times New Roman"/>
                <a:cs typeface="Times New Roman"/>
              </a:rPr>
              <a:t>-</a:t>
            </a:r>
            <a:r>
              <a:rPr dirty="0" baseline="16666" sz="4500" spc="-75">
                <a:latin typeface="Times New Roman"/>
                <a:cs typeface="Times New Roman"/>
              </a:rPr>
              <a:t>1</a:t>
            </a:r>
            <a:r>
              <a:rPr dirty="0" baseline="16666" sz="4500">
                <a:latin typeface="Times New Roman"/>
                <a:cs typeface="Times New Roman"/>
              </a:rPr>
              <a:t>	</a:t>
            </a:r>
            <a:r>
              <a:rPr dirty="0" sz="3300">
                <a:latin typeface="Times New Roman"/>
                <a:cs typeface="Times New Roman"/>
              </a:rPr>
              <a:t>mod</a:t>
            </a:r>
            <a:r>
              <a:rPr dirty="0" sz="3300" spc="-5">
                <a:latin typeface="Times New Roman"/>
                <a:cs typeface="Times New Roman"/>
              </a:rPr>
              <a:t> </a:t>
            </a:r>
            <a:r>
              <a:rPr dirty="0" sz="3300" spc="-20">
                <a:latin typeface="Symbol"/>
                <a:cs typeface="Symbol"/>
              </a:rPr>
              <a:t></a:t>
            </a:r>
            <a:r>
              <a:rPr dirty="0" sz="3300" spc="-20">
                <a:latin typeface="Times New Roman"/>
                <a:cs typeface="Times New Roman"/>
              </a:rPr>
              <a:t>(n)</a:t>
            </a:r>
            <a:endParaRPr sz="33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564619" y="4158249"/>
            <a:ext cx="4285615" cy="1029969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367030" indent="-354330">
              <a:lnSpc>
                <a:spcPts val="3945"/>
              </a:lnSpc>
              <a:spcBef>
                <a:spcPts val="110"/>
              </a:spcBef>
              <a:buChar char="•"/>
              <a:tabLst>
                <a:tab pos="367030" algn="l"/>
              </a:tabLst>
            </a:pPr>
            <a:r>
              <a:rPr dirty="0" sz="3300">
                <a:latin typeface="Times New Roman"/>
                <a:cs typeface="Times New Roman"/>
              </a:rPr>
              <a:t>public</a:t>
            </a:r>
            <a:r>
              <a:rPr dirty="0" sz="3300" spc="-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key</a:t>
            </a:r>
            <a:r>
              <a:rPr dirty="0" sz="3300" spc="-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=</a:t>
            </a:r>
            <a:r>
              <a:rPr dirty="0" sz="3300" spc="-5">
                <a:latin typeface="Times New Roman"/>
                <a:cs typeface="Times New Roman"/>
              </a:rPr>
              <a:t> </a:t>
            </a:r>
            <a:r>
              <a:rPr dirty="0" sz="3300" spc="-10">
                <a:latin typeface="Times New Roman"/>
                <a:cs typeface="Times New Roman"/>
              </a:rPr>
              <a:t>(e,n)</a:t>
            </a:r>
            <a:endParaRPr sz="3300">
              <a:latin typeface="Times New Roman"/>
              <a:cs typeface="Times New Roman"/>
            </a:endParaRPr>
          </a:p>
          <a:p>
            <a:pPr marL="367030" indent="-354330">
              <a:lnSpc>
                <a:spcPts val="3945"/>
              </a:lnSpc>
              <a:buChar char="•"/>
              <a:tabLst>
                <a:tab pos="367030" algn="l"/>
              </a:tabLst>
            </a:pPr>
            <a:r>
              <a:rPr dirty="0" sz="3300">
                <a:latin typeface="Times New Roman"/>
                <a:cs typeface="Times New Roman"/>
              </a:rPr>
              <a:t>private</a:t>
            </a:r>
            <a:r>
              <a:rPr dirty="0" sz="3300" spc="-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key</a:t>
            </a:r>
            <a:r>
              <a:rPr dirty="0" sz="3300" spc="-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=</a:t>
            </a:r>
            <a:r>
              <a:rPr dirty="0" sz="3300" spc="-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d</a:t>
            </a:r>
            <a:r>
              <a:rPr dirty="0" sz="3300" spc="-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of </a:t>
            </a:r>
            <a:r>
              <a:rPr dirty="0" sz="3300" spc="-10">
                <a:latin typeface="Times New Roman"/>
                <a:cs typeface="Times New Roman"/>
              </a:rPr>
              <a:t>(p,q)</a:t>
            </a:r>
            <a:endParaRPr sz="33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54519" y="5630136"/>
            <a:ext cx="5102225" cy="539115"/>
          </a:xfrm>
          <a:prstGeom prst="rect">
            <a:avLst/>
          </a:prstGeom>
          <a:solidFill>
            <a:srgbClr val="DBDCF6"/>
          </a:solidFill>
        </p:spPr>
        <p:txBody>
          <a:bodyPr wrap="square" lIns="0" tIns="53975" rIns="0" bIns="0" rtlCol="0" vert="horz">
            <a:spAutoFit/>
          </a:bodyPr>
          <a:lstStyle/>
          <a:p>
            <a:pPr marL="577215" indent="-354965">
              <a:lnSpc>
                <a:spcPts val="3815"/>
              </a:lnSpc>
              <a:spcBef>
                <a:spcPts val="425"/>
              </a:spcBef>
              <a:buChar char="•"/>
              <a:tabLst>
                <a:tab pos="577215" algn="l"/>
              </a:tabLst>
            </a:pPr>
            <a:r>
              <a:rPr dirty="0" sz="3300">
                <a:solidFill>
                  <a:srgbClr val="FF0000"/>
                </a:solidFill>
                <a:latin typeface="Times New Roman"/>
                <a:cs typeface="Times New Roman"/>
              </a:rPr>
              <a:t>encryption:</a:t>
            </a:r>
            <a:r>
              <a:rPr dirty="0" sz="3300" spc="-1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3300">
                <a:solidFill>
                  <a:srgbClr val="FF0000"/>
                </a:solidFill>
                <a:latin typeface="Times New Roman"/>
                <a:cs typeface="Times New Roman"/>
              </a:rPr>
              <a:t>c</a:t>
            </a:r>
            <a:r>
              <a:rPr dirty="0" sz="3300" spc="-5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3300">
                <a:solidFill>
                  <a:srgbClr val="FF0000"/>
                </a:solidFill>
                <a:latin typeface="Times New Roman"/>
                <a:cs typeface="Times New Roman"/>
              </a:rPr>
              <a:t>=</a:t>
            </a:r>
            <a:r>
              <a:rPr dirty="0" sz="3300" spc="-5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3300">
                <a:solidFill>
                  <a:srgbClr val="FF0000"/>
                </a:solidFill>
                <a:latin typeface="Times New Roman"/>
                <a:cs typeface="Times New Roman"/>
              </a:rPr>
              <a:t>m</a:t>
            </a:r>
            <a:r>
              <a:rPr dirty="0" baseline="16666" sz="4500">
                <a:solidFill>
                  <a:srgbClr val="FF0000"/>
                </a:solidFill>
                <a:latin typeface="Times New Roman"/>
                <a:cs typeface="Times New Roman"/>
              </a:rPr>
              <a:t>e</a:t>
            </a:r>
            <a:r>
              <a:rPr dirty="0" baseline="16666" sz="4500" spc="104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3300">
                <a:solidFill>
                  <a:srgbClr val="FF0000"/>
                </a:solidFill>
                <a:latin typeface="Times New Roman"/>
                <a:cs typeface="Times New Roman"/>
              </a:rPr>
              <a:t>mod</a:t>
            </a:r>
            <a:r>
              <a:rPr dirty="0" sz="3300" spc="-5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3300" spc="-50">
                <a:solidFill>
                  <a:srgbClr val="FF0000"/>
                </a:solidFill>
                <a:latin typeface="Times New Roman"/>
                <a:cs typeface="Times New Roman"/>
              </a:rPr>
              <a:t>n</a:t>
            </a:r>
            <a:endParaRPr sz="33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54519" y="6169091"/>
            <a:ext cx="5102225" cy="567055"/>
          </a:xfrm>
          <a:prstGeom prst="rect">
            <a:avLst/>
          </a:prstGeom>
          <a:solidFill>
            <a:srgbClr val="DBDCF6"/>
          </a:solidFill>
        </p:spPr>
        <p:txBody>
          <a:bodyPr wrap="square" lIns="0" tIns="14604" rIns="0" bIns="0" rtlCol="0" vert="horz">
            <a:spAutoFit/>
          </a:bodyPr>
          <a:lstStyle/>
          <a:p>
            <a:pPr marL="577215" indent="-354965">
              <a:lnSpc>
                <a:spcPct val="100000"/>
              </a:lnSpc>
              <a:spcBef>
                <a:spcPts val="114"/>
              </a:spcBef>
              <a:buChar char="•"/>
              <a:tabLst>
                <a:tab pos="577215" algn="l"/>
              </a:tabLst>
            </a:pPr>
            <a:r>
              <a:rPr dirty="0" sz="3300">
                <a:solidFill>
                  <a:srgbClr val="FF0000"/>
                </a:solidFill>
                <a:latin typeface="Times New Roman"/>
                <a:cs typeface="Times New Roman"/>
              </a:rPr>
              <a:t>decryption:</a:t>
            </a:r>
            <a:r>
              <a:rPr dirty="0" sz="3300" spc="-5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3300">
                <a:solidFill>
                  <a:srgbClr val="FF0000"/>
                </a:solidFill>
                <a:latin typeface="Times New Roman"/>
                <a:cs typeface="Times New Roman"/>
              </a:rPr>
              <a:t>m</a:t>
            </a:r>
            <a:r>
              <a:rPr dirty="0" sz="3300" spc="-5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3300">
                <a:solidFill>
                  <a:srgbClr val="FF0000"/>
                </a:solidFill>
                <a:latin typeface="Times New Roman"/>
                <a:cs typeface="Times New Roman"/>
              </a:rPr>
              <a:t>= c</a:t>
            </a:r>
            <a:r>
              <a:rPr dirty="0" baseline="16666" sz="4500">
                <a:solidFill>
                  <a:srgbClr val="FF0000"/>
                </a:solidFill>
                <a:latin typeface="Times New Roman"/>
                <a:cs typeface="Times New Roman"/>
              </a:rPr>
              <a:t>d</a:t>
            </a:r>
            <a:r>
              <a:rPr dirty="0" baseline="16666" sz="4500" spc="104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3300">
                <a:solidFill>
                  <a:srgbClr val="FF0000"/>
                </a:solidFill>
                <a:latin typeface="Times New Roman"/>
                <a:cs typeface="Times New Roman"/>
              </a:rPr>
              <a:t>mod </a:t>
            </a:r>
            <a:r>
              <a:rPr dirty="0" sz="3300" spc="-50">
                <a:solidFill>
                  <a:srgbClr val="FF0000"/>
                </a:solidFill>
                <a:latin typeface="Times New Roman"/>
                <a:cs typeface="Times New Roman"/>
              </a:rPr>
              <a:t>n</a:t>
            </a:r>
            <a:endParaRPr sz="33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612108" y="3443019"/>
            <a:ext cx="3355340" cy="168465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01299"/>
              </a:lnSpc>
              <a:spcBef>
                <a:spcPts val="90"/>
              </a:spcBef>
            </a:pPr>
            <a:r>
              <a:rPr dirty="0" sz="2150">
                <a:solidFill>
                  <a:srgbClr val="0533E9"/>
                </a:solidFill>
                <a:latin typeface="Arial"/>
                <a:cs typeface="Arial"/>
              </a:rPr>
              <a:t>The</a:t>
            </a:r>
            <a:r>
              <a:rPr dirty="0" sz="2150" spc="10">
                <a:solidFill>
                  <a:srgbClr val="0533E9"/>
                </a:solidFill>
                <a:latin typeface="Arial"/>
                <a:cs typeface="Arial"/>
              </a:rPr>
              <a:t> </a:t>
            </a:r>
            <a:r>
              <a:rPr dirty="0" sz="2150">
                <a:solidFill>
                  <a:srgbClr val="0533E9"/>
                </a:solidFill>
                <a:latin typeface="Arial"/>
                <a:cs typeface="Arial"/>
              </a:rPr>
              <a:t>security</a:t>
            </a:r>
            <a:r>
              <a:rPr dirty="0" sz="2150" spc="15">
                <a:solidFill>
                  <a:srgbClr val="0533E9"/>
                </a:solidFill>
                <a:latin typeface="Arial"/>
                <a:cs typeface="Arial"/>
              </a:rPr>
              <a:t> </a:t>
            </a:r>
            <a:r>
              <a:rPr dirty="0" sz="2150">
                <a:solidFill>
                  <a:srgbClr val="0533E9"/>
                </a:solidFill>
                <a:latin typeface="Arial"/>
                <a:cs typeface="Arial"/>
              </a:rPr>
              <a:t>of</a:t>
            </a:r>
            <a:r>
              <a:rPr dirty="0" sz="2150" spc="10">
                <a:solidFill>
                  <a:srgbClr val="0533E9"/>
                </a:solidFill>
                <a:latin typeface="Arial"/>
                <a:cs typeface="Arial"/>
              </a:rPr>
              <a:t> </a:t>
            </a:r>
            <a:r>
              <a:rPr dirty="0" sz="2150">
                <a:solidFill>
                  <a:srgbClr val="0533E9"/>
                </a:solidFill>
                <a:latin typeface="Arial"/>
                <a:cs typeface="Arial"/>
              </a:rPr>
              <a:t>RSA</a:t>
            </a:r>
            <a:r>
              <a:rPr dirty="0" sz="2150" spc="-110">
                <a:solidFill>
                  <a:srgbClr val="0533E9"/>
                </a:solidFill>
                <a:latin typeface="Arial"/>
                <a:cs typeface="Arial"/>
              </a:rPr>
              <a:t> </a:t>
            </a:r>
            <a:r>
              <a:rPr dirty="0" sz="2150" spc="-25">
                <a:solidFill>
                  <a:srgbClr val="0533E9"/>
                </a:solidFill>
                <a:latin typeface="Arial"/>
                <a:cs typeface="Arial"/>
              </a:rPr>
              <a:t>is </a:t>
            </a:r>
            <a:r>
              <a:rPr dirty="0" sz="2150">
                <a:solidFill>
                  <a:srgbClr val="0533E9"/>
                </a:solidFill>
                <a:latin typeface="Arial"/>
                <a:cs typeface="Arial"/>
              </a:rPr>
              <a:t>based</a:t>
            </a:r>
            <a:r>
              <a:rPr dirty="0" sz="2150" spc="-5">
                <a:solidFill>
                  <a:srgbClr val="0533E9"/>
                </a:solidFill>
                <a:latin typeface="Arial"/>
                <a:cs typeface="Arial"/>
              </a:rPr>
              <a:t> </a:t>
            </a:r>
            <a:r>
              <a:rPr dirty="0" sz="2150">
                <a:solidFill>
                  <a:srgbClr val="0533E9"/>
                </a:solidFill>
                <a:latin typeface="Arial"/>
                <a:cs typeface="Arial"/>
              </a:rPr>
              <a:t>on</a:t>
            </a:r>
            <a:r>
              <a:rPr dirty="0" sz="2150" spc="5">
                <a:solidFill>
                  <a:srgbClr val="0533E9"/>
                </a:solidFill>
                <a:latin typeface="Arial"/>
                <a:cs typeface="Arial"/>
              </a:rPr>
              <a:t> </a:t>
            </a:r>
            <a:r>
              <a:rPr dirty="0" sz="2150">
                <a:solidFill>
                  <a:srgbClr val="0533E9"/>
                </a:solidFill>
                <a:latin typeface="Arial"/>
                <a:cs typeface="Arial"/>
              </a:rPr>
              <a:t>the</a:t>
            </a:r>
            <a:r>
              <a:rPr dirty="0" sz="2150" spc="5">
                <a:solidFill>
                  <a:srgbClr val="0533E9"/>
                </a:solidFill>
                <a:latin typeface="Arial"/>
                <a:cs typeface="Arial"/>
              </a:rPr>
              <a:t> </a:t>
            </a:r>
            <a:r>
              <a:rPr dirty="0" sz="2150">
                <a:solidFill>
                  <a:srgbClr val="0533E9"/>
                </a:solidFill>
                <a:latin typeface="Arial"/>
                <a:cs typeface="Arial"/>
              </a:rPr>
              <a:t>“fact”</a:t>
            </a:r>
            <a:r>
              <a:rPr dirty="0" sz="2150" spc="5">
                <a:solidFill>
                  <a:srgbClr val="0533E9"/>
                </a:solidFill>
                <a:latin typeface="Arial"/>
                <a:cs typeface="Arial"/>
              </a:rPr>
              <a:t> </a:t>
            </a:r>
            <a:r>
              <a:rPr dirty="0" sz="2150">
                <a:solidFill>
                  <a:srgbClr val="0533E9"/>
                </a:solidFill>
                <a:latin typeface="Arial"/>
                <a:cs typeface="Arial"/>
              </a:rPr>
              <a:t>that</a:t>
            </a:r>
            <a:r>
              <a:rPr dirty="0" sz="2150" spc="5">
                <a:solidFill>
                  <a:srgbClr val="0533E9"/>
                </a:solidFill>
                <a:latin typeface="Arial"/>
                <a:cs typeface="Arial"/>
              </a:rPr>
              <a:t> </a:t>
            </a:r>
            <a:r>
              <a:rPr dirty="0" sz="2150">
                <a:solidFill>
                  <a:srgbClr val="0533E9"/>
                </a:solidFill>
                <a:latin typeface="Arial"/>
                <a:cs typeface="Arial"/>
              </a:rPr>
              <a:t>it</a:t>
            </a:r>
            <a:r>
              <a:rPr dirty="0" sz="2150" spc="5">
                <a:solidFill>
                  <a:srgbClr val="0533E9"/>
                </a:solidFill>
                <a:latin typeface="Arial"/>
                <a:cs typeface="Arial"/>
              </a:rPr>
              <a:t> </a:t>
            </a:r>
            <a:r>
              <a:rPr dirty="0" sz="2150" spc="-25">
                <a:solidFill>
                  <a:srgbClr val="0533E9"/>
                </a:solidFill>
                <a:latin typeface="Arial"/>
                <a:cs typeface="Arial"/>
              </a:rPr>
              <a:t>is </a:t>
            </a:r>
            <a:r>
              <a:rPr dirty="0" sz="2150">
                <a:solidFill>
                  <a:srgbClr val="0533E9"/>
                </a:solidFill>
                <a:latin typeface="Arial"/>
                <a:cs typeface="Arial"/>
              </a:rPr>
              <a:t>easy</a:t>
            </a:r>
            <a:r>
              <a:rPr dirty="0" sz="2150" spc="15">
                <a:solidFill>
                  <a:srgbClr val="0533E9"/>
                </a:solidFill>
                <a:latin typeface="Arial"/>
                <a:cs typeface="Arial"/>
              </a:rPr>
              <a:t> </a:t>
            </a:r>
            <a:r>
              <a:rPr dirty="0" sz="2150">
                <a:solidFill>
                  <a:srgbClr val="0533E9"/>
                </a:solidFill>
                <a:latin typeface="Arial"/>
                <a:cs typeface="Arial"/>
              </a:rPr>
              <a:t>to</a:t>
            </a:r>
            <a:r>
              <a:rPr dirty="0" sz="2150" spc="15">
                <a:solidFill>
                  <a:srgbClr val="0533E9"/>
                </a:solidFill>
                <a:latin typeface="Arial"/>
                <a:cs typeface="Arial"/>
              </a:rPr>
              <a:t> </a:t>
            </a:r>
            <a:r>
              <a:rPr dirty="0" sz="2150">
                <a:solidFill>
                  <a:srgbClr val="0533E9"/>
                </a:solidFill>
                <a:latin typeface="Arial"/>
                <a:cs typeface="Arial"/>
              </a:rPr>
              <a:t>generate</a:t>
            </a:r>
            <a:r>
              <a:rPr dirty="0" sz="2150" spc="10">
                <a:solidFill>
                  <a:srgbClr val="0533E9"/>
                </a:solidFill>
                <a:latin typeface="Arial"/>
                <a:cs typeface="Arial"/>
              </a:rPr>
              <a:t> </a:t>
            </a:r>
            <a:r>
              <a:rPr dirty="0" sz="2150">
                <a:solidFill>
                  <a:srgbClr val="0533E9"/>
                </a:solidFill>
                <a:latin typeface="Arial"/>
                <a:cs typeface="Arial"/>
              </a:rPr>
              <a:t>two</a:t>
            </a:r>
            <a:r>
              <a:rPr dirty="0" sz="2150" spc="15">
                <a:solidFill>
                  <a:srgbClr val="0533E9"/>
                </a:solidFill>
                <a:latin typeface="Arial"/>
                <a:cs typeface="Arial"/>
              </a:rPr>
              <a:t> </a:t>
            </a:r>
            <a:r>
              <a:rPr dirty="0" sz="2150" spc="-10">
                <a:solidFill>
                  <a:srgbClr val="0533E9"/>
                </a:solidFill>
                <a:latin typeface="Arial"/>
                <a:cs typeface="Arial"/>
              </a:rPr>
              <a:t>large </a:t>
            </a:r>
            <a:r>
              <a:rPr dirty="0" sz="2150">
                <a:solidFill>
                  <a:srgbClr val="0533E9"/>
                </a:solidFill>
                <a:latin typeface="Arial"/>
                <a:cs typeface="Arial"/>
              </a:rPr>
              <a:t>primes,</a:t>
            </a:r>
            <a:r>
              <a:rPr dirty="0" sz="2150" spc="15">
                <a:solidFill>
                  <a:srgbClr val="0533E9"/>
                </a:solidFill>
                <a:latin typeface="Arial"/>
                <a:cs typeface="Arial"/>
              </a:rPr>
              <a:t> </a:t>
            </a:r>
            <a:r>
              <a:rPr dirty="0" sz="2150">
                <a:solidFill>
                  <a:srgbClr val="0533E9"/>
                </a:solidFill>
                <a:latin typeface="Arial"/>
                <a:cs typeface="Arial"/>
              </a:rPr>
              <a:t>but</a:t>
            </a:r>
            <a:r>
              <a:rPr dirty="0" sz="2150" spc="15">
                <a:solidFill>
                  <a:srgbClr val="0533E9"/>
                </a:solidFill>
                <a:latin typeface="Arial"/>
                <a:cs typeface="Arial"/>
              </a:rPr>
              <a:t> </a:t>
            </a:r>
            <a:r>
              <a:rPr dirty="0" sz="2150">
                <a:solidFill>
                  <a:srgbClr val="0533E9"/>
                </a:solidFill>
                <a:latin typeface="Arial"/>
                <a:cs typeface="Arial"/>
              </a:rPr>
              <a:t>that</a:t>
            </a:r>
            <a:r>
              <a:rPr dirty="0" sz="2150" spc="15">
                <a:solidFill>
                  <a:srgbClr val="0533E9"/>
                </a:solidFill>
                <a:latin typeface="Arial"/>
                <a:cs typeface="Arial"/>
              </a:rPr>
              <a:t> </a:t>
            </a:r>
            <a:r>
              <a:rPr dirty="0" sz="2150">
                <a:solidFill>
                  <a:srgbClr val="0533E9"/>
                </a:solidFill>
                <a:latin typeface="Arial"/>
                <a:cs typeface="Arial"/>
              </a:rPr>
              <a:t>it</a:t>
            </a:r>
            <a:r>
              <a:rPr dirty="0" sz="2150" spc="15">
                <a:solidFill>
                  <a:srgbClr val="0533E9"/>
                </a:solidFill>
                <a:latin typeface="Arial"/>
                <a:cs typeface="Arial"/>
              </a:rPr>
              <a:t> </a:t>
            </a:r>
            <a:r>
              <a:rPr dirty="0" sz="2150">
                <a:solidFill>
                  <a:srgbClr val="0533E9"/>
                </a:solidFill>
                <a:latin typeface="Arial"/>
                <a:cs typeface="Arial"/>
              </a:rPr>
              <a:t>is</a:t>
            </a:r>
            <a:r>
              <a:rPr dirty="0" sz="2150" spc="15">
                <a:solidFill>
                  <a:srgbClr val="0533E9"/>
                </a:solidFill>
                <a:latin typeface="Arial"/>
                <a:cs typeface="Arial"/>
              </a:rPr>
              <a:t> </a:t>
            </a:r>
            <a:r>
              <a:rPr dirty="0" sz="2150">
                <a:solidFill>
                  <a:srgbClr val="0533E9"/>
                </a:solidFill>
                <a:latin typeface="Arial"/>
                <a:cs typeface="Arial"/>
              </a:rPr>
              <a:t>hard</a:t>
            </a:r>
            <a:r>
              <a:rPr dirty="0" sz="2150" spc="15">
                <a:solidFill>
                  <a:srgbClr val="0533E9"/>
                </a:solidFill>
                <a:latin typeface="Arial"/>
                <a:cs typeface="Arial"/>
              </a:rPr>
              <a:t> </a:t>
            </a:r>
            <a:r>
              <a:rPr dirty="0" sz="2150" spc="-25">
                <a:solidFill>
                  <a:srgbClr val="0533E9"/>
                </a:solidFill>
                <a:latin typeface="Arial"/>
                <a:cs typeface="Arial"/>
              </a:rPr>
              <a:t>to </a:t>
            </a:r>
            <a:r>
              <a:rPr dirty="0" sz="2150">
                <a:solidFill>
                  <a:srgbClr val="0533E9"/>
                </a:solidFill>
                <a:latin typeface="Arial"/>
                <a:cs typeface="Arial"/>
              </a:rPr>
              <a:t>factor</a:t>
            </a:r>
            <a:r>
              <a:rPr dirty="0" sz="2150" spc="-5">
                <a:solidFill>
                  <a:srgbClr val="0533E9"/>
                </a:solidFill>
                <a:latin typeface="Arial"/>
                <a:cs typeface="Arial"/>
              </a:rPr>
              <a:t> </a:t>
            </a:r>
            <a:r>
              <a:rPr dirty="0" sz="2150">
                <a:solidFill>
                  <a:srgbClr val="0533E9"/>
                </a:solidFill>
                <a:latin typeface="Arial"/>
                <a:cs typeface="Arial"/>
              </a:rPr>
              <a:t>their</a:t>
            </a:r>
            <a:r>
              <a:rPr dirty="0" sz="2150" spc="10">
                <a:solidFill>
                  <a:srgbClr val="0533E9"/>
                </a:solidFill>
                <a:latin typeface="Arial"/>
                <a:cs typeface="Arial"/>
              </a:rPr>
              <a:t> </a:t>
            </a:r>
            <a:r>
              <a:rPr dirty="0" sz="2150" spc="-10">
                <a:solidFill>
                  <a:srgbClr val="0533E9"/>
                </a:solidFill>
                <a:latin typeface="Arial"/>
                <a:cs typeface="Arial"/>
              </a:rPr>
              <a:t>product</a:t>
            </a:r>
            <a:endParaRPr sz="215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927574" y="6100239"/>
            <a:ext cx="2787650" cy="46735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900">
                <a:solidFill>
                  <a:srgbClr val="008241"/>
                </a:solidFill>
                <a:latin typeface="Arial"/>
                <a:cs typeface="Arial"/>
              </a:rPr>
              <a:t>try</a:t>
            </a:r>
            <a:r>
              <a:rPr dirty="0" sz="2900" spc="-30">
                <a:solidFill>
                  <a:srgbClr val="008241"/>
                </a:solidFill>
                <a:latin typeface="Arial"/>
                <a:cs typeface="Arial"/>
              </a:rPr>
              <a:t> </a:t>
            </a:r>
            <a:r>
              <a:rPr dirty="0" sz="2900">
                <a:solidFill>
                  <a:srgbClr val="008241"/>
                </a:solidFill>
                <a:latin typeface="Arial"/>
                <a:cs typeface="Arial"/>
              </a:rPr>
              <a:t>to</a:t>
            </a:r>
            <a:r>
              <a:rPr dirty="0" sz="2900" spc="-30">
                <a:solidFill>
                  <a:srgbClr val="008241"/>
                </a:solidFill>
                <a:latin typeface="Arial"/>
                <a:cs typeface="Arial"/>
              </a:rPr>
              <a:t> </a:t>
            </a:r>
            <a:r>
              <a:rPr dirty="0" sz="2900">
                <a:solidFill>
                  <a:srgbClr val="008241"/>
                </a:solidFill>
                <a:latin typeface="Arial"/>
                <a:cs typeface="Arial"/>
              </a:rPr>
              <a:t>factor</a:t>
            </a:r>
            <a:r>
              <a:rPr dirty="0" sz="2900" spc="-25">
                <a:solidFill>
                  <a:srgbClr val="008241"/>
                </a:solidFill>
                <a:latin typeface="Arial"/>
                <a:cs typeface="Arial"/>
              </a:rPr>
              <a:t> </a:t>
            </a:r>
            <a:r>
              <a:rPr dirty="0" sz="2900" spc="-20">
                <a:solidFill>
                  <a:srgbClr val="008241"/>
                </a:solidFill>
                <a:latin typeface="Arial"/>
                <a:cs typeface="Arial"/>
              </a:rPr>
              <a:t>2419</a:t>
            </a:r>
            <a:endParaRPr sz="29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98197" rIns="0" bIns="0" rtlCol="0" vert="horz">
            <a:spAutoFit/>
          </a:bodyPr>
          <a:lstStyle/>
          <a:p>
            <a:pPr marL="1494790">
              <a:lnSpc>
                <a:spcPts val="4980"/>
              </a:lnSpc>
              <a:spcBef>
                <a:spcPts val="90"/>
              </a:spcBef>
            </a:pPr>
            <a:r>
              <a:rPr dirty="0" sz="4150"/>
              <a:t>Factorisation</a:t>
            </a:r>
            <a:r>
              <a:rPr dirty="0" sz="4150" spc="-170"/>
              <a:t> </a:t>
            </a:r>
            <a:r>
              <a:rPr dirty="0" sz="4150" spc="-10"/>
              <a:t>records</a:t>
            </a:r>
            <a:endParaRPr sz="4150"/>
          </a:p>
          <a:p>
            <a:pPr marL="1677035">
              <a:lnSpc>
                <a:spcPts val="3479"/>
              </a:lnSpc>
            </a:pPr>
            <a:r>
              <a:rPr dirty="0" sz="2900"/>
              <a:t>2009:</a:t>
            </a:r>
            <a:r>
              <a:rPr dirty="0" sz="2900" spc="-25"/>
              <a:t> </a:t>
            </a:r>
            <a:r>
              <a:rPr dirty="0" sz="2900"/>
              <a:t>768</a:t>
            </a:r>
            <a:r>
              <a:rPr dirty="0" sz="2900" spc="-25"/>
              <a:t> </a:t>
            </a:r>
            <a:r>
              <a:rPr dirty="0" sz="2900"/>
              <a:t>bits</a:t>
            </a:r>
            <a:r>
              <a:rPr dirty="0" sz="2900" spc="-25"/>
              <a:t> </a:t>
            </a:r>
            <a:r>
              <a:rPr dirty="0" sz="2900"/>
              <a:t>or</a:t>
            </a:r>
            <a:r>
              <a:rPr dirty="0" sz="2900" spc="-25"/>
              <a:t> </a:t>
            </a:r>
            <a:r>
              <a:rPr dirty="0" sz="2900"/>
              <a:t>232</a:t>
            </a:r>
            <a:r>
              <a:rPr dirty="0" sz="2900" spc="-25"/>
              <a:t> </a:t>
            </a:r>
            <a:r>
              <a:rPr dirty="0" sz="2900" spc="-10"/>
              <a:t>digits</a:t>
            </a:r>
            <a:endParaRPr sz="2900"/>
          </a:p>
        </p:txBody>
      </p:sp>
      <p:grpSp>
        <p:nvGrpSpPr>
          <p:cNvPr id="3" name="object 3"/>
          <p:cNvGrpSpPr/>
          <p:nvPr/>
        </p:nvGrpSpPr>
        <p:grpSpPr>
          <a:xfrm>
            <a:off x="1368630" y="2658040"/>
            <a:ext cx="7331709" cy="4214495"/>
            <a:chOff x="1368630" y="2658040"/>
            <a:chExt cx="7331709" cy="4214495"/>
          </a:xfrm>
        </p:grpSpPr>
        <p:sp>
          <p:nvSpPr>
            <p:cNvPr id="4" name="object 4"/>
            <p:cNvSpPr/>
            <p:nvPr/>
          </p:nvSpPr>
          <p:spPr>
            <a:xfrm>
              <a:off x="1435297" y="6353438"/>
              <a:ext cx="6233795" cy="12065"/>
            </a:xfrm>
            <a:custGeom>
              <a:avLst/>
              <a:gdLst/>
              <a:ahLst/>
              <a:cxnLst/>
              <a:rect l="l" t="t" r="r" b="b"/>
              <a:pathLst>
                <a:path w="6233795" h="12064">
                  <a:moveTo>
                    <a:pt x="6221092" y="11786"/>
                  </a:moveTo>
                  <a:lnTo>
                    <a:pt x="0" y="11786"/>
                  </a:lnTo>
                  <a:lnTo>
                    <a:pt x="12126" y="0"/>
                  </a:lnTo>
                  <a:lnTo>
                    <a:pt x="6233220" y="0"/>
                  </a:lnTo>
                  <a:lnTo>
                    <a:pt x="6221092" y="11786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435297" y="6353438"/>
              <a:ext cx="12700" cy="12065"/>
            </a:xfrm>
            <a:custGeom>
              <a:avLst/>
              <a:gdLst/>
              <a:ahLst/>
              <a:cxnLst/>
              <a:rect l="l" t="t" r="r" b="b"/>
              <a:pathLst>
                <a:path w="12700" h="12064">
                  <a:moveTo>
                    <a:pt x="0" y="11786"/>
                  </a:moveTo>
                  <a:lnTo>
                    <a:pt x="12126" y="0"/>
                  </a:lnTo>
                </a:path>
              </a:pathLst>
            </a:custGeom>
            <a:ln w="1195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435290" y="5616816"/>
              <a:ext cx="6233795" cy="742950"/>
            </a:xfrm>
            <a:custGeom>
              <a:avLst/>
              <a:gdLst/>
              <a:ahLst/>
              <a:cxnLst/>
              <a:rect l="l" t="t" r="r" b="b"/>
              <a:pathLst>
                <a:path w="6233795" h="742950">
                  <a:moveTo>
                    <a:pt x="6233223" y="730732"/>
                  </a:moveTo>
                  <a:lnTo>
                    <a:pt x="12128" y="730732"/>
                  </a:lnTo>
                  <a:lnTo>
                    <a:pt x="12128" y="742518"/>
                  </a:lnTo>
                  <a:lnTo>
                    <a:pt x="6233223" y="742518"/>
                  </a:lnTo>
                  <a:lnTo>
                    <a:pt x="6233223" y="730732"/>
                  </a:lnTo>
                  <a:close/>
                </a:path>
                <a:path w="6233795" h="742950">
                  <a:moveTo>
                    <a:pt x="6233223" y="0"/>
                  </a:moveTo>
                  <a:lnTo>
                    <a:pt x="12128" y="0"/>
                  </a:lnTo>
                  <a:lnTo>
                    <a:pt x="0" y="0"/>
                  </a:lnTo>
                  <a:lnTo>
                    <a:pt x="0" y="11785"/>
                  </a:lnTo>
                  <a:lnTo>
                    <a:pt x="12128" y="11785"/>
                  </a:lnTo>
                  <a:lnTo>
                    <a:pt x="6233223" y="11785"/>
                  </a:lnTo>
                  <a:lnTo>
                    <a:pt x="623322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435297" y="4880176"/>
              <a:ext cx="12700" cy="12065"/>
            </a:xfrm>
            <a:custGeom>
              <a:avLst/>
              <a:gdLst/>
              <a:ahLst/>
              <a:cxnLst/>
              <a:rect l="l" t="t" r="r" b="b"/>
              <a:pathLst>
                <a:path w="12700" h="12064">
                  <a:moveTo>
                    <a:pt x="0" y="11786"/>
                  </a:moveTo>
                  <a:lnTo>
                    <a:pt x="12126" y="0"/>
                  </a:lnTo>
                </a:path>
              </a:pathLst>
            </a:custGeom>
            <a:ln w="1195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1447424" y="4874283"/>
              <a:ext cx="6221095" cy="12065"/>
            </a:xfrm>
            <a:custGeom>
              <a:avLst/>
              <a:gdLst/>
              <a:ahLst/>
              <a:cxnLst/>
              <a:rect l="l" t="t" r="r" b="b"/>
              <a:pathLst>
                <a:path w="6221095" h="12064">
                  <a:moveTo>
                    <a:pt x="6221093" y="11786"/>
                  </a:moveTo>
                  <a:lnTo>
                    <a:pt x="0" y="11786"/>
                  </a:lnTo>
                  <a:lnTo>
                    <a:pt x="0" y="0"/>
                  </a:lnTo>
                  <a:lnTo>
                    <a:pt x="6221093" y="0"/>
                  </a:lnTo>
                  <a:lnTo>
                    <a:pt x="6221093" y="1178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435297" y="4137652"/>
              <a:ext cx="12700" cy="12065"/>
            </a:xfrm>
            <a:custGeom>
              <a:avLst/>
              <a:gdLst/>
              <a:ahLst/>
              <a:cxnLst/>
              <a:rect l="l" t="t" r="r" b="b"/>
              <a:pathLst>
                <a:path w="12700" h="12064">
                  <a:moveTo>
                    <a:pt x="0" y="11786"/>
                  </a:moveTo>
                  <a:lnTo>
                    <a:pt x="12126" y="0"/>
                  </a:lnTo>
                </a:path>
              </a:pathLst>
            </a:custGeom>
            <a:ln w="1195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1435290" y="3401021"/>
              <a:ext cx="6233795" cy="742950"/>
            </a:xfrm>
            <a:custGeom>
              <a:avLst/>
              <a:gdLst/>
              <a:ahLst/>
              <a:cxnLst/>
              <a:rect l="l" t="t" r="r" b="b"/>
              <a:pathLst>
                <a:path w="6233795" h="742950">
                  <a:moveTo>
                    <a:pt x="6233223" y="730745"/>
                  </a:moveTo>
                  <a:lnTo>
                    <a:pt x="12128" y="730745"/>
                  </a:lnTo>
                  <a:lnTo>
                    <a:pt x="12128" y="742530"/>
                  </a:lnTo>
                  <a:lnTo>
                    <a:pt x="6233223" y="742530"/>
                  </a:lnTo>
                  <a:lnTo>
                    <a:pt x="6233223" y="730745"/>
                  </a:lnTo>
                  <a:close/>
                </a:path>
                <a:path w="6233795" h="742950">
                  <a:moveTo>
                    <a:pt x="6233223" y="0"/>
                  </a:moveTo>
                  <a:lnTo>
                    <a:pt x="12128" y="0"/>
                  </a:lnTo>
                  <a:lnTo>
                    <a:pt x="0" y="0"/>
                  </a:lnTo>
                  <a:lnTo>
                    <a:pt x="0" y="11798"/>
                  </a:lnTo>
                  <a:lnTo>
                    <a:pt x="12128" y="11798"/>
                  </a:lnTo>
                  <a:lnTo>
                    <a:pt x="6233223" y="11798"/>
                  </a:lnTo>
                  <a:lnTo>
                    <a:pt x="623322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1435297" y="2664390"/>
              <a:ext cx="12700" cy="12065"/>
            </a:xfrm>
            <a:custGeom>
              <a:avLst/>
              <a:gdLst/>
              <a:ahLst/>
              <a:cxnLst/>
              <a:rect l="l" t="t" r="r" b="b"/>
              <a:pathLst>
                <a:path w="12700" h="12064">
                  <a:moveTo>
                    <a:pt x="0" y="11786"/>
                  </a:moveTo>
                  <a:lnTo>
                    <a:pt x="12126" y="0"/>
                  </a:lnTo>
                </a:path>
              </a:pathLst>
            </a:custGeom>
            <a:ln w="1195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1447424" y="2658497"/>
              <a:ext cx="6221095" cy="12065"/>
            </a:xfrm>
            <a:custGeom>
              <a:avLst/>
              <a:gdLst/>
              <a:ahLst/>
              <a:cxnLst/>
              <a:rect l="l" t="t" r="r" b="b"/>
              <a:pathLst>
                <a:path w="6221095" h="12064">
                  <a:moveTo>
                    <a:pt x="6221093" y="11786"/>
                  </a:moveTo>
                  <a:lnTo>
                    <a:pt x="0" y="11786"/>
                  </a:lnTo>
                  <a:lnTo>
                    <a:pt x="0" y="0"/>
                  </a:lnTo>
                  <a:lnTo>
                    <a:pt x="6221093" y="0"/>
                  </a:lnTo>
                  <a:lnTo>
                    <a:pt x="6221093" y="1178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1435297" y="6353438"/>
              <a:ext cx="6233795" cy="12065"/>
            </a:xfrm>
            <a:custGeom>
              <a:avLst/>
              <a:gdLst/>
              <a:ahLst/>
              <a:cxnLst/>
              <a:rect l="l" t="t" r="r" b="b"/>
              <a:pathLst>
                <a:path w="6233795" h="12064">
                  <a:moveTo>
                    <a:pt x="6233220" y="0"/>
                  </a:moveTo>
                  <a:lnTo>
                    <a:pt x="6221092" y="11786"/>
                  </a:lnTo>
                  <a:lnTo>
                    <a:pt x="0" y="11786"/>
                  </a:lnTo>
                  <a:lnTo>
                    <a:pt x="12126" y="0"/>
                  </a:lnTo>
                  <a:lnTo>
                    <a:pt x="6233220" y="0"/>
                  </a:lnTo>
                  <a:close/>
                </a:path>
              </a:pathLst>
            </a:custGeom>
            <a:ln w="117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1435297" y="2664390"/>
              <a:ext cx="6233795" cy="3701415"/>
            </a:xfrm>
            <a:custGeom>
              <a:avLst/>
              <a:gdLst/>
              <a:ahLst/>
              <a:cxnLst/>
              <a:rect l="l" t="t" r="r" b="b"/>
              <a:pathLst>
                <a:path w="6233795" h="3701415">
                  <a:moveTo>
                    <a:pt x="0" y="3700834"/>
                  </a:moveTo>
                  <a:lnTo>
                    <a:pt x="0" y="11786"/>
                  </a:lnTo>
                  <a:lnTo>
                    <a:pt x="12126" y="0"/>
                  </a:lnTo>
                  <a:lnTo>
                    <a:pt x="12126" y="3689048"/>
                  </a:lnTo>
                  <a:lnTo>
                    <a:pt x="0" y="3700834"/>
                  </a:lnTo>
                </a:path>
                <a:path w="6233795" h="3701415">
                  <a:moveTo>
                    <a:pt x="12126" y="3689048"/>
                  </a:moveTo>
                  <a:lnTo>
                    <a:pt x="12126" y="0"/>
                  </a:lnTo>
                  <a:lnTo>
                    <a:pt x="6233220" y="0"/>
                  </a:lnTo>
                  <a:lnTo>
                    <a:pt x="6233220" y="3689048"/>
                  </a:lnTo>
                  <a:lnTo>
                    <a:pt x="12126" y="3689048"/>
                  </a:lnTo>
                </a:path>
              </a:pathLst>
            </a:custGeom>
            <a:ln w="119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1495931" y="6058786"/>
              <a:ext cx="12700" cy="306705"/>
            </a:xfrm>
            <a:custGeom>
              <a:avLst/>
              <a:gdLst/>
              <a:ahLst/>
              <a:cxnLst/>
              <a:rect l="l" t="t" r="r" b="b"/>
              <a:pathLst>
                <a:path w="12700" h="306704">
                  <a:moveTo>
                    <a:pt x="0" y="306438"/>
                  </a:moveTo>
                  <a:lnTo>
                    <a:pt x="0" y="11786"/>
                  </a:lnTo>
                  <a:lnTo>
                    <a:pt x="12127" y="0"/>
                  </a:lnTo>
                  <a:lnTo>
                    <a:pt x="12127" y="294652"/>
                  </a:lnTo>
                  <a:lnTo>
                    <a:pt x="0" y="306438"/>
                  </a:lnTo>
                  <a:close/>
                </a:path>
              </a:pathLst>
            </a:custGeom>
            <a:solidFill>
              <a:srgbClr val="00664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1495931" y="6058786"/>
              <a:ext cx="12700" cy="306705"/>
            </a:xfrm>
            <a:custGeom>
              <a:avLst/>
              <a:gdLst/>
              <a:ahLst/>
              <a:cxnLst/>
              <a:rect l="l" t="t" r="r" b="b"/>
              <a:pathLst>
                <a:path w="12700" h="306704">
                  <a:moveTo>
                    <a:pt x="0" y="306438"/>
                  </a:moveTo>
                  <a:lnTo>
                    <a:pt x="0" y="11786"/>
                  </a:lnTo>
                  <a:lnTo>
                    <a:pt x="12127" y="0"/>
                  </a:lnTo>
                  <a:lnTo>
                    <a:pt x="12127" y="294652"/>
                  </a:lnTo>
                  <a:lnTo>
                    <a:pt x="0" y="306438"/>
                  </a:lnTo>
                  <a:close/>
                </a:path>
              </a:pathLst>
            </a:custGeom>
            <a:ln w="1212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1459551" y="6070572"/>
              <a:ext cx="36830" cy="295275"/>
            </a:xfrm>
            <a:custGeom>
              <a:avLst/>
              <a:gdLst/>
              <a:ahLst/>
              <a:cxnLst/>
              <a:rect l="l" t="t" r="r" b="b"/>
              <a:pathLst>
                <a:path w="36830" h="295275">
                  <a:moveTo>
                    <a:pt x="36380" y="294652"/>
                  </a:moveTo>
                  <a:lnTo>
                    <a:pt x="0" y="294652"/>
                  </a:lnTo>
                  <a:lnTo>
                    <a:pt x="0" y="0"/>
                  </a:lnTo>
                  <a:lnTo>
                    <a:pt x="36380" y="0"/>
                  </a:lnTo>
                  <a:lnTo>
                    <a:pt x="36380" y="294652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1459551" y="6070572"/>
              <a:ext cx="36830" cy="295275"/>
            </a:xfrm>
            <a:custGeom>
              <a:avLst/>
              <a:gdLst/>
              <a:ahLst/>
              <a:cxnLst/>
              <a:rect l="l" t="t" r="r" b="b"/>
              <a:pathLst>
                <a:path w="36830" h="295275">
                  <a:moveTo>
                    <a:pt x="0" y="294652"/>
                  </a:moveTo>
                  <a:lnTo>
                    <a:pt x="0" y="0"/>
                  </a:lnTo>
                  <a:lnTo>
                    <a:pt x="36380" y="0"/>
                  </a:lnTo>
                  <a:lnTo>
                    <a:pt x="36380" y="294652"/>
                  </a:lnTo>
                  <a:lnTo>
                    <a:pt x="0" y="294652"/>
                  </a:lnTo>
                  <a:close/>
                </a:path>
              </a:pathLst>
            </a:custGeom>
            <a:ln w="121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1459551" y="6058786"/>
              <a:ext cx="48895" cy="12065"/>
            </a:xfrm>
            <a:custGeom>
              <a:avLst/>
              <a:gdLst/>
              <a:ahLst/>
              <a:cxnLst/>
              <a:rect l="l" t="t" r="r" b="b"/>
              <a:pathLst>
                <a:path w="48894" h="12064">
                  <a:moveTo>
                    <a:pt x="36380" y="11786"/>
                  </a:moveTo>
                  <a:lnTo>
                    <a:pt x="0" y="11786"/>
                  </a:lnTo>
                  <a:lnTo>
                    <a:pt x="12126" y="0"/>
                  </a:lnTo>
                  <a:lnTo>
                    <a:pt x="48507" y="0"/>
                  </a:lnTo>
                  <a:lnTo>
                    <a:pt x="36380" y="11786"/>
                  </a:lnTo>
                  <a:close/>
                </a:path>
              </a:pathLst>
            </a:custGeom>
            <a:solidFill>
              <a:srgbClr val="00997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1459551" y="6058786"/>
              <a:ext cx="48895" cy="12065"/>
            </a:xfrm>
            <a:custGeom>
              <a:avLst/>
              <a:gdLst/>
              <a:ahLst/>
              <a:cxnLst/>
              <a:rect l="l" t="t" r="r" b="b"/>
              <a:pathLst>
                <a:path w="48894" h="12064">
                  <a:moveTo>
                    <a:pt x="36380" y="11786"/>
                  </a:moveTo>
                  <a:lnTo>
                    <a:pt x="48507" y="0"/>
                  </a:lnTo>
                  <a:lnTo>
                    <a:pt x="12126" y="0"/>
                  </a:lnTo>
                  <a:lnTo>
                    <a:pt x="0" y="11786"/>
                  </a:lnTo>
                  <a:lnTo>
                    <a:pt x="36380" y="11786"/>
                  </a:lnTo>
                  <a:close/>
                </a:path>
              </a:pathLst>
            </a:custGeom>
            <a:ln w="118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1495931" y="6353438"/>
              <a:ext cx="60960" cy="12065"/>
            </a:xfrm>
            <a:custGeom>
              <a:avLst/>
              <a:gdLst/>
              <a:ahLst/>
              <a:cxnLst/>
              <a:rect l="l" t="t" r="r" b="b"/>
              <a:pathLst>
                <a:path w="60959" h="12064">
                  <a:moveTo>
                    <a:pt x="48507" y="11786"/>
                  </a:moveTo>
                  <a:lnTo>
                    <a:pt x="0" y="11786"/>
                  </a:lnTo>
                  <a:lnTo>
                    <a:pt x="12127" y="0"/>
                  </a:lnTo>
                  <a:lnTo>
                    <a:pt x="60634" y="0"/>
                  </a:lnTo>
                  <a:lnTo>
                    <a:pt x="48507" y="11786"/>
                  </a:lnTo>
                  <a:close/>
                </a:path>
              </a:pathLst>
            </a:custGeom>
            <a:solidFill>
              <a:srgbClr val="2626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1495931" y="6353438"/>
              <a:ext cx="60960" cy="12065"/>
            </a:xfrm>
            <a:custGeom>
              <a:avLst/>
              <a:gdLst/>
              <a:ahLst/>
              <a:cxnLst/>
              <a:rect l="l" t="t" r="r" b="b"/>
              <a:pathLst>
                <a:path w="60959" h="12064">
                  <a:moveTo>
                    <a:pt x="48507" y="11786"/>
                  </a:moveTo>
                  <a:lnTo>
                    <a:pt x="60634" y="0"/>
                  </a:lnTo>
                  <a:lnTo>
                    <a:pt x="12127" y="0"/>
                  </a:lnTo>
                  <a:lnTo>
                    <a:pt x="0" y="11786"/>
                  </a:lnTo>
                  <a:lnTo>
                    <a:pt x="48507" y="11786"/>
                  </a:lnTo>
                  <a:close/>
                </a:path>
              </a:pathLst>
            </a:custGeom>
            <a:ln w="1179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1592947" y="6353438"/>
              <a:ext cx="60960" cy="12065"/>
            </a:xfrm>
            <a:custGeom>
              <a:avLst/>
              <a:gdLst/>
              <a:ahLst/>
              <a:cxnLst/>
              <a:rect l="l" t="t" r="r" b="b"/>
              <a:pathLst>
                <a:path w="60960" h="12064">
                  <a:moveTo>
                    <a:pt x="36380" y="11786"/>
                  </a:moveTo>
                  <a:lnTo>
                    <a:pt x="0" y="11786"/>
                  </a:lnTo>
                  <a:lnTo>
                    <a:pt x="12126" y="0"/>
                  </a:lnTo>
                  <a:lnTo>
                    <a:pt x="60634" y="0"/>
                  </a:lnTo>
                  <a:lnTo>
                    <a:pt x="36380" y="11786"/>
                  </a:lnTo>
                  <a:close/>
                </a:path>
              </a:pathLst>
            </a:custGeom>
            <a:solidFill>
              <a:srgbClr val="00997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1592947" y="6353438"/>
              <a:ext cx="60960" cy="12065"/>
            </a:xfrm>
            <a:custGeom>
              <a:avLst/>
              <a:gdLst/>
              <a:ahLst/>
              <a:cxnLst/>
              <a:rect l="l" t="t" r="r" b="b"/>
              <a:pathLst>
                <a:path w="60960" h="12064">
                  <a:moveTo>
                    <a:pt x="36380" y="11786"/>
                  </a:moveTo>
                  <a:lnTo>
                    <a:pt x="60634" y="0"/>
                  </a:lnTo>
                  <a:lnTo>
                    <a:pt x="12126" y="0"/>
                  </a:lnTo>
                  <a:lnTo>
                    <a:pt x="0" y="11786"/>
                  </a:lnTo>
                  <a:lnTo>
                    <a:pt x="36380" y="11786"/>
                  </a:lnTo>
                  <a:close/>
                </a:path>
              </a:pathLst>
            </a:custGeom>
            <a:ln w="1179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1629327" y="6353438"/>
              <a:ext cx="60960" cy="12065"/>
            </a:xfrm>
            <a:custGeom>
              <a:avLst/>
              <a:gdLst/>
              <a:ahLst/>
              <a:cxnLst/>
              <a:rect l="l" t="t" r="r" b="b"/>
              <a:pathLst>
                <a:path w="60960" h="12064">
                  <a:moveTo>
                    <a:pt x="48507" y="11786"/>
                  </a:moveTo>
                  <a:lnTo>
                    <a:pt x="0" y="11786"/>
                  </a:lnTo>
                  <a:lnTo>
                    <a:pt x="24253" y="0"/>
                  </a:lnTo>
                  <a:lnTo>
                    <a:pt x="60634" y="0"/>
                  </a:lnTo>
                  <a:lnTo>
                    <a:pt x="48507" y="11786"/>
                  </a:lnTo>
                  <a:close/>
                </a:path>
              </a:pathLst>
            </a:custGeom>
            <a:solidFill>
              <a:srgbClr val="2626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1629327" y="6353438"/>
              <a:ext cx="60960" cy="12065"/>
            </a:xfrm>
            <a:custGeom>
              <a:avLst/>
              <a:gdLst/>
              <a:ahLst/>
              <a:cxnLst/>
              <a:rect l="l" t="t" r="r" b="b"/>
              <a:pathLst>
                <a:path w="60960" h="12064">
                  <a:moveTo>
                    <a:pt x="48507" y="11786"/>
                  </a:moveTo>
                  <a:lnTo>
                    <a:pt x="60634" y="0"/>
                  </a:lnTo>
                  <a:lnTo>
                    <a:pt x="24253" y="0"/>
                  </a:lnTo>
                  <a:lnTo>
                    <a:pt x="0" y="11786"/>
                  </a:lnTo>
                  <a:lnTo>
                    <a:pt x="48507" y="11786"/>
                  </a:lnTo>
                  <a:close/>
                </a:path>
              </a:pathLst>
            </a:custGeom>
            <a:ln w="1179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1726342" y="6353438"/>
              <a:ext cx="60960" cy="12065"/>
            </a:xfrm>
            <a:custGeom>
              <a:avLst/>
              <a:gdLst/>
              <a:ahLst/>
              <a:cxnLst/>
              <a:rect l="l" t="t" r="r" b="b"/>
              <a:pathLst>
                <a:path w="60960" h="12064">
                  <a:moveTo>
                    <a:pt x="48507" y="11786"/>
                  </a:moveTo>
                  <a:lnTo>
                    <a:pt x="0" y="11786"/>
                  </a:lnTo>
                  <a:lnTo>
                    <a:pt x="24253" y="0"/>
                  </a:lnTo>
                  <a:lnTo>
                    <a:pt x="60634" y="0"/>
                  </a:lnTo>
                  <a:lnTo>
                    <a:pt x="48507" y="11786"/>
                  </a:lnTo>
                  <a:close/>
                </a:path>
              </a:pathLst>
            </a:custGeom>
            <a:solidFill>
              <a:srgbClr val="00997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1726342" y="6353438"/>
              <a:ext cx="60960" cy="12065"/>
            </a:xfrm>
            <a:custGeom>
              <a:avLst/>
              <a:gdLst/>
              <a:ahLst/>
              <a:cxnLst/>
              <a:rect l="l" t="t" r="r" b="b"/>
              <a:pathLst>
                <a:path w="60960" h="12064">
                  <a:moveTo>
                    <a:pt x="48507" y="11786"/>
                  </a:moveTo>
                  <a:lnTo>
                    <a:pt x="60634" y="0"/>
                  </a:lnTo>
                  <a:lnTo>
                    <a:pt x="24253" y="0"/>
                  </a:lnTo>
                  <a:lnTo>
                    <a:pt x="0" y="11786"/>
                  </a:lnTo>
                  <a:lnTo>
                    <a:pt x="48507" y="11786"/>
                  </a:lnTo>
                  <a:close/>
                </a:path>
              </a:pathLst>
            </a:custGeom>
            <a:ln w="1179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1774850" y="6353438"/>
              <a:ext cx="48895" cy="12065"/>
            </a:xfrm>
            <a:custGeom>
              <a:avLst/>
              <a:gdLst/>
              <a:ahLst/>
              <a:cxnLst/>
              <a:rect l="l" t="t" r="r" b="b"/>
              <a:pathLst>
                <a:path w="48894" h="12064">
                  <a:moveTo>
                    <a:pt x="36380" y="11786"/>
                  </a:moveTo>
                  <a:lnTo>
                    <a:pt x="0" y="11786"/>
                  </a:lnTo>
                  <a:lnTo>
                    <a:pt x="12126" y="0"/>
                  </a:lnTo>
                  <a:lnTo>
                    <a:pt x="48507" y="0"/>
                  </a:lnTo>
                  <a:lnTo>
                    <a:pt x="36380" y="11786"/>
                  </a:lnTo>
                  <a:close/>
                </a:path>
              </a:pathLst>
            </a:custGeom>
            <a:solidFill>
              <a:srgbClr val="2626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1774850" y="6353438"/>
              <a:ext cx="48895" cy="12065"/>
            </a:xfrm>
            <a:custGeom>
              <a:avLst/>
              <a:gdLst/>
              <a:ahLst/>
              <a:cxnLst/>
              <a:rect l="l" t="t" r="r" b="b"/>
              <a:pathLst>
                <a:path w="48894" h="12064">
                  <a:moveTo>
                    <a:pt x="36380" y="11786"/>
                  </a:moveTo>
                  <a:lnTo>
                    <a:pt x="48507" y="0"/>
                  </a:lnTo>
                  <a:lnTo>
                    <a:pt x="12126" y="0"/>
                  </a:lnTo>
                  <a:lnTo>
                    <a:pt x="0" y="11786"/>
                  </a:lnTo>
                  <a:lnTo>
                    <a:pt x="36380" y="11786"/>
                  </a:lnTo>
                  <a:close/>
                </a:path>
              </a:pathLst>
            </a:custGeom>
            <a:ln w="118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1871865" y="6353438"/>
              <a:ext cx="48895" cy="12065"/>
            </a:xfrm>
            <a:custGeom>
              <a:avLst/>
              <a:gdLst/>
              <a:ahLst/>
              <a:cxnLst/>
              <a:rect l="l" t="t" r="r" b="b"/>
              <a:pathLst>
                <a:path w="48894" h="12064">
                  <a:moveTo>
                    <a:pt x="36380" y="11786"/>
                  </a:moveTo>
                  <a:lnTo>
                    <a:pt x="0" y="11786"/>
                  </a:lnTo>
                  <a:lnTo>
                    <a:pt x="12126" y="0"/>
                  </a:lnTo>
                  <a:lnTo>
                    <a:pt x="48507" y="0"/>
                  </a:lnTo>
                  <a:lnTo>
                    <a:pt x="36380" y="11786"/>
                  </a:lnTo>
                  <a:close/>
                </a:path>
              </a:pathLst>
            </a:custGeom>
            <a:solidFill>
              <a:srgbClr val="00997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1871865" y="6353438"/>
              <a:ext cx="48895" cy="12065"/>
            </a:xfrm>
            <a:custGeom>
              <a:avLst/>
              <a:gdLst/>
              <a:ahLst/>
              <a:cxnLst/>
              <a:rect l="l" t="t" r="r" b="b"/>
              <a:pathLst>
                <a:path w="48894" h="12064">
                  <a:moveTo>
                    <a:pt x="36380" y="11786"/>
                  </a:moveTo>
                  <a:lnTo>
                    <a:pt x="48507" y="0"/>
                  </a:lnTo>
                  <a:lnTo>
                    <a:pt x="12126" y="0"/>
                  </a:lnTo>
                  <a:lnTo>
                    <a:pt x="0" y="11786"/>
                  </a:lnTo>
                  <a:lnTo>
                    <a:pt x="36380" y="11786"/>
                  </a:lnTo>
                  <a:close/>
                </a:path>
              </a:pathLst>
            </a:custGeom>
            <a:ln w="118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1908246" y="6353438"/>
              <a:ext cx="48895" cy="12065"/>
            </a:xfrm>
            <a:custGeom>
              <a:avLst/>
              <a:gdLst/>
              <a:ahLst/>
              <a:cxnLst/>
              <a:rect l="l" t="t" r="r" b="b"/>
              <a:pathLst>
                <a:path w="48894" h="12064">
                  <a:moveTo>
                    <a:pt x="36380" y="11786"/>
                  </a:moveTo>
                  <a:lnTo>
                    <a:pt x="0" y="11786"/>
                  </a:lnTo>
                  <a:lnTo>
                    <a:pt x="12126" y="0"/>
                  </a:lnTo>
                  <a:lnTo>
                    <a:pt x="48507" y="0"/>
                  </a:lnTo>
                  <a:lnTo>
                    <a:pt x="36380" y="11786"/>
                  </a:lnTo>
                  <a:close/>
                </a:path>
              </a:pathLst>
            </a:custGeom>
            <a:solidFill>
              <a:srgbClr val="2626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1908246" y="6353438"/>
              <a:ext cx="48895" cy="12065"/>
            </a:xfrm>
            <a:custGeom>
              <a:avLst/>
              <a:gdLst/>
              <a:ahLst/>
              <a:cxnLst/>
              <a:rect l="l" t="t" r="r" b="b"/>
              <a:pathLst>
                <a:path w="48894" h="12064">
                  <a:moveTo>
                    <a:pt x="36380" y="11786"/>
                  </a:moveTo>
                  <a:lnTo>
                    <a:pt x="48507" y="0"/>
                  </a:lnTo>
                  <a:lnTo>
                    <a:pt x="12126" y="0"/>
                  </a:lnTo>
                  <a:lnTo>
                    <a:pt x="0" y="11786"/>
                  </a:lnTo>
                  <a:lnTo>
                    <a:pt x="36380" y="11786"/>
                  </a:lnTo>
                  <a:close/>
                </a:path>
              </a:pathLst>
            </a:custGeom>
            <a:ln w="118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2005261" y="6353438"/>
              <a:ext cx="48895" cy="12065"/>
            </a:xfrm>
            <a:custGeom>
              <a:avLst/>
              <a:gdLst/>
              <a:ahLst/>
              <a:cxnLst/>
              <a:rect l="l" t="t" r="r" b="b"/>
              <a:pathLst>
                <a:path w="48894" h="12064">
                  <a:moveTo>
                    <a:pt x="36380" y="11786"/>
                  </a:moveTo>
                  <a:lnTo>
                    <a:pt x="0" y="11786"/>
                  </a:lnTo>
                  <a:lnTo>
                    <a:pt x="12126" y="0"/>
                  </a:lnTo>
                  <a:lnTo>
                    <a:pt x="48507" y="0"/>
                  </a:lnTo>
                  <a:lnTo>
                    <a:pt x="36380" y="11786"/>
                  </a:lnTo>
                  <a:close/>
                </a:path>
              </a:pathLst>
            </a:custGeom>
            <a:solidFill>
              <a:srgbClr val="00997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2005261" y="6353438"/>
              <a:ext cx="48895" cy="12065"/>
            </a:xfrm>
            <a:custGeom>
              <a:avLst/>
              <a:gdLst/>
              <a:ahLst/>
              <a:cxnLst/>
              <a:rect l="l" t="t" r="r" b="b"/>
              <a:pathLst>
                <a:path w="48894" h="12064">
                  <a:moveTo>
                    <a:pt x="36380" y="11786"/>
                  </a:moveTo>
                  <a:lnTo>
                    <a:pt x="48507" y="0"/>
                  </a:lnTo>
                  <a:lnTo>
                    <a:pt x="12126" y="0"/>
                  </a:lnTo>
                  <a:lnTo>
                    <a:pt x="0" y="11786"/>
                  </a:lnTo>
                  <a:lnTo>
                    <a:pt x="36380" y="11786"/>
                  </a:lnTo>
                  <a:close/>
                </a:path>
              </a:pathLst>
            </a:custGeom>
            <a:ln w="118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2041641" y="6353438"/>
              <a:ext cx="48895" cy="12065"/>
            </a:xfrm>
            <a:custGeom>
              <a:avLst/>
              <a:gdLst/>
              <a:ahLst/>
              <a:cxnLst/>
              <a:rect l="l" t="t" r="r" b="b"/>
              <a:pathLst>
                <a:path w="48894" h="12064">
                  <a:moveTo>
                    <a:pt x="36380" y="11786"/>
                  </a:moveTo>
                  <a:lnTo>
                    <a:pt x="0" y="11786"/>
                  </a:lnTo>
                  <a:lnTo>
                    <a:pt x="12126" y="0"/>
                  </a:lnTo>
                  <a:lnTo>
                    <a:pt x="48507" y="0"/>
                  </a:lnTo>
                  <a:lnTo>
                    <a:pt x="36380" y="11786"/>
                  </a:lnTo>
                  <a:close/>
                </a:path>
              </a:pathLst>
            </a:custGeom>
            <a:solidFill>
              <a:srgbClr val="2626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2041641" y="6353438"/>
              <a:ext cx="48895" cy="12065"/>
            </a:xfrm>
            <a:custGeom>
              <a:avLst/>
              <a:gdLst/>
              <a:ahLst/>
              <a:cxnLst/>
              <a:rect l="l" t="t" r="r" b="b"/>
              <a:pathLst>
                <a:path w="48894" h="12064">
                  <a:moveTo>
                    <a:pt x="36380" y="11786"/>
                  </a:moveTo>
                  <a:lnTo>
                    <a:pt x="48507" y="0"/>
                  </a:lnTo>
                  <a:lnTo>
                    <a:pt x="12126" y="0"/>
                  </a:lnTo>
                  <a:lnTo>
                    <a:pt x="0" y="11786"/>
                  </a:lnTo>
                  <a:lnTo>
                    <a:pt x="36380" y="11786"/>
                  </a:lnTo>
                  <a:close/>
                </a:path>
              </a:pathLst>
            </a:custGeom>
            <a:ln w="118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2138656" y="6353438"/>
              <a:ext cx="48895" cy="12065"/>
            </a:xfrm>
            <a:custGeom>
              <a:avLst/>
              <a:gdLst/>
              <a:ahLst/>
              <a:cxnLst/>
              <a:rect l="l" t="t" r="r" b="b"/>
              <a:pathLst>
                <a:path w="48894" h="12064">
                  <a:moveTo>
                    <a:pt x="36380" y="11786"/>
                  </a:moveTo>
                  <a:lnTo>
                    <a:pt x="0" y="11786"/>
                  </a:lnTo>
                  <a:lnTo>
                    <a:pt x="12126" y="0"/>
                  </a:lnTo>
                  <a:lnTo>
                    <a:pt x="48507" y="0"/>
                  </a:lnTo>
                  <a:lnTo>
                    <a:pt x="36380" y="11786"/>
                  </a:lnTo>
                  <a:close/>
                </a:path>
              </a:pathLst>
            </a:custGeom>
            <a:solidFill>
              <a:srgbClr val="00997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2138656" y="6353438"/>
              <a:ext cx="48895" cy="12065"/>
            </a:xfrm>
            <a:custGeom>
              <a:avLst/>
              <a:gdLst/>
              <a:ahLst/>
              <a:cxnLst/>
              <a:rect l="l" t="t" r="r" b="b"/>
              <a:pathLst>
                <a:path w="48894" h="12064">
                  <a:moveTo>
                    <a:pt x="36380" y="11786"/>
                  </a:moveTo>
                  <a:lnTo>
                    <a:pt x="48507" y="0"/>
                  </a:lnTo>
                  <a:lnTo>
                    <a:pt x="12126" y="0"/>
                  </a:lnTo>
                  <a:lnTo>
                    <a:pt x="0" y="11786"/>
                  </a:lnTo>
                  <a:lnTo>
                    <a:pt x="36380" y="11786"/>
                  </a:lnTo>
                  <a:close/>
                </a:path>
              </a:pathLst>
            </a:custGeom>
            <a:ln w="118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2175037" y="6353438"/>
              <a:ext cx="48895" cy="12065"/>
            </a:xfrm>
            <a:custGeom>
              <a:avLst/>
              <a:gdLst/>
              <a:ahLst/>
              <a:cxnLst/>
              <a:rect l="l" t="t" r="r" b="b"/>
              <a:pathLst>
                <a:path w="48894" h="12064">
                  <a:moveTo>
                    <a:pt x="36380" y="11786"/>
                  </a:moveTo>
                  <a:lnTo>
                    <a:pt x="0" y="11786"/>
                  </a:lnTo>
                  <a:lnTo>
                    <a:pt x="12126" y="0"/>
                  </a:lnTo>
                  <a:lnTo>
                    <a:pt x="48507" y="0"/>
                  </a:lnTo>
                  <a:lnTo>
                    <a:pt x="36380" y="11786"/>
                  </a:lnTo>
                  <a:close/>
                </a:path>
              </a:pathLst>
            </a:custGeom>
            <a:solidFill>
              <a:srgbClr val="2626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2175037" y="6353438"/>
              <a:ext cx="48895" cy="12065"/>
            </a:xfrm>
            <a:custGeom>
              <a:avLst/>
              <a:gdLst/>
              <a:ahLst/>
              <a:cxnLst/>
              <a:rect l="l" t="t" r="r" b="b"/>
              <a:pathLst>
                <a:path w="48894" h="12064">
                  <a:moveTo>
                    <a:pt x="36380" y="11786"/>
                  </a:moveTo>
                  <a:lnTo>
                    <a:pt x="48507" y="0"/>
                  </a:lnTo>
                  <a:lnTo>
                    <a:pt x="12126" y="0"/>
                  </a:lnTo>
                  <a:lnTo>
                    <a:pt x="0" y="11786"/>
                  </a:lnTo>
                  <a:lnTo>
                    <a:pt x="36380" y="11786"/>
                  </a:lnTo>
                  <a:close/>
                </a:path>
              </a:pathLst>
            </a:custGeom>
            <a:ln w="118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2308433" y="5775920"/>
              <a:ext cx="12700" cy="589915"/>
            </a:xfrm>
            <a:custGeom>
              <a:avLst/>
              <a:gdLst/>
              <a:ahLst/>
              <a:cxnLst/>
              <a:rect l="l" t="t" r="r" b="b"/>
              <a:pathLst>
                <a:path w="12700" h="589914">
                  <a:moveTo>
                    <a:pt x="0" y="589304"/>
                  </a:moveTo>
                  <a:lnTo>
                    <a:pt x="0" y="11786"/>
                  </a:lnTo>
                  <a:lnTo>
                    <a:pt x="12126" y="0"/>
                  </a:lnTo>
                  <a:lnTo>
                    <a:pt x="12126" y="577518"/>
                  </a:lnTo>
                  <a:lnTo>
                    <a:pt x="0" y="589304"/>
                  </a:lnTo>
                  <a:close/>
                </a:path>
              </a:pathLst>
            </a:custGeom>
            <a:solidFill>
              <a:srgbClr val="00664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/>
            <p:cNvSpPr/>
            <p:nvPr/>
          </p:nvSpPr>
          <p:spPr>
            <a:xfrm>
              <a:off x="2308433" y="5775920"/>
              <a:ext cx="12700" cy="589915"/>
            </a:xfrm>
            <a:custGeom>
              <a:avLst/>
              <a:gdLst/>
              <a:ahLst/>
              <a:cxnLst/>
              <a:rect l="l" t="t" r="r" b="b"/>
              <a:pathLst>
                <a:path w="12700" h="589914">
                  <a:moveTo>
                    <a:pt x="0" y="589304"/>
                  </a:moveTo>
                  <a:lnTo>
                    <a:pt x="0" y="11786"/>
                  </a:lnTo>
                  <a:lnTo>
                    <a:pt x="12126" y="0"/>
                  </a:lnTo>
                  <a:lnTo>
                    <a:pt x="12126" y="577518"/>
                  </a:lnTo>
                  <a:lnTo>
                    <a:pt x="0" y="589304"/>
                  </a:lnTo>
                  <a:close/>
                </a:path>
              </a:pathLst>
            </a:custGeom>
            <a:ln w="1212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/>
            <p:cNvSpPr/>
            <p:nvPr/>
          </p:nvSpPr>
          <p:spPr>
            <a:xfrm>
              <a:off x="2272052" y="5787706"/>
              <a:ext cx="36830" cy="577850"/>
            </a:xfrm>
            <a:custGeom>
              <a:avLst/>
              <a:gdLst/>
              <a:ahLst/>
              <a:cxnLst/>
              <a:rect l="l" t="t" r="r" b="b"/>
              <a:pathLst>
                <a:path w="36830" h="577850">
                  <a:moveTo>
                    <a:pt x="36380" y="577518"/>
                  </a:moveTo>
                  <a:lnTo>
                    <a:pt x="0" y="577518"/>
                  </a:lnTo>
                  <a:lnTo>
                    <a:pt x="0" y="0"/>
                  </a:lnTo>
                  <a:lnTo>
                    <a:pt x="36380" y="0"/>
                  </a:lnTo>
                  <a:lnTo>
                    <a:pt x="36380" y="577518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/>
            <p:cNvSpPr/>
            <p:nvPr/>
          </p:nvSpPr>
          <p:spPr>
            <a:xfrm>
              <a:off x="2272052" y="5787706"/>
              <a:ext cx="36830" cy="577850"/>
            </a:xfrm>
            <a:custGeom>
              <a:avLst/>
              <a:gdLst/>
              <a:ahLst/>
              <a:cxnLst/>
              <a:rect l="l" t="t" r="r" b="b"/>
              <a:pathLst>
                <a:path w="36830" h="577850">
                  <a:moveTo>
                    <a:pt x="0" y="577518"/>
                  </a:moveTo>
                  <a:lnTo>
                    <a:pt x="0" y="0"/>
                  </a:lnTo>
                  <a:lnTo>
                    <a:pt x="36380" y="0"/>
                  </a:lnTo>
                  <a:lnTo>
                    <a:pt x="36380" y="577518"/>
                  </a:lnTo>
                  <a:lnTo>
                    <a:pt x="0" y="577518"/>
                  </a:lnTo>
                  <a:close/>
                </a:path>
              </a:pathLst>
            </a:custGeom>
            <a:ln w="121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/>
            <p:cNvSpPr/>
            <p:nvPr/>
          </p:nvSpPr>
          <p:spPr>
            <a:xfrm>
              <a:off x="2272052" y="5775920"/>
              <a:ext cx="48895" cy="12065"/>
            </a:xfrm>
            <a:custGeom>
              <a:avLst/>
              <a:gdLst/>
              <a:ahLst/>
              <a:cxnLst/>
              <a:rect l="l" t="t" r="r" b="b"/>
              <a:pathLst>
                <a:path w="48894" h="12064">
                  <a:moveTo>
                    <a:pt x="36380" y="11786"/>
                  </a:moveTo>
                  <a:lnTo>
                    <a:pt x="0" y="11786"/>
                  </a:lnTo>
                  <a:lnTo>
                    <a:pt x="12126" y="0"/>
                  </a:lnTo>
                  <a:lnTo>
                    <a:pt x="48507" y="0"/>
                  </a:lnTo>
                  <a:lnTo>
                    <a:pt x="36380" y="11786"/>
                  </a:lnTo>
                  <a:close/>
                </a:path>
              </a:pathLst>
            </a:custGeom>
            <a:solidFill>
              <a:srgbClr val="00997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/>
            <p:cNvSpPr/>
            <p:nvPr/>
          </p:nvSpPr>
          <p:spPr>
            <a:xfrm>
              <a:off x="2272052" y="5775920"/>
              <a:ext cx="48895" cy="12065"/>
            </a:xfrm>
            <a:custGeom>
              <a:avLst/>
              <a:gdLst/>
              <a:ahLst/>
              <a:cxnLst/>
              <a:rect l="l" t="t" r="r" b="b"/>
              <a:pathLst>
                <a:path w="48894" h="12064">
                  <a:moveTo>
                    <a:pt x="36380" y="11786"/>
                  </a:moveTo>
                  <a:lnTo>
                    <a:pt x="48507" y="0"/>
                  </a:lnTo>
                  <a:lnTo>
                    <a:pt x="12126" y="0"/>
                  </a:lnTo>
                  <a:lnTo>
                    <a:pt x="0" y="11786"/>
                  </a:lnTo>
                  <a:lnTo>
                    <a:pt x="36380" y="11786"/>
                  </a:lnTo>
                  <a:close/>
                </a:path>
              </a:pathLst>
            </a:custGeom>
            <a:ln w="118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/>
            <p:cNvSpPr/>
            <p:nvPr/>
          </p:nvSpPr>
          <p:spPr>
            <a:xfrm>
              <a:off x="2308433" y="6353438"/>
              <a:ext cx="60960" cy="12065"/>
            </a:xfrm>
            <a:custGeom>
              <a:avLst/>
              <a:gdLst/>
              <a:ahLst/>
              <a:cxnLst/>
              <a:rect l="l" t="t" r="r" b="b"/>
              <a:pathLst>
                <a:path w="60960" h="12064">
                  <a:moveTo>
                    <a:pt x="36380" y="11786"/>
                  </a:moveTo>
                  <a:lnTo>
                    <a:pt x="0" y="11786"/>
                  </a:lnTo>
                  <a:lnTo>
                    <a:pt x="12126" y="0"/>
                  </a:lnTo>
                  <a:lnTo>
                    <a:pt x="60634" y="0"/>
                  </a:lnTo>
                  <a:lnTo>
                    <a:pt x="36380" y="11786"/>
                  </a:lnTo>
                  <a:close/>
                </a:path>
              </a:pathLst>
            </a:custGeom>
            <a:solidFill>
              <a:srgbClr val="2626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/>
            <p:cNvSpPr/>
            <p:nvPr/>
          </p:nvSpPr>
          <p:spPr>
            <a:xfrm>
              <a:off x="2308433" y="6353438"/>
              <a:ext cx="60960" cy="12065"/>
            </a:xfrm>
            <a:custGeom>
              <a:avLst/>
              <a:gdLst/>
              <a:ahLst/>
              <a:cxnLst/>
              <a:rect l="l" t="t" r="r" b="b"/>
              <a:pathLst>
                <a:path w="60960" h="12064">
                  <a:moveTo>
                    <a:pt x="36380" y="11786"/>
                  </a:moveTo>
                  <a:lnTo>
                    <a:pt x="60634" y="0"/>
                  </a:lnTo>
                  <a:lnTo>
                    <a:pt x="12126" y="0"/>
                  </a:lnTo>
                  <a:lnTo>
                    <a:pt x="0" y="11786"/>
                  </a:lnTo>
                  <a:lnTo>
                    <a:pt x="36380" y="11786"/>
                  </a:lnTo>
                  <a:close/>
                </a:path>
              </a:pathLst>
            </a:custGeom>
            <a:ln w="1179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/>
            <p:cNvSpPr/>
            <p:nvPr/>
          </p:nvSpPr>
          <p:spPr>
            <a:xfrm>
              <a:off x="2405448" y="6353438"/>
              <a:ext cx="60960" cy="12065"/>
            </a:xfrm>
            <a:custGeom>
              <a:avLst/>
              <a:gdLst/>
              <a:ahLst/>
              <a:cxnLst/>
              <a:rect l="l" t="t" r="r" b="b"/>
              <a:pathLst>
                <a:path w="60960" h="12064">
                  <a:moveTo>
                    <a:pt x="36380" y="11786"/>
                  </a:moveTo>
                  <a:lnTo>
                    <a:pt x="0" y="11786"/>
                  </a:lnTo>
                  <a:lnTo>
                    <a:pt x="12126" y="0"/>
                  </a:lnTo>
                  <a:lnTo>
                    <a:pt x="60634" y="0"/>
                  </a:lnTo>
                  <a:lnTo>
                    <a:pt x="36380" y="11786"/>
                  </a:lnTo>
                  <a:close/>
                </a:path>
              </a:pathLst>
            </a:custGeom>
            <a:solidFill>
              <a:srgbClr val="00997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/>
            <p:cNvSpPr/>
            <p:nvPr/>
          </p:nvSpPr>
          <p:spPr>
            <a:xfrm>
              <a:off x="2405448" y="6353438"/>
              <a:ext cx="60960" cy="12065"/>
            </a:xfrm>
            <a:custGeom>
              <a:avLst/>
              <a:gdLst/>
              <a:ahLst/>
              <a:cxnLst/>
              <a:rect l="l" t="t" r="r" b="b"/>
              <a:pathLst>
                <a:path w="60960" h="12064">
                  <a:moveTo>
                    <a:pt x="36380" y="11786"/>
                  </a:moveTo>
                  <a:lnTo>
                    <a:pt x="60634" y="0"/>
                  </a:lnTo>
                  <a:lnTo>
                    <a:pt x="12126" y="0"/>
                  </a:lnTo>
                  <a:lnTo>
                    <a:pt x="0" y="11786"/>
                  </a:lnTo>
                  <a:lnTo>
                    <a:pt x="36380" y="11786"/>
                  </a:lnTo>
                  <a:close/>
                </a:path>
              </a:pathLst>
            </a:custGeom>
            <a:ln w="1179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/>
            <p:cNvSpPr/>
            <p:nvPr/>
          </p:nvSpPr>
          <p:spPr>
            <a:xfrm>
              <a:off x="2441829" y="6353438"/>
              <a:ext cx="60960" cy="12065"/>
            </a:xfrm>
            <a:custGeom>
              <a:avLst/>
              <a:gdLst/>
              <a:ahLst/>
              <a:cxnLst/>
              <a:rect l="l" t="t" r="r" b="b"/>
              <a:pathLst>
                <a:path w="60960" h="12064">
                  <a:moveTo>
                    <a:pt x="48507" y="11786"/>
                  </a:moveTo>
                  <a:lnTo>
                    <a:pt x="0" y="11786"/>
                  </a:lnTo>
                  <a:lnTo>
                    <a:pt x="24253" y="0"/>
                  </a:lnTo>
                  <a:lnTo>
                    <a:pt x="60634" y="0"/>
                  </a:lnTo>
                  <a:lnTo>
                    <a:pt x="48507" y="11786"/>
                  </a:lnTo>
                  <a:close/>
                </a:path>
              </a:pathLst>
            </a:custGeom>
            <a:solidFill>
              <a:srgbClr val="2626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/>
            <p:cNvSpPr/>
            <p:nvPr/>
          </p:nvSpPr>
          <p:spPr>
            <a:xfrm>
              <a:off x="2441829" y="6353438"/>
              <a:ext cx="60960" cy="12065"/>
            </a:xfrm>
            <a:custGeom>
              <a:avLst/>
              <a:gdLst/>
              <a:ahLst/>
              <a:cxnLst/>
              <a:rect l="l" t="t" r="r" b="b"/>
              <a:pathLst>
                <a:path w="60960" h="12064">
                  <a:moveTo>
                    <a:pt x="48507" y="11786"/>
                  </a:moveTo>
                  <a:lnTo>
                    <a:pt x="60634" y="0"/>
                  </a:lnTo>
                  <a:lnTo>
                    <a:pt x="24253" y="0"/>
                  </a:lnTo>
                  <a:lnTo>
                    <a:pt x="0" y="11786"/>
                  </a:lnTo>
                  <a:lnTo>
                    <a:pt x="48507" y="11786"/>
                  </a:lnTo>
                  <a:close/>
                </a:path>
              </a:pathLst>
            </a:custGeom>
            <a:ln w="1179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/>
            <p:cNvSpPr/>
            <p:nvPr/>
          </p:nvSpPr>
          <p:spPr>
            <a:xfrm>
              <a:off x="2538844" y="6353438"/>
              <a:ext cx="60960" cy="12065"/>
            </a:xfrm>
            <a:custGeom>
              <a:avLst/>
              <a:gdLst/>
              <a:ahLst/>
              <a:cxnLst/>
              <a:rect l="l" t="t" r="r" b="b"/>
              <a:pathLst>
                <a:path w="60960" h="12064">
                  <a:moveTo>
                    <a:pt x="48507" y="11786"/>
                  </a:moveTo>
                  <a:lnTo>
                    <a:pt x="0" y="11786"/>
                  </a:lnTo>
                  <a:lnTo>
                    <a:pt x="24253" y="0"/>
                  </a:lnTo>
                  <a:lnTo>
                    <a:pt x="60634" y="0"/>
                  </a:lnTo>
                  <a:lnTo>
                    <a:pt x="48507" y="11786"/>
                  </a:lnTo>
                  <a:close/>
                </a:path>
              </a:pathLst>
            </a:custGeom>
            <a:solidFill>
              <a:srgbClr val="00997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/>
            <p:cNvSpPr/>
            <p:nvPr/>
          </p:nvSpPr>
          <p:spPr>
            <a:xfrm>
              <a:off x="2538844" y="6353438"/>
              <a:ext cx="60960" cy="12065"/>
            </a:xfrm>
            <a:custGeom>
              <a:avLst/>
              <a:gdLst/>
              <a:ahLst/>
              <a:cxnLst/>
              <a:rect l="l" t="t" r="r" b="b"/>
              <a:pathLst>
                <a:path w="60960" h="12064">
                  <a:moveTo>
                    <a:pt x="48507" y="11786"/>
                  </a:moveTo>
                  <a:lnTo>
                    <a:pt x="60634" y="0"/>
                  </a:lnTo>
                  <a:lnTo>
                    <a:pt x="24253" y="0"/>
                  </a:lnTo>
                  <a:lnTo>
                    <a:pt x="0" y="11786"/>
                  </a:lnTo>
                  <a:lnTo>
                    <a:pt x="48507" y="11786"/>
                  </a:lnTo>
                  <a:close/>
                </a:path>
              </a:pathLst>
            </a:custGeom>
            <a:ln w="1179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/>
            <p:cNvSpPr/>
            <p:nvPr/>
          </p:nvSpPr>
          <p:spPr>
            <a:xfrm>
              <a:off x="2587351" y="6353438"/>
              <a:ext cx="48895" cy="12065"/>
            </a:xfrm>
            <a:custGeom>
              <a:avLst/>
              <a:gdLst/>
              <a:ahLst/>
              <a:cxnLst/>
              <a:rect l="l" t="t" r="r" b="b"/>
              <a:pathLst>
                <a:path w="48894" h="12064">
                  <a:moveTo>
                    <a:pt x="36380" y="11786"/>
                  </a:moveTo>
                  <a:lnTo>
                    <a:pt x="0" y="11786"/>
                  </a:lnTo>
                  <a:lnTo>
                    <a:pt x="12126" y="0"/>
                  </a:lnTo>
                  <a:lnTo>
                    <a:pt x="48507" y="0"/>
                  </a:lnTo>
                  <a:lnTo>
                    <a:pt x="36380" y="11786"/>
                  </a:lnTo>
                  <a:close/>
                </a:path>
              </a:pathLst>
            </a:custGeom>
            <a:solidFill>
              <a:srgbClr val="2626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/>
            <p:cNvSpPr/>
            <p:nvPr/>
          </p:nvSpPr>
          <p:spPr>
            <a:xfrm>
              <a:off x="2587351" y="6353438"/>
              <a:ext cx="48895" cy="12065"/>
            </a:xfrm>
            <a:custGeom>
              <a:avLst/>
              <a:gdLst/>
              <a:ahLst/>
              <a:cxnLst/>
              <a:rect l="l" t="t" r="r" b="b"/>
              <a:pathLst>
                <a:path w="48894" h="12064">
                  <a:moveTo>
                    <a:pt x="36380" y="11786"/>
                  </a:moveTo>
                  <a:lnTo>
                    <a:pt x="48507" y="0"/>
                  </a:lnTo>
                  <a:lnTo>
                    <a:pt x="12126" y="0"/>
                  </a:lnTo>
                  <a:lnTo>
                    <a:pt x="0" y="11786"/>
                  </a:lnTo>
                  <a:lnTo>
                    <a:pt x="36380" y="11786"/>
                  </a:lnTo>
                  <a:close/>
                </a:path>
              </a:pathLst>
            </a:custGeom>
            <a:ln w="118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/>
            <p:cNvSpPr/>
            <p:nvPr/>
          </p:nvSpPr>
          <p:spPr>
            <a:xfrm>
              <a:off x="2684366" y="6353438"/>
              <a:ext cx="48895" cy="12065"/>
            </a:xfrm>
            <a:custGeom>
              <a:avLst/>
              <a:gdLst/>
              <a:ahLst/>
              <a:cxnLst/>
              <a:rect l="l" t="t" r="r" b="b"/>
              <a:pathLst>
                <a:path w="48894" h="12064">
                  <a:moveTo>
                    <a:pt x="36380" y="11786"/>
                  </a:moveTo>
                  <a:lnTo>
                    <a:pt x="0" y="11786"/>
                  </a:lnTo>
                  <a:lnTo>
                    <a:pt x="12126" y="0"/>
                  </a:lnTo>
                  <a:lnTo>
                    <a:pt x="48507" y="0"/>
                  </a:lnTo>
                  <a:lnTo>
                    <a:pt x="36380" y="11786"/>
                  </a:lnTo>
                  <a:close/>
                </a:path>
              </a:pathLst>
            </a:custGeom>
            <a:solidFill>
              <a:srgbClr val="00997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/>
            <p:cNvSpPr/>
            <p:nvPr/>
          </p:nvSpPr>
          <p:spPr>
            <a:xfrm>
              <a:off x="2684366" y="6353438"/>
              <a:ext cx="48895" cy="12065"/>
            </a:xfrm>
            <a:custGeom>
              <a:avLst/>
              <a:gdLst/>
              <a:ahLst/>
              <a:cxnLst/>
              <a:rect l="l" t="t" r="r" b="b"/>
              <a:pathLst>
                <a:path w="48894" h="12064">
                  <a:moveTo>
                    <a:pt x="36380" y="11786"/>
                  </a:moveTo>
                  <a:lnTo>
                    <a:pt x="48507" y="0"/>
                  </a:lnTo>
                  <a:lnTo>
                    <a:pt x="12126" y="0"/>
                  </a:lnTo>
                  <a:lnTo>
                    <a:pt x="0" y="11786"/>
                  </a:lnTo>
                  <a:lnTo>
                    <a:pt x="36380" y="11786"/>
                  </a:lnTo>
                  <a:close/>
                </a:path>
              </a:pathLst>
            </a:custGeom>
            <a:ln w="118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/>
            <p:cNvSpPr/>
            <p:nvPr/>
          </p:nvSpPr>
          <p:spPr>
            <a:xfrm>
              <a:off x="2720747" y="6353438"/>
              <a:ext cx="48895" cy="12065"/>
            </a:xfrm>
            <a:custGeom>
              <a:avLst/>
              <a:gdLst/>
              <a:ahLst/>
              <a:cxnLst/>
              <a:rect l="l" t="t" r="r" b="b"/>
              <a:pathLst>
                <a:path w="48894" h="12064">
                  <a:moveTo>
                    <a:pt x="36380" y="11786"/>
                  </a:moveTo>
                  <a:lnTo>
                    <a:pt x="0" y="11786"/>
                  </a:lnTo>
                  <a:lnTo>
                    <a:pt x="12126" y="0"/>
                  </a:lnTo>
                  <a:lnTo>
                    <a:pt x="48507" y="0"/>
                  </a:lnTo>
                  <a:lnTo>
                    <a:pt x="36380" y="11786"/>
                  </a:lnTo>
                  <a:close/>
                </a:path>
              </a:pathLst>
            </a:custGeom>
            <a:solidFill>
              <a:srgbClr val="2626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/>
            <p:cNvSpPr/>
            <p:nvPr/>
          </p:nvSpPr>
          <p:spPr>
            <a:xfrm>
              <a:off x="2720747" y="6353438"/>
              <a:ext cx="48895" cy="12065"/>
            </a:xfrm>
            <a:custGeom>
              <a:avLst/>
              <a:gdLst/>
              <a:ahLst/>
              <a:cxnLst/>
              <a:rect l="l" t="t" r="r" b="b"/>
              <a:pathLst>
                <a:path w="48894" h="12064">
                  <a:moveTo>
                    <a:pt x="36380" y="11786"/>
                  </a:moveTo>
                  <a:lnTo>
                    <a:pt x="48507" y="0"/>
                  </a:lnTo>
                  <a:lnTo>
                    <a:pt x="12126" y="0"/>
                  </a:lnTo>
                  <a:lnTo>
                    <a:pt x="0" y="11786"/>
                  </a:lnTo>
                  <a:lnTo>
                    <a:pt x="36380" y="11786"/>
                  </a:lnTo>
                  <a:close/>
                </a:path>
              </a:pathLst>
            </a:custGeom>
            <a:ln w="118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/>
            <p:cNvSpPr/>
            <p:nvPr/>
          </p:nvSpPr>
          <p:spPr>
            <a:xfrm>
              <a:off x="2854143" y="5693417"/>
              <a:ext cx="12700" cy="671830"/>
            </a:xfrm>
            <a:custGeom>
              <a:avLst/>
              <a:gdLst/>
              <a:ahLst/>
              <a:cxnLst/>
              <a:rect l="l" t="t" r="r" b="b"/>
              <a:pathLst>
                <a:path w="12700" h="671829">
                  <a:moveTo>
                    <a:pt x="0" y="671807"/>
                  </a:moveTo>
                  <a:lnTo>
                    <a:pt x="0" y="11786"/>
                  </a:lnTo>
                  <a:lnTo>
                    <a:pt x="12126" y="0"/>
                  </a:lnTo>
                  <a:lnTo>
                    <a:pt x="12126" y="660021"/>
                  </a:lnTo>
                  <a:lnTo>
                    <a:pt x="0" y="671807"/>
                  </a:lnTo>
                  <a:close/>
                </a:path>
              </a:pathLst>
            </a:custGeom>
            <a:solidFill>
              <a:srgbClr val="00664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/>
            <p:cNvSpPr/>
            <p:nvPr/>
          </p:nvSpPr>
          <p:spPr>
            <a:xfrm>
              <a:off x="2854143" y="5693417"/>
              <a:ext cx="12700" cy="671830"/>
            </a:xfrm>
            <a:custGeom>
              <a:avLst/>
              <a:gdLst/>
              <a:ahLst/>
              <a:cxnLst/>
              <a:rect l="l" t="t" r="r" b="b"/>
              <a:pathLst>
                <a:path w="12700" h="671829">
                  <a:moveTo>
                    <a:pt x="0" y="671807"/>
                  </a:moveTo>
                  <a:lnTo>
                    <a:pt x="0" y="11786"/>
                  </a:lnTo>
                  <a:lnTo>
                    <a:pt x="12126" y="0"/>
                  </a:lnTo>
                  <a:lnTo>
                    <a:pt x="12126" y="660021"/>
                  </a:lnTo>
                  <a:lnTo>
                    <a:pt x="0" y="671807"/>
                  </a:lnTo>
                  <a:close/>
                </a:path>
              </a:pathLst>
            </a:custGeom>
            <a:ln w="1212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/>
            <p:cNvSpPr/>
            <p:nvPr/>
          </p:nvSpPr>
          <p:spPr>
            <a:xfrm>
              <a:off x="2817762" y="5705203"/>
              <a:ext cx="36830" cy="660400"/>
            </a:xfrm>
            <a:custGeom>
              <a:avLst/>
              <a:gdLst/>
              <a:ahLst/>
              <a:cxnLst/>
              <a:rect l="l" t="t" r="r" b="b"/>
              <a:pathLst>
                <a:path w="36830" h="660400">
                  <a:moveTo>
                    <a:pt x="36380" y="660021"/>
                  </a:moveTo>
                  <a:lnTo>
                    <a:pt x="0" y="660021"/>
                  </a:lnTo>
                  <a:lnTo>
                    <a:pt x="0" y="0"/>
                  </a:lnTo>
                  <a:lnTo>
                    <a:pt x="36380" y="0"/>
                  </a:lnTo>
                  <a:lnTo>
                    <a:pt x="36380" y="660021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/>
            <p:cNvSpPr/>
            <p:nvPr/>
          </p:nvSpPr>
          <p:spPr>
            <a:xfrm>
              <a:off x="2817762" y="5705203"/>
              <a:ext cx="36830" cy="660400"/>
            </a:xfrm>
            <a:custGeom>
              <a:avLst/>
              <a:gdLst/>
              <a:ahLst/>
              <a:cxnLst/>
              <a:rect l="l" t="t" r="r" b="b"/>
              <a:pathLst>
                <a:path w="36830" h="660400">
                  <a:moveTo>
                    <a:pt x="0" y="660021"/>
                  </a:moveTo>
                  <a:lnTo>
                    <a:pt x="0" y="0"/>
                  </a:lnTo>
                  <a:lnTo>
                    <a:pt x="36380" y="0"/>
                  </a:lnTo>
                  <a:lnTo>
                    <a:pt x="36380" y="660021"/>
                  </a:lnTo>
                  <a:lnTo>
                    <a:pt x="0" y="660021"/>
                  </a:lnTo>
                  <a:close/>
                </a:path>
              </a:pathLst>
            </a:custGeom>
            <a:ln w="121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/>
            <p:cNvSpPr/>
            <p:nvPr/>
          </p:nvSpPr>
          <p:spPr>
            <a:xfrm>
              <a:off x="2817762" y="5693417"/>
              <a:ext cx="48895" cy="12065"/>
            </a:xfrm>
            <a:custGeom>
              <a:avLst/>
              <a:gdLst/>
              <a:ahLst/>
              <a:cxnLst/>
              <a:rect l="l" t="t" r="r" b="b"/>
              <a:pathLst>
                <a:path w="48894" h="12064">
                  <a:moveTo>
                    <a:pt x="36380" y="11786"/>
                  </a:moveTo>
                  <a:lnTo>
                    <a:pt x="0" y="11786"/>
                  </a:lnTo>
                  <a:lnTo>
                    <a:pt x="12126" y="0"/>
                  </a:lnTo>
                  <a:lnTo>
                    <a:pt x="48507" y="0"/>
                  </a:lnTo>
                  <a:lnTo>
                    <a:pt x="36380" y="11786"/>
                  </a:lnTo>
                  <a:close/>
                </a:path>
              </a:pathLst>
            </a:custGeom>
            <a:solidFill>
              <a:srgbClr val="00997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/>
            <p:cNvSpPr/>
            <p:nvPr/>
          </p:nvSpPr>
          <p:spPr>
            <a:xfrm>
              <a:off x="2817762" y="5693417"/>
              <a:ext cx="48895" cy="12065"/>
            </a:xfrm>
            <a:custGeom>
              <a:avLst/>
              <a:gdLst/>
              <a:ahLst/>
              <a:cxnLst/>
              <a:rect l="l" t="t" r="r" b="b"/>
              <a:pathLst>
                <a:path w="48894" h="12064">
                  <a:moveTo>
                    <a:pt x="36380" y="11786"/>
                  </a:moveTo>
                  <a:lnTo>
                    <a:pt x="48507" y="0"/>
                  </a:lnTo>
                  <a:lnTo>
                    <a:pt x="12126" y="0"/>
                  </a:lnTo>
                  <a:lnTo>
                    <a:pt x="0" y="11786"/>
                  </a:lnTo>
                  <a:lnTo>
                    <a:pt x="36380" y="11786"/>
                  </a:lnTo>
                  <a:close/>
                </a:path>
              </a:pathLst>
            </a:custGeom>
            <a:ln w="118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/>
            <p:cNvSpPr/>
            <p:nvPr/>
          </p:nvSpPr>
          <p:spPr>
            <a:xfrm>
              <a:off x="2890523" y="6212005"/>
              <a:ext cx="12700" cy="153670"/>
            </a:xfrm>
            <a:custGeom>
              <a:avLst/>
              <a:gdLst/>
              <a:ahLst/>
              <a:cxnLst/>
              <a:rect l="l" t="t" r="r" b="b"/>
              <a:pathLst>
                <a:path w="12700" h="153670">
                  <a:moveTo>
                    <a:pt x="0" y="153219"/>
                  </a:moveTo>
                  <a:lnTo>
                    <a:pt x="0" y="0"/>
                  </a:lnTo>
                  <a:lnTo>
                    <a:pt x="12126" y="0"/>
                  </a:lnTo>
                  <a:lnTo>
                    <a:pt x="12126" y="141433"/>
                  </a:lnTo>
                  <a:lnTo>
                    <a:pt x="0" y="153219"/>
                  </a:lnTo>
                  <a:close/>
                </a:path>
              </a:pathLst>
            </a:custGeom>
            <a:solidFill>
              <a:srgbClr val="1A1A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/>
            <p:cNvSpPr/>
            <p:nvPr/>
          </p:nvSpPr>
          <p:spPr>
            <a:xfrm>
              <a:off x="2890523" y="6212005"/>
              <a:ext cx="12700" cy="153670"/>
            </a:xfrm>
            <a:custGeom>
              <a:avLst/>
              <a:gdLst/>
              <a:ahLst/>
              <a:cxnLst/>
              <a:rect l="l" t="t" r="r" b="b"/>
              <a:pathLst>
                <a:path w="12700" h="153670">
                  <a:moveTo>
                    <a:pt x="0" y="153219"/>
                  </a:moveTo>
                  <a:lnTo>
                    <a:pt x="0" y="0"/>
                  </a:lnTo>
                  <a:lnTo>
                    <a:pt x="12126" y="0"/>
                  </a:lnTo>
                  <a:lnTo>
                    <a:pt x="12126" y="141433"/>
                  </a:lnTo>
                  <a:lnTo>
                    <a:pt x="0" y="153219"/>
                  </a:lnTo>
                  <a:close/>
                </a:path>
              </a:pathLst>
            </a:custGeom>
            <a:ln w="121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/>
            <p:cNvSpPr/>
            <p:nvPr/>
          </p:nvSpPr>
          <p:spPr>
            <a:xfrm>
              <a:off x="2854143" y="6212005"/>
              <a:ext cx="36830" cy="153670"/>
            </a:xfrm>
            <a:custGeom>
              <a:avLst/>
              <a:gdLst/>
              <a:ahLst/>
              <a:cxnLst/>
              <a:rect l="l" t="t" r="r" b="b"/>
              <a:pathLst>
                <a:path w="36830" h="153670">
                  <a:moveTo>
                    <a:pt x="36380" y="153219"/>
                  </a:moveTo>
                  <a:lnTo>
                    <a:pt x="0" y="153219"/>
                  </a:lnTo>
                  <a:lnTo>
                    <a:pt x="0" y="0"/>
                  </a:lnTo>
                  <a:lnTo>
                    <a:pt x="36380" y="0"/>
                  </a:lnTo>
                  <a:lnTo>
                    <a:pt x="36380" y="153219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/>
            <p:cNvSpPr/>
            <p:nvPr/>
          </p:nvSpPr>
          <p:spPr>
            <a:xfrm>
              <a:off x="2854143" y="6212005"/>
              <a:ext cx="36830" cy="153670"/>
            </a:xfrm>
            <a:custGeom>
              <a:avLst/>
              <a:gdLst/>
              <a:ahLst/>
              <a:cxnLst/>
              <a:rect l="l" t="t" r="r" b="b"/>
              <a:pathLst>
                <a:path w="36830" h="153670">
                  <a:moveTo>
                    <a:pt x="0" y="153219"/>
                  </a:moveTo>
                  <a:lnTo>
                    <a:pt x="0" y="0"/>
                  </a:lnTo>
                  <a:lnTo>
                    <a:pt x="36380" y="0"/>
                  </a:lnTo>
                  <a:lnTo>
                    <a:pt x="36380" y="153219"/>
                  </a:lnTo>
                  <a:lnTo>
                    <a:pt x="0" y="153219"/>
                  </a:lnTo>
                  <a:close/>
                </a:path>
              </a:pathLst>
            </a:custGeom>
            <a:ln w="121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/>
            <p:cNvSpPr/>
            <p:nvPr/>
          </p:nvSpPr>
          <p:spPr>
            <a:xfrm>
              <a:off x="2854143" y="6212005"/>
              <a:ext cx="48895" cy="0"/>
            </a:xfrm>
            <a:custGeom>
              <a:avLst/>
              <a:gdLst/>
              <a:ahLst/>
              <a:cxnLst/>
              <a:rect l="l" t="t" r="r" b="b"/>
              <a:pathLst>
                <a:path w="48894" h="0">
                  <a:moveTo>
                    <a:pt x="48507" y="0"/>
                  </a:moveTo>
                  <a:lnTo>
                    <a:pt x="0" y="0"/>
                  </a:lnTo>
                  <a:lnTo>
                    <a:pt x="36380" y="0"/>
                  </a:lnTo>
                  <a:lnTo>
                    <a:pt x="48507" y="0"/>
                  </a:lnTo>
                  <a:close/>
                </a:path>
              </a:pathLst>
            </a:custGeom>
            <a:solidFill>
              <a:srgbClr val="2626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/>
            <p:cNvSpPr/>
            <p:nvPr/>
          </p:nvSpPr>
          <p:spPr>
            <a:xfrm>
              <a:off x="2854143" y="6212005"/>
              <a:ext cx="48895" cy="0"/>
            </a:xfrm>
            <a:custGeom>
              <a:avLst/>
              <a:gdLst/>
              <a:ahLst/>
              <a:cxnLst/>
              <a:rect l="l" t="t" r="r" b="b"/>
              <a:pathLst>
                <a:path w="48894" h="0">
                  <a:moveTo>
                    <a:pt x="36380" y="0"/>
                  </a:moveTo>
                  <a:lnTo>
                    <a:pt x="48507" y="0"/>
                  </a:lnTo>
                  <a:lnTo>
                    <a:pt x="12126" y="0"/>
                  </a:lnTo>
                  <a:lnTo>
                    <a:pt x="0" y="0"/>
                  </a:lnTo>
                  <a:lnTo>
                    <a:pt x="36380" y="0"/>
                  </a:lnTo>
                  <a:close/>
                </a:path>
              </a:pathLst>
            </a:custGeom>
            <a:ln w="117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/>
            <p:cNvSpPr/>
            <p:nvPr/>
          </p:nvSpPr>
          <p:spPr>
            <a:xfrm>
              <a:off x="2951158" y="6353438"/>
              <a:ext cx="48895" cy="12065"/>
            </a:xfrm>
            <a:custGeom>
              <a:avLst/>
              <a:gdLst/>
              <a:ahLst/>
              <a:cxnLst/>
              <a:rect l="l" t="t" r="r" b="b"/>
              <a:pathLst>
                <a:path w="48894" h="12064">
                  <a:moveTo>
                    <a:pt x="36380" y="11786"/>
                  </a:moveTo>
                  <a:lnTo>
                    <a:pt x="0" y="11786"/>
                  </a:lnTo>
                  <a:lnTo>
                    <a:pt x="12126" y="0"/>
                  </a:lnTo>
                  <a:lnTo>
                    <a:pt x="48507" y="0"/>
                  </a:lnTo>
                  <a:lnTo>
                    <a:pt x="36380" y="11786"/>
                  </a:lnTo>
                  <a:close/>
                </a:path>
              </a:pathLst>
            </a:custGeom>
            <a:solidFill>
              <a:srgbClr val="00997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/>
            <p:cNvSpPr/>
            <p:nvPr/>
          </p:nvSpPr>
          <p:spPr>
            <a:xfrm>
              <a:off x="2951158" y="6353438"/>
              <a:ext cx="48895" cy="12065"/>
            </a:xfrm>
            <a:custGeom>
              <a:avLst/>
              <a:gdLst/>
              <a:ahLst/>
              <a:cxnLst/>
              <a:rect l="l" t="t" r="r" b="b"/>
              <a:pathLst>
                <a:path w="48894" h="12064">
                  <a:moveTo>
                    <a:pt x="36380" y="11786"/>
                  </a:moveTo>
                  <a:lnTo>
                    <a:pt x="48507" y="0"/>
                  </a:lnTo>
                  <a:lnTo>
                    <a:pt x="12126" y="0"/>
                  </a:lnTo>
                  <a:lnTo>
                    <a:pt x="0" y="11786"/>
                  </a:lnTo>
                  <a:lnTo>
                    <a:pt x="36380" y="11786"/>
                  </a:lnTo>
                  <a:close/>
                </a:path>
              </a:pathLst>
            </a:custGeom>
            <a:ln w="118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7" name="object 77"/>
            <p:cNvSpPr/>
            <p:nvPr/>
          </p:nvSpPr>
          <p:spPr>
            <a:xfrm>
              <a:off x="2987539" y="6353438"/>
              <a:ext cx="48895" cy="12065"/>
            </a:xfrm>
            <a:custGeom>
              <a:avLst/>
              <a:gdLst/>
              <a:ahLst/>
              <a:cxnLst/>
              <a:rect l="l" t="t" r="r" b="b"/>
              <a:pathLst>
                <a:path w="48894" h="12064">
                  <a:moveTo>
                    <a:pt x="36380" y="11786"/>
                  </a:moveTo>
                  <a:lnTo>
                    <a:pt x="0" y="11786"/>
                  </a:lnTo>
                  <a:lnTo>
                    <a:pt x="12126" y="0"/>
                  </a:lnTo>
                  <a:lnTo>
                    <a:pt x="48507" y="0"/>
                  </a:lnTo>
                  <a:lnTo>
                    <a:pt x="36380" y="11786"/>
                  </a:lnTo>
                  <a:close/>
                </a:path>
              </a:pathLst>
            </a:custGeom>
            <a:solidFill>
              <a:srgbClr val="2626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8" name="object 78"/>
            <p:cNvSpPr/>
            <p:nvPr/>
          </p:nvSpPr>
          <p:spPr>
            <a:xfrm>
              <a:off x="2987539" y="6353438"/>
              <a:ext cx="48895" cy="12065"/>
            </a:xfrm>
            <a:custGeom>
              <a:avLst/>
              <a:gdLst/>
              <a:ahLst/>
              <a:cxnLst/>
              <a:rect l="l" t="t" r="r" b="b"/>
              <a:pathLst>
                <a:path w="48894" h="12064">
                  <a:moveTo>
                    <a:pt x="36380" y="11786"/>
                  </a:moveTo>
                  <a:lnTo>
                    <a:pt x="48507" y="0"/>
                  </a:lnTo>
                  <a:lnTo>
                    <a:pt x="12126" y="0"/>
                  </a:lnTo>
                  <a:lnTo>
                    <a:pt x="0" y="11786"/>
                  </a:lnTo>
                  <a:lnTo>
                    <a:pt x="36380" y="11786"/>
                  </a:lnTo>
                  <a:close/>
                </a:path>
              </a:pathLst>
            </a:custGeom>
            <a:ln w="118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9" name="object 79"/>
            <p:cNvSpPr/>
            <p:nvPr/>
          </p:nvSpPr>
          <p:spPr>
            <a:xfrm>
              <a:off x="3084554" y="6353438"/>
              <a:ext cx="48895" cy="12065"/>
            </a:xfrm>
            <a:custGeom>
              <a:avLst/>
              <a:gdLst/>
              <a:ahLst/>
              <a:cxnLst/>
              <a:rect l="l" t="t" r="r" b="b"/>
              <a:pathLst>
                <a:path w="48894" h="12064">
                  <a:moveTo>
                    <a:pt x="36380" y="11786"/>
                  </a:moveTo>
                  <a:lnTo>
                    <a:pt x="0" y="11786"/>
                  </a:lnTo>
                  <a:lnTo>
                    <a:pt x="12126" y="0"/>
                  </a:lnTo>
                  <a:lnTo>
                    <a:pt x="48507" y="0"/>
                  </a:lnTo>
                  <a:lnTo>
                    <a:pt x="36380" y="11786"/>
                  </a:lnTo>
                  <a:close/>
                </a:path>
              </a:pathLst>
            </a:custGeom>
            <a:solidFill>
              <a:srgbClr val="00997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0" name="object 80"/>
            <p:cNvSpPr/>
            <p:nvPr/>
          </p:nvSpPr>
          <p:spPr>
            <a:xfrm>
              <a:off x="3084554" y="6353438"/>
              <a:ext cx="48895" cy="12065"/>
            </a:xfrm>
            <a:custGeom>
              <a:avLst/>
              <a:gdLst/>
              <a:ahLst/>
              <a:cxnLst/>
              <a:rect l="l" t="t" r="r" b="b"/>
              <a:pathLst>
                <a:path w="48894" h="12064">
                  <a:moveTo>
                    <a:pt x="36380" y="11786"/>
                  </a:moveTo>
                  <a:lnTo>
                    <a:pt x="48507" y="0"/>
                  </a:lnTo>
                  <a:lnTo>
                    <a:pt x="12126" y="0"/>
                  </a:lnTo>
                  <a:lnTo>
                    <a:pt x="0" y="11786"/>
                  </a:lnTo>
                  <a:lnTo>
                    <a:pt x="36380" y="11786"/>
                  </a:lnTo>
                  <a:close/>
                </a:path>
              </a:pathLst>
            </a:custGeom>
            <a:ln w="118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1" name="object 81"/>
            <p:cNvSpPr/>
            <p:nvPr/>
          </p:nvSpPr>
          <p:spPr>
            <a:xfrm>
              <a:off x="3120934" y="6353438"/>
              <a:ext cx="60960" cy="12065"/>
            </a:xfrm>
            <a:custGeom>
              <a:avLst/>
              <a:gdLst/>
              <a:ahLst/>
              <a:cxnLst/>
              <a:rect l="l" t="t" r="r" b="b"/>
              <a:pathLst>
                <a:path w="60960" h="12064">
                  <a:moveTo>
                    <a:pt x="36380" y="11786"/>
                  </a:moveTo>
                  <a:lnTo>
                    <a:pt x="0" y="11786"/>
                  </a:lnTo>
                  <a:lnTo>
                    <a:pt x="12126" y="0"/>
                  </a:lnTo>
                  <a:lnTo>
                    <a:pt x="60634" y="0"/>
                  </a:lnTo>
                  <a:lnTo>
                    <a:pt x="36380" y="11786"/>
                  </a:lnTo>
                  <a:close/>
                </a:path>
              </a:pathLst>
            </a:custGeom>
            <a:solidFill>
              <a:srgbClr val="2626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2" name="object 82"/>
            <p:cNvSpPr/>
            <p:nvPr/>
          </p:nvSpPr>
          <p:spPr>
            <a:xfrm>
              <a:off x="3120934" y="6353438"/>
              <a:ext cx="60960" cy="12065"/>
            </a:xfrm>
            <a:custGeom>
              <a:avLst/>
              <a:gdLst/>
              <a:ahLst/>
              <a:cxnLst/>
              <a:rect l="l" t="t" r="r" b="b"/>
              <a:pathLst>
                <a:path w="60960" h="12064">
                  <a:moveTo>
                    <a:pt x="36380" y="11786"/>
                  </a:moveTo>
                  <a:lnTo>
                    <a:pt x="60634" y="0"/>
                  </a:lnTo>
                  <a:lnTo>
                    <a:pt x="12126" y="0"/>
                  </a:lnTo>
                  <a:lnTo>
                    <a:pt x="0" y="11786"/>
                  </a:lnTo>
                  <a:lnTo>
                    <a:pt x="36380" y="11786"/>
                  </a:lnTo>
                  <a:close/>
                </a:path>
              </a:pathLst>
            </a:custGeom>
            <a:ln w="1179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3" name="object 83"/>
            <p:cNvSpPr/>
            <p:nvPr/>
          </p:nvSpPr>
          <p:spPr>
            <a:xfrm>
              <a:off x="3217949" y="6353438"/>
              <a:ext cx="60960" cy="12065"/>
            </a:xfrm>
            <a:custGeom>
              <a:avLst/>
              <a:gdLst/>
              <a:ahLst/>
              <a:cxnLst/>
              <a:rect l="l" t="t" r="r" b="b"/>
              <a:pathLst>
                <a:path w="60960" h="12064">
                  <a:moveTo>
                    <a:pt x="36380" y="11786"/>
                  </a:moveTo>
                  <a:lnTo>
                    <a:pt x="0" y="11786"/>
                  </a:lnTo>
                  <a:lnTo>
                    <a:pt x="12126" y="0"/>
                  </a:lnTo>
                  <a:lnTo>
                    <a:pt x="60634" y="0"/>
                  </a:lnTo>
                  <a:lnTo>
                    <a:pt x="36380" y="11786"/>
                  </a:lnTo>
                  <a:close/>
                </a:path>
              </a:pathLst>
            </a:custGeom>
            <a:solidFill>
              <a:srgbClr val="00997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/>
            <p:cNvSpPr/>
            <p:nvPr/>
          </p:nvSpPr>
          <p:spPr>
            <a:xfrm>
              <a:off x="3217949" y="6353438"/>
              <a:ext cx="60960" cy="12065"/>
            </a:xfrm>
            <a:custGeom>
              <a:avLst/>
              <a:gdLst/>
              <a:ahLst/>
              <a:cxnLst/>
              <a:rect l="l" t="t" r="r" b="b"/>
              <a:pathLst>
                <a:path w="60960" h="12064">
                  <a:moveTo>
                    <a:pt x="36380" y="11786"/>
                  </a:moveTo>
                  <a:lnTo>
                    <a:pt x="60634" y="0"/>
                  </a:lnTo>
                  <a:lnTo>
                    <a:pt x="12126" y="0"/>
                  </a:lnTo>
                  <a:lnTo>
                    <a:pt x="0" y="11786"/>
                  </a:lnTo>
                  <a:lnTo>
                    <a:pt x="36380" y="11786"/>
                  </a:lnTo>
                  <a:close/>
                </a:path>
              </a:pathLst>
            </a:custGeom>
            <a:ln w="1179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/>
            <p:cNvSpPr/>
            <p:nvPr/>
          </p:nvSpPr>
          <p:spPr>
            <a:xfrm>
              <a:off x="3254330" y="6353438"/>
              <a:ext cx="60960" cy="12065"/>
            </a:xfrm>
            <a:custGeom>
              <a:avLst/>
              <a:gdLst/>
              <a:ahLst/>
              <a:cxnLst/>
              <a:rect l="l" t="t" r="r" b="b"/>
              <a:pathLst>
                <a:path w="60960" h="12064">
                  <a:moveTo>
                    <a:pt x="48507" y="11786"/>
                  </a:moveTo>
                  <a:lnTo>
                    <a:pt x="0" y="11786"/>
                  </a:lnTo>
                  <a:lnTo>
                    <a:pt x="24253" y="0"/>
                  </a:lnTo>
                  <a:lnTo>
                    <a:pt x="60634" y="0"/>
                  </a:lnTo>
                  <a:lnTo>
                    <a:pt x="48507" y="11786"/>
                  </a:lnTo>
                  <a:close/>
                </a:path>
              </a:pathLst>
            </a:custGeom>
            <a:solidFill>
              <a:srgbClr val="2626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6" name="object 86"/>
            <p:cNvSpPr/>
            <p:nvPr/>
          </p:nvSpPr>
          <p:spPr>
            <a:xfrm>
              <a:off x="3254330" y="6353438"/>
              <a:ext cx="60960" cy="12065"/>
            </a:xfrm>
            <a:custGeom>
              <a:avLst/>
              <a:gdLst/>
              <a:ahLst/>
              <a:cxnLst/>
              <a:rect l="l" t="t" r="r" b="b"/>
              <a:pathLst>
                <a:path w="60960" h="12064">
                  <a:moveTo>
                    <a:pt x="48507" y="11786"/>
                  </a:moveTo>
                  <a:lnTo>
                    <a:pt x="60634" y="0"/>
                  </a:lnTo>
                  <a:lnTo>
                    <a:pt x="24253" y="0"/>
                  </a:lnTo>
                  <a:lnTo>
                    <a:pt x="0" y="11786"/>
                  </a:lnTo>
                  <a:lnTo>
                    <a:pt x="48507" y="11786"/>
                  </a:lnTo>
                  <a:close/>
                </a:path>
              </a:pathLst>
            </a:custGeom>
            <a:ln w="1179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7" name="object 87"/>
            <p:cNvSpPr/>
            <p:nvPr/>
          </p:nvSpPr>
          <p:spPr>
            <a:xfrm>
              <a:off x="3351345" y="6353438"/>
              <a:ext cx="60960" cy="12065"/>
            </a:xfrm>
            <a:custGeom>
              <a:avLst/>
              <a:gdLst/>
              <a:ahLst/>
              <a:cxnLst/>
              <a:rect l="l" t="t" r="r" b="b"/>
              <a:pathLst>
                <a:path w="60960" h="12064">
                  <a:moveTo>
                    <a:pt x="48507" y="11786"/>
                  </a:moveTo>
                  <a:lnTo>
                    <a:pt x="0" y="11786"/>
                  </a:lnTo>
                  <a:lnTo>
                    <a:pt x="12126" y="0"/>
                  </a:lnTo>
                  <a:lnTo>
                    <a:pt x="60634" y="0"/>
                  </a:lnTo>
                  <a:lnTo>
                    <a:pt x="48507" y="11786"/>
                  </a:lnTo>
                  <a:close/>
                </a:path>
              </a:pathLst>
            </a:custGeom>
            <a:solidFill>
              <a:srgbClr val="00997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8" name="object 88"/>
            <p:cNvSpPr/>
            <p:nvPr/>
          </p:nvSpPr>
          <p:spPr>
            <a:xfrm>
              <a:off x="3351345" y="6353438"/>
              <a:ext cx="60960" cy="12065"/>
            </a:xfrm>
            <a:custGeom>
              <a:avLst/>
              <a:gdLst/>
              <a:ahLst/>
              <a:cxnLst/>
              <a:rect l="l" t="t" r="r" b="b"/>
              <a:pathLst>
                <a:path w="60960" h="12064">
                  <a:moveTo>
                    <a:pt x="48507" y="11786"/>
                  </a:moveTo>
                  <a:lnTo>
                    <a:pt x="60634" y="0"/>
                  </a:lnTo>
                  <a:lnTo>
                    <a:pt x="12126" y="0"/>
                  </a:lnTo>
                  <a:lnTo>
                    <a:pt x="0" y="11786"/>
                  </a:lnTo>
                  <a:lnTo>
                    <a:pt x="48507" y="11786"/>
                  </a:lnTo>
                  <a:close/>
                </a:path>
              </a:pathLst>
            </a:custGeom>
            <a:ln w="1179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9" name="object 89"/>
            <p:cNvSpPr/>
            <p:nvPr/>
          </p:nvSpPr>
          <p:spPr>
            <a:xfrm>
              <a:off x="3399853" y="6353438"/>
              <a:ext cx="48895" cy="12065"/>
            </a:xfrm>
            <a:custGeom>
              <a:avLst/>
              <a:gdLst/>
              <a:ahLst/>
              <a:cxnLst/>
              <a:rect l="l" t="t" r="r" b="b"/>
              <a:pathLst>
                <a:path w="48895" h="12064">
                  <a:moveTo>
                    <a:pt x="36380" y="11786"/>
                  </a:moveTo>
                  <a:lnTo>
                    <a:pt x="0" y="11786"/>
                  </a:lnTo>
                  <a:lnTo>
                    <a:pt x="12126" y="0"/>
                  </a:lnTo>
                  <a:lnTo>
                    <a:pt x="48507" y="0"/>
                  </a:lnTo>
                  <a:lnTo>
                    <a:pt x="36380" y="11786"/>
                  </a:lnTo>
                  <a:close/>
                </a:path>
              </a:pathLst>
            </a:custGeom>
            <a:solidFill>
              <a:srgbClr val="2626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0" name="object 90"/>
            <p:cNvSpPr/>
            <p:nvPr/>
          </p:nvSpPr>
          <p:spPr>
            <a:xfrm>
              <a:off x="3399853" y="6353438"/>
              <a:ext cx="48895" cy="12065"/>
            </a:xfrm>
            <a:custGeom>
              <a:avLst/>
              <a:gdLst/>
              <a:ahLst/>
              <a:cxnLst/>
              <a:rect l="l" t="t" r="r" b="b"/>
              <a:pathLst>
                <a:path w="48895" h="12064">
                  <a:moveTo>
                    <a:pt x="36380" y="11786"/>
                  </a:moveTo>
                  <a:lnTo>
                    <a:pt x="48507" y="0"/>
                  </a:lnTo>
                  <a:lnTo>
                    <a:pt x="12126" y="0"/>
                  </a:lnTo>
                  <a:lnTo>
                    <a:pt x="0" y="11786"/>
                  </a:lnTo>
                  <a:lnTo>
                    <a:pt x="36380" y="11786"/>
                  </a:lnTo>
                  <a:close/>
                </a:path>
              </a:pathLst>
            </a:custGeom>
            <a:ln w="118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1" name="object 91"/>
            <p:cNvSpPr/>
            <p:nvPr/>
          </p:nvSpPr>
          <p:spPr>
            <a:xfrm>
              <a:off x="3496868" y="6353438"/>
              <a:ext cx="48895" cy="12065"/>
            </a:xfrm>
            <a:custGeom>
              <a:avLst/>
              <a:gdLst/>
              <a:ahLst/>
              <a:cxnLst/>
              <a:rect l="l" t="t" r="r" b="b"/>
              <a:pathLst>
                <a:path w="48895" h="12064">
                  <a:moveTo>
                    <a:pt x="36380" y="11786"/>
                  </a:moveTo>
                  <a:lnTo>
                    <a:pt x="0" y="11786"/>
                  </a:lnTo>
                  <a:lnTo>
                    <a:pt x="12126" y="0"/>
                  </a:lnTo>
                  <a:lnTo>
                    <a:pt x="48507" y="0"/>
                  </a:lnTo>
                  <a:lnTo>
                    <a:pt x="36380" y="11786"/>
                  </a:lnTo>
                  <a:close/>
                </a:path>
              </a:pathLst>
            </a:custGeom>
            <a:solidFill>
              <a:srgbClr val="00997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2" name="object 92"/>
            <p:cNvSpPr/>
            <p:nvPr/>
          </p:nvSpPr>
          <p:spPr>
            <a:xfrm>
              <a:off x="3496868" y="6353438"/>
              <a:ext cx="48895" cy="12065"/>
            </a:xfrm>
            <a:custGeom>
              <a:avLst/>
              <a:gdLst/>
              <a:ahLst/>
              <a:cxnLst/>
              <a:rect l="l" t="t" r="r" b="b"/>
              <a:pathLst>
                <a:path w="48895" h="12064">
                  <a:moveTo>
                    <a:pt x="36380" y="11786"/>
                  </a:moveTo>
                  <a:lnTo>
                    <a:pt x="48507" y="0"/>
                  </a:lnTo>
                  <a:lnTo>
                    <a:pt x="12126" y="0"/>
                  </a:lnTo>
                  <a:lnTo>
                    <a:pt x="0" y="11786"/>
                  </a:lnTo>
                  <a:lnTo>
                    <a:pt x="36380" y="11786"/>
                  </a:lnTo>
                  <a:close/>
                </a:path>
              </a:pathLst>
            </a:custGeom>
            <a:ln w="118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3" name="object 93"/>
            <p:cNvSpPr/>
            <p:nvPr/>
          </p:nvSpPr>
          <p:spPr>
            <a:xfrm>
              <a:off x="3533248" y="6353438"/>
              <a:ext cx="48895" cy="12065"/>
            </a:xfrm>
            <a:custGeom>
              <a:avLst/>
              <a:gdLst/>
              <a:ahLst/>
              <a:cxnLst/>
              <a:rect l="l" t="t" r="r" b="b"/>
              <a:pathLst>
                <a:path w="48895" h="12064">
                  <a:moveTo>
                    <a:pt x="36380" y="11786"/>
                  </a:moveTo>
                  <a:lnTo>
                    <a:pt x="0" y="11786"/>
                  </a:lnTo>
                  <a:lnTo>
                    <a:pt x="12126" y="0"/>
                  </a:lnTo>
                  <a:lnTo>
                    <a:pt x="48507" y="0"/>
                  </a:lnTo>
                  <a:lnTo>
                    <a:pt x="36380" y="11786"/>
                  </a:lnTo>
                  <a:close/>
                </a:path>
              </a:pathLst>
            </a:custGeom>
            <a:solidFill>
              <a:srgbClr val="2626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4" name="object 94"/>
            <p:cNvSpPr/>
            <p:nvPr/>
          </p:nvSpPr>
          <p:spPr>
            <a:xfrm>
              <a:off x="3533248" y="6353438"/>
              <a:ext cx="48895" cy="12065"/>
            </a:xfrm>
            <a:custGeom>
              <a:avLst/>
              <a:gdLst/>
              <a:ahLst/>
              <a:cxnLst/>
              <a:rect l="l" t="t" r="r" b="b"/>
              <a:pathLst>
                <a:path w="48895" h="12064">
                  <a:moveTo>
                    <a:pt x="36380" y="11786"/>
                  </a:moveTo>
                  <a:lnTo>
                    <a:pt x="48507" y="0"/>
                  </a:lnTo>
                  <a:lnTo>
                    <a:pt x="12126" y="0"/>
                  </a:lnTo>
                  <a:lnTo>
                    <a:pt x="0" y="11786"/>
                  </a:lnTo>
                  <a:lnTo>
                    <a:pt x="36380" y="11786"/>
                  </a:lnTo>
                  <a:close/>
                </a:path>
              </a:pathLst>
            </a:custGeom>
            <a:ln w="118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5" name="object 95"/>
            <p:cNvSpPr/>
            <p:nvPr/>
          </p:nvSpPr>
          <p:spPr>
            <a:xfrm>
              <a:off x="3630264" y="6353438"/>
              <a:ext cx="48895" cy="12065"/>
            </a:xfrm>
            <a:custGeom>
              <a:avLst/>
              <a:gdLst/>
              <a:ahLst/>
              <a:cxnLst/>
              <a:rect l="l" t="t" r="r" b="b"/>
              <a:pathLst>
                <a:path w="48895" h="12064">
                  <a:moveTo>
                    <a:pt x="36380" y="11786"/>
                  </a:moveTo>
                  <a:lnTo>
                    <a:pt x="0" y="11786"/>
                  </a:lnTo>
                  <a:lnTo>
                    <a:pt x="12126" y="0"/>
                  </a:lnTo>
                  <a:lnTo>
                    <a:pt x="48507" y="0"/>
                  </a:lnTo>
                  <a:lnTo>
                    <a:pt x="36380" y="11786"/>
                  </a:lnTo>
                  <a:close/>
                </a:path>
              </a:pathLst>
            </a:custGeom>
            <a:solidFill>
              <a:srgbClr val="00997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6" name="object 96"/>
            <p:cNvSpPr/>
            <p:nvPr/>
          </p:nvSpPr>
          <p:spPr>
            <a:xfrm>
              <a:off x="3630264" y="6353438"/>
              <a:ext cx="48895" cy="12065"/>
            </a:xfrm>
            <a:custGeom>
              <a:avLst/>
              <a:gdLst/>
              <a:ahLst/>
              <a:cxnLst/>
              <a:rect l="l" t="t" r="r" b="b"/>
              <a:pathLst>
                <a:path w="48895" h="12064">
                  <a:moveTo>
                    <a:pt x="36380" y="11786"/>
                  </a:moveTo>
                  <a:lnTo>
                    <a:pt x="48507" y="0"/>
                  </a:lnTo>
                  <a:lnTo>
                    <a:pt x="12126" y="0"/>
                  </a:lnTo>
                  <a:lnTo>
                    <a:pt x="0" y="11786"/>
                  </a:lnTo>
                  <a:lnTo>
                    <a:pt x="36380" y="11786"/>
                  </a:lnTo>
                  <a:close/>
                </a:path>
              </a:pathLst>
            </a:custGeom>
            <a:ln w="118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7" name="object 97"/>
            <p:cNvSpPr/>
            <p:nvPr/>
          </p:nvSpPr>
          <p:spPr>
            <a:xfrm>
              <a:off x="3666644" y="6353438"/>
              <a:ext cx="48895" cy="12065"/>
            </a:xfrm>
            <a:custGeom>
              <a:avLst/>
              <a:gdLst/>
              <a:ahLst/>
              <a:cxnLst/>
              <a:rect l="l" t="t" r="r" b="b"/>
              <a:pathLst>
                <a:path w="48895" h="12064">
                  <a:moveTo>
                    <a:pt x="36380" y="11786"/>
                  </a:moveTo>
                  <a:lnTo>
                    <a:pt x="0" y="11786"/>
                  </a:lnTo>
                  <a:lnTo>
                    <a:pt x="12126" y="0"/>
                  </a:lnTo>
                  <a:lnTo>
                    <a:pt x="48507" y="0"/>
                  </a:lnTo>
                  <a:lnTo>
                    <a:pt x="36380" y="11786"/>
                  </a:lnTo>
                  <a:close/>
                </a:path>
              </a:pathLst>
            </a:custGeom>
            <a:solidFill>
              <a:srgbClr val="2626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8" name="object 98"/>
            <p:cNvSpPr/>
            <p:nvPr/>
          </p:nvSpPr>
          <p:spPr>
            <a:xfrm>
              <a:off x="3666644" y="6353438"/>
              <a:ext cx="48895" cy="12065"/>
            </a:xfrm>
            <a:custGeom>
              <a:avLst/>
              <a:gdLst/>
              <a:ahLst/>
              <a:cxnLst/>
              <a:rect l="l" t="t" r="r" b="b"/>
              <a:pathLst>
                <a:path w="48895" h="12064">
                  <a:moveTo>
                    <a:pt x="36380" y="11786"/>
                  </a:moveTo>
                  <a:lnTo>
                    <a:pt x="48507" y="0"/>
                  </a:lnTo>
                  <a:lnTo>
                    <a:pt x="12126" y="0"/>
                  </a:lnTo>
                  <a:lnTo>
                    <a:pt x="0" y="11786"/>
                  </a:lnTo>
                  <a:lnTo>
                    <a:pt x="36380" y="11786"/>
                  </a:lnTo>
                  <a:close/>
                </a:path>
              </a:pathLst>
            </a:custGeom>
            <a:ln w="118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9" name="object 99"/>
            <p:cNvSpPr/>
            <p:nvPr/>
          </p:nvSpPr>
          <p:spPr>
            <a:xfrm>
              <a:off x="3763659" y="6353438"/>
              <a:ext cx="48895" cy="12065"/>
            </a:xfrm>
            <a:custGeom>
              <a:avLst/>
              <a:gdLst/>
              <a:ahLst/>
              <a:cxnLst/>
              <a:rect l="l" t="t" r="r" b="b"/>
              <a:pathLst>
                <a:path w="48895" h="12064">
                  <a:moveTo>
                    <a:pt x="36380" y="11786"/>
                  </a:moveTo>
                  <a:lnTo>
                    <a:pt x="0" y="11786"/>
                  </a:lnTo>
                  <a:lnTo>
                    <a:pt x="12126" y="0"/>
                  </a:lnTo>
                  <a:lnTo>
                    <a:pt x="48507" y="0"/>
                  </a:lnTo>
                  <a:lnTo>
                    <a:pt x="36380" y="11786"/>
                  </a:lnTo>
                  <a:close/>
                </a:path>
              </a:pathLst>
            </a:custGeom>
            <a:solidFill>
              <a:srgbClr val="00997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0" name="object 100"/>
            <p:cNvSpPr/>
            <p:nvPr/>
          </p:nvSpPr>
          <p:spPr>
            <a:xfrm>
              <a:off x="3763659" y="6353438"/>
              <a:ext cx="48895" cy="12065"/>
            </a:xfrm>
            <a:custGeom>
              <a:avLst/>
              <a:gdLst/>
              <a:ahLst/>
              <a:cxnLst/>
              <a:rect l="l" t="t" r="r" b="b"/>
              <a:pathLst>
                <a:path w="48895" h="12064">
                  <a:moveTo>
                    <a:pt x="36380" y="11786"/>
                  </a:moveTo>
                  <a:lnTo>
                    <a:pt x="48507" y="0"/>
                  </a:lnTo>
                  <a:lnTo>
                    <a:pt x="12126" y="0"/>
                  </a:lnTo>
                  <a:lnTo>
                    <a:pt x="0" y="11786"/>
                  </a:lnTo>
                  <a:lnTo>
                    <a:pt x="36380" y="11786"/>
                  </a:lnTo>
                  <a:close/>
                </a:path>
              </a:pathLst>
            </a:custGeom>
            <a:ln w="118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1" name="object 101"/>
            <p:cNvSpPr/>
            <p:nvPr/>
          </p:nvSpPr>
          <p:spPr>
            <a:xfrm>
              <a:off x="3800040" y="6353438"/>
              <a:ext cx="48895" cy="12065"/>
            </a:xfrm>
            <a:custGeom>
              <a:avLst/>
              <a:gdLst/>
              <a:ahLst/>
              <a:cxnLst/>
              <a:rect l="l" t="t" r="r" b="b"/>
              <a:pathLst>
                <a:path w="48895" h="12064">
                  <a:moveTo>
                    <a:pt x="36380" y="11786"/>
                  </a:moveTo>
                  <a:lnTo>
                    <a:pt x="0" y="11786"/>
                  </a:lnTo>
                  <a:lnTo>
                    <a:pt x="12126" y="0"/>
                  </a:lnTo>
                  <a:lnTo>
                    <a:pt x="48507" y="0"/>
                  </a:lnTo>
                  <a:lnTo>
                    <a:pt x="36380" y="11786"/>
                  </a:lnTo>
                  <a:close/>
                </a:path>
              </a:pathLst>
            </a:custGeom>
            <a:solidFill>
              <a:srgbClr val="2626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2" name="object 102"/>
            <p:cNvSpPr/>
            <p:nvPr/>
          </p:nvSpPr>
          <p:spPr>
            <a:xfrm>
              <a:off x="3800040" y="6353438"/>
              <a:ext cx="48895" cy="12065"/>
            </a:xfrm>
            <a:custGeom>
              <a:avLst/>
              <a:gdLst/>
              <a:ahLst/>
              <a:cxnLst/>
              <a:rect l="l" t="t" r="r" b="b"/>
              <a:pathLst>
                <a:path w="48895" h="12064">
                  <a:moveTo>
                    <a:pt x="36380" y="11786"/>
                  </a:moveTo>
                  <a:lnTo>
                    <a:pt x="48507" y="0"/>
                  </a:lnTo>
                  <a:lnTo>
                    <a:pt x="12126" y="0"/>
                  </a:lnTo>
                  <a:lnTo>
                    <a:pt x="0" y="11786"/>
                  </a:lnTo>
                  <a:lnTo>
                    <a:pt x="36380" y="11786"/>
                  </a:lnTo>
                  <a:close/>
                </a:path>
              </a:pathLst>
            </a:custGeom>
            <a:ln w="118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3" name="object 103"/>
            <p:cNvSpPr/>
            <p:nvPr/>
          </p:nvSpPr>
          <p:spPr>
            <a:xfrm>
              <a:off x="3897055" y="6353438"/>
              <a:ext cx="48895" cy="12065"/>
            </a:xfrm>
            <a:custGeom>
              <a:avLst/>
              <a:gdLst/>
              <a:ahLst/>
              <a:cxnLst/>
              <a:rect l="l" t="t" r="r" b="b"/>
              <a:pathLst>
                <a:path w="48895" h="12064">
                  <a:moveTo>
                    <a:pt x="36380" y="11786"/>
                  </a:moveTo>
                  <a:lnTo>
                    <a:pt x="0" y="11786"/>
                  </a:lnTo>
                  <a:lnTo>
                    <a:pt x="12126" y="0"/>
                  </a:lnTo>
                  <a:lnTo>
                    <a:pt x="48507" y="0"/>
                  </a:lnTo>
                  <a:lnTo>
                    <a:pt x="36380" y="11786"/>
                  </a:lnTo>
                  <a:close/>
                </a:path>
              </a:pathLst>
            </a:custGeom>
            <a:solidFill>
              <a:srgbClr val="00997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4" name="object 104"/>
            <p:cNvSpPr/>
            <p:nvPr/>
          </p:nvSpPr>
          <p:spPr>
            <a:xfrm>
              <a:off x="3897055" y="6353438"/>
              <a:ext cx="48895" cy="12065"/>
            </a:xfrm>
            <a:custGeom>
              <a:avLst/>
              <a:gdLst/>
              <a:ahLst/>
              <a:cxnLst/>
              <a:rect l="l" t="t" r="r" b="b"/>
              <a:pathLst>
                <a:path w="48895" h="12064">
                  <a:moveTo>
                    <a:pt x="36380" y="11786"/>
                  </a:moveTo>
                  <a:lnTo>
                    <a:pt x="48507" y="0"/>
                  </a:lnTo>
                  <a:lnTo>
                    <a:pt x="12126" y="0"/>
                  </a:lnTo>
                  <a:lnTo>
                    <a:pt x="0" y="11786"/>
                  </a:lnTo>
                  <a:lnTo>
                    <a:pt x="36380" y="11786"/>
                  </a:lnTo>
                  <a:close/>
                </a:path>
              </a:pathLst>
            </a:custGeom>
            <a:ln w="118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5" name="object 105"/>
            <p:cNvSpPr/>
            <p:nvPr/>
          </p:nvSpPr>
          <p:spPr>
            <a:xfrm>
              <a:off x="3933436" y="6353438"/>
              <a:ext cx="60960" cy="12065"/>
            </a:xfrm>
            <a:custGeom>
              <a:avLst/>
              <a:gdLst/>
              <a:ahLst/>
              <a:cxnLst/>
              <a:rect l="l" t="t" r="r" b="b"/>
              <a:pathLst>
                <a:path w="60960" h="12064">
                  <a:moveTo>
                    <a:pt x="36380" y="11786"/>
                  </a:moveTo>
                  <a:lnTo>
                    <a:pt x="0" y="11786"/>
                  </a:lnTo>
                  <a:lnTo>
                    <a:pt x="12126" y="0"/>
                  </a:lnTo>
                  <a:lnTo>
                    <a:pt x="60634" y="0"/>
                  </a:lnTo>
                  <a:lnTo>
                    <a:pt x="36380" y="11786"/>
                  </a:lnTo>
                  <a:close/>
                </a:path>
              </a:pathLst>
            </a:custGeom>
            <a:solidFill>
              <a:srgbClr val="2626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6" name="object 106"/>
            <p:cNvSpPr/>
            <p:nvPr/>
          </p:nvSpPr>
          <p:spPr>
            <a:xfrm>
              <a:off x="3933436" y="6353438"/>
              <a:ext cx="60960" cy="12065"/>
            </a:xfrm>
            <a:custGeom>
              <a:avLst/>
              <a:gdLst/>
              <a:ahLst/>
              <a:cxnLst/>
              <a:rect l="l" t="t" r="r" b="b"/>
              <a:pathLst>
                <a:path w="60960" h="12064">
                  <a:moveTo>
                    <a:pt x="36380" y="11786"/>
                  </a:moveTo>
                  <a:lnTo>
                    <a:pt x="60634" y="0"/>
                  </a:lnTo>
                  <a:lnTo>
                    <a:pt x="12126" y="0"/>
                  </a:lnTo>
                  <a:lnTo>
                    <a:pt x="0" y="11786"/>
                  </a:lnTo>
                  <a:lnTo>
                    <a:pt x="36380" y="11786"/>
                  </a:lnTo>
                  <a:close/>
                </a:path>
              </a:pathLst>
            </a:custGeom>
            <a:ln w="1179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7" name="object 107"/>
            <p:cNvSpPr/>
            <p:nvPr/>
          </p:nvSpPr>
          <p:spPr>
            <a:xfrm>
              <a:off x="4066832" y="5622700"/>
              <a:ext cx="12700" cy="742950"/>
            </a:xfrm>
            <a:custGeom>
              <a:avLst/>
              <a:gdLst/>
              <a:ahLst/>
              <a:cxnLst/>
              <a:rect l="l" t="t" r="r" b="b"/>
              <a:pathLst>
                <a:path w="12700" h="742950">
                  <a:moveTo>
                    <a:pt x="0" y="742524"/>
                  </a:moveTo>
                  <a:lnTo>
                    <a:pt x="0" y="0"/>
                  </a:lnTo>
                  <a:lnTo>
                    <a:pt x="12126" y="0"/>
                  </a:lnTo>
                  <a:lnTo>
                    <a:pt x="12126" y="730737"/>
                  </a:lnTo>
                  <a:lnTo>
                    <a:pt x="0" y="742524"/>
                  </a:lnTo>
                  <a:close/>
                </a:path>
              </a:pathLst>
            </a:custGeom>
            <a:solidFill>
              <a:srgbClr val="00664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8" name="object 108"/>
            <p:cNvSpPr/>
            <p:nvPr/>
          </p:nvSpPr>
          <p:spPr>
            <a:xfrm>
              <a:off x="4066832" y="5622700"/>
              <a:ext cx="12700" cy="742950"/>
            </a:xfrm>
            <a:custGeom>
              <a:avLst/>
              <a:gdLst/>
              <a:ahLst/>
              <a:cxnLst/>
              <a:rect l="l" t="t" r="r" b="b"/>
              <a:pathLst>
                <a:path w="12700" h="742950">
                  <a:moveTo>
                    <a:pt x="0" y="742524"/>
                  </a:moveTo>
                  <a:lnTo>
                    <a:pt x="0" y="0"/>
                  </a:lnTo>
                  <a:lnTo>
                    <a:pt x="12126" y="0"/>
                  </a:lnTo>
                  <a:lnTo>
                    <a:pt x="12126" y="730737"/>
                  </a:lnTo>
                  <a:lnTo>
                    <a:pt x="0" y="742524"/>
                  </a:lnTo>
                  <a:close/>
                </a:path>
              </a:pathLst>
            </a:custGeom>
            <a:ln w="1212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9" name="object 109"/>
            <p:cNvSpPr/>
            <p:nvPr/>
          </p:nvSpPr>
          <p:spPr>
            <a:xfrm>
              <a:off x="4030451" y="5622700"/>
              <a:ext cx="36830" cy="742950"/>
            </a:xfrm>
            <a:custGeom>
              <a:avLst/>
              <a:gdLst/>
              <a:ahLst/>
              <a:cxnLst/>
              <a:rect l="l" t="t" r="r" b="b"/>
              <a:pathLst>
                <a:path w="36829" h="742950">
                  <a:moveTo>
                    <a:pt x="36380" y="742524"/>
                  </a:moveTo>
                  <a:lnTo>
                    <a:pt x="0" y="742524"/>
                  </a:lnTo>
                  <a:lnTo>
                    <a:pt x="0" y="0"/>
                  </a:lnTo>
                  <a:lnTo>
                    <a:pt x="36380" y="0"/>
                  </a:lnTo>
                  <a:lnTo>
                    <a:pt x="36380" y="742524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0" name="object 110"/>
            <p:cNvSpPr/>
            <p:nvPr/>
          </p:nvSpPr>
          <p:spPr>
            <a:xfrm>
              <a:off x="4030451" y="5622700"/>
              <a:ext cx="36830" cy="742950"/>
            </a:xfrm>
            <a:custGeom>
              <a:avLst/>
              <a:gdLst/>
              <a:ahLst/>
              <a:cxnLst/>
              <a:rect l="l" t="t" r="r" b="b"/>
              <a:pathLst>
                <a:path w="36829" h="742950">
                  <a:moveTo>
                    <a:pt x="0" y="742524"/>
                  </a:moveTo>
                  <a:lnTo>
                    <a:pt x="0" y="0"/>
                  </a:lnTo>
                  <a:lnTo>
                    <a:pt x="36380" y="0"/>
                  </a:lnTo>
                  <a:lnTo>
                    <a:pt x="36380" y="742524"/>
                  </a:lnTo>
                  <a:lnTo>
                    <a:pt x="0" y="742524"/>
                  </a:lnTo>
                  <a:close/>
                </a:path>
              </a:pathLst>
            </a:custGeom>
            <a:ln w="1212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1" name="object 111"/>
            <p:cNvSpPr/>
            <p:nvPr/>
          </p:nvSpPr>
          <p:spPr>
            <a:xfrm>
              <a:off x="4030451" y="5622700"/>
              <a:ext cx="48895" cy="0"/>
            </a:xfrm>
            <a:custGeom>
              <a:avLst/>
              <a:gdLst/>
              <a:ahLst/>
              <a:cxnLst/>
              <a:rect l="l" t="t" r="r" b="b"/>
              <a:pathLst>
                <a:path w="48895" h="0">
                  <a:moveTo>
                    <a:pt x="48507" y="0"/>
                  </a:moveTo>
                  <a:lnTo>
                    <a:pt x="0" y="0"/>
                  </a:lnTo>
                  <a:lnTo>
                    <a:pt x="36380" y="0"/>
                  </a:lnTo>
                  <a:lnTo>
                    <a:pt x="48507" y="0"/>
                  </a:lnTo>
                  <a:close/>
                </a:path>
              </a:pathLst>
            </a:custGeom>
            <a:solidFill>
              <a:srgbClr val="00997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2" name="object 112"/>
            <p:cNvSpPr/>
            <p:nvPr/>
          </p:nvSpPr>
          <p:spPr>
            <a:xfrm>
              <a:off x="4030451" y="5622700"/>
              <a:ext cx="48895" cy="0"/>
            </a:xfrm>
            <a:custGeom>
              <a:avLst/>
              <a:gdLst/>
              <a:ahLst/>
              <a:cxnLst/>
              <a:rect l="l" t="t" r="r" b="b"/>
              <a:pathLst>
                <a:path w="48895" h="0">
                  <a:moveTo>
                    <a:pt x="36380" y="0"/>
                  </a:moveTo>
                  <a:lnTo>
                    <a:pt x="48507" y="0"/>
                  </a:lnTo>
                  <a:lnTo>
                    <a:pt x="12126" y="0"/>
                  </a:lnTo>
                  <a:lnTo>
                    <a:pt x="0" y="0"/>
                  </a:lnTo>
                  <a:lnTo>
                    <a:pt x="36380" y="0"/>
                  </a:lnTo>
                  <a:close/>
                </a:path>
              </a:pathLst>
            </a:custGeom>
            <a:ln w="117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3" name="object 113"/>
            <p:cNvSpPr/>
            <p:nvPr/>
          </p:nvSpPr>
          <p:spPr>
            <a:xfrm>
              <a:off x="4066832" y="6353438"/>
              <a:ext cx="60960" cy="12065"/>
            </a:xfrm>
            <a:custGeom>
              <a:avLst/>
              <a:gdLst/>
              <a:ahLst/>
              <a:cxnLst/>
              <a:rect l="l" t="t" r="r" b="b"/>
              <a:pathLst>
                <a:path w="60960" h="12064">
                  <a:moveTo>
                    <a:pt x="48507" y="11786"/>
                  </a:moveTo>
                  <a:lnTo>
                    <a:pt x="0" y="11786"/>
                  </a:lnTo>
                  <a:lnTo>
                    <a:pt x="12126" y="0"/>
                  </a:lnTo>
                  <a:lnTo>
                    <a:pt x="60634" y="0"/>
                  </a:lnTo>
                  <a:lnTo>
                    <a:pt x="48507" y="11786"/>
                  </a:lnTo>
                  <a:close/>
                </a:path>
              </a:pathLst>
            </a:custGeom>
            <a:solidFill>
              <a:srgbClr val="2626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4" name="object 114"/>
            <p:cNvSpPr/>
            <p:nvPr/>
          </p:nvSpPr>
          <p:spPr>
            <a:xfrm>
              <a:off x="4066832" y="6353438"/>
              <a:ext cx="60960" cy="12065"/>
            </a:xfrm>
            <a:custGeom>
              <a:avLst/>
              <a:gdLst/>
              <a:ahLst/>
              <a:cxnLst/>
              <a:rect l="l" t="t" r="r" b="b"/>
              <a:pathLst>
                <a:path w="60960" h="12064">
                  <a:moveTo>
                    <a:pt x="48507" y="11786"/>
                  </a:moveTo>
                  <a:lnTo>
                    <a:pt x="60634" y="0"/>
                  </a:lnTo>
                  <a:lnTo>
                    <a:pt x="12126" y="0"/>
                  </a:lnTo>
                  <a:lnTo>
                    <a:pt x="0" y="11786"/>
                  </a:lnTo>
                  <a:lnTo>
                    <a:pt x="48507" y="11786"/>
                  </a:lnTo>
                  <a:close/>
                </a:path>
              </a:pathLst>
            </a:custGeom>
            <a:ln w="1179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5" name="object 115"/>
            <p:cNvSpPr/>
            <p:nvPr/>
          </p:nvSpPr>
          <p:spPr>
            <a:xfrm>
              <a:off x="4212354" y="5304476"/>
              <a:ext cx="12700" cy="1061085"/>
            </a:xfrm>
            <a:custGeom>
              <a:avLst/>
              <a:gdLst/>
              <a:ahLst/>
              <a:cxnLst/>
              <a:rect l="l" t="t" r="r" b="b"/>
              <a:pathLst>
                <a:path w="12700" h="1061085">
                  <a:moveTo>
                    <a:pt x="0" y="1060748"/>
                  </a:moveTo>
                  <a:lnTo>
                    <a:pt x="0" y="11786"/>
                  </a:lnTo>
                  <a:lnTo>
                    <a:pt x="12126" y="0"/>
                  </a:lnTo>
                  <a:lnTo>
                    <a:pt x="12126" y="1048962"/>
                  </a:lnTo>
                  <a:lnTo>
                    <a:pt x="0" y="1060748"/>
                  </a:lnTo>
                  <a:close/>
                </a:path>
              </a:pathLst>
            </a:custGeom>
            <a:solidFill>
              <a:srgbClr val="00664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6" name="object 116"/>
            <p:cNvSpPr/>
            <p:nvPr/>
          </p:nvSpPr>
          <p:spPr>
            <a:xfrm>
              <a:off x="4212354" y="5304476"/>
              <a:ext cx="12700" cy="1061085"/>
            </a:xfrm>
            <a:custGeom>
              <a:avLst/>
              <a:gdLst/>
              <a:ahLst/>
              <a:cxnLst/>
              <a:rect l="l" t="t" r="r" b="b"/>
              <a:pathLst>
                <a:path w="12700" h="1061085">
                  <a:moveTo>
                    <a:pt x="0" y="1060748"/>
                  </a:moveTo>
                  <a:lnTo>
                    <a:pt x="0" y="11786"/>
                  </a:lnTo>
                  <a:lnTo>
                    <a:pt x="12126" y="0"/>
                  </a:lnTo>
                  <a:lnTo>
                    <a:pt x="12126" y="1048962"/>
                  </a:lnTo>
                  <a:lnTo>
                    <a:pt x="0" y="1060748"/>
                  </a:lnTo>
                  <a:close/>
                </a:path>
              </a:pathLst>
            </a:custGeom>
            <a:ln w="1212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7" name="object 117"/>
            <p:cNvSpPr/>
            <p:nvPr/>
          </p:nvSpPr>
          <p:spPr>
            <a:xfrm>
              <a:off x="4163847" y="5316262"/>
              <a:ext cx="48895" cy="1049020"/>
            </a:xfrm>
            <a:custGeom>
              <a:avLst/>
              <a:gdLst/>
              <a:ahLst/>
              <a:cxnLst/>
              <a:rect l="l" t="t" r="r" b="b"/>
              <a:pathLst>
                <a:path w="48895" h="1049020">
                  <a:moveTo>
                    <a:pt x="48507" y="1048962"/>
                  </a:moveTo>
                  <a:lnTo>
                    <a:pt x="0" y="1048962"/>
                  </a:lnTo>
                  <a:lnTo>
                    <a:pt x="0" y="0"/>
                  </a:lnTo>
                  <a:lnTo>
                    <a:pt x="48507" y="0"/>
                  </a:lnTo>
                  <a:lnTo>
                    <a:pt x="48507" y="1048962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8" name="object 118"/>
            <p:cNvSpPr/>
            <p:nvPr/>
          </p:nvSpPr>
          <p:spPr>
            <a:xfrm>
              <a:off x="4163847" y="5316262"/>
              <a:ext cx="48895" cy="1049020"/>
            </a:xfrm>
            <a:custGeom>
              <a:avLst/>
              <a:gdLst/>
              <a:ahLst/>
              <a:cxnLst/>
              <a:rect l="l" t="t" r="r" b="b"/>
              <a:pathLst>
                <a:path w="48895" h="1049020">
                  <a:moveTo>
                    <a:pt x="0" y="1048962"/>
                  </a:moveTo>
                  <a:lnTo>
                    <a:pt x="0" y="0"/>
                  </a:lnTo>
                  <a:lnTo>
                    <a:pt x="48507" y="0"/>
                  </a:lnTo>
                  <a:lnTo>
                    <a:pt x="48507" y="1048962"/>
                  </a:lnTo>
                  <a:lnTo>
                    <a:pt x="0" y="1048962"/>
                  </a:lnTo>
                  <a:close/>
                </a:path>
              </a:pathLst>
            </a:custGeom>
            <a:ln w="1212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9" name="object 119"/>
            <p:cNvSpPr/>
            <p:nvPr/>
          </p:nvSpPr>
          <p:spPr>
            <a:xfrm>
              <a:off x="4163847" y="5304476"/>
              <a:ext cx="60960" cy="12065"/>
            </a:xfrm>
            <a:custGeom>
              <a:avLst/>
              <a:gdLst/>
              <a:ahLst/>
              <a:cxnLst/>
              <a:rect l="l" t="t" r="r" b="b"/>
              <a:pathLst>
                <a:path w="60960" h="12064">
                  <a:moveTo>
                    <a:pt x="48507" y="11786"/>
                  </a:moveTo>
                  <a:lnTo>
                    <a:pt x="0" y="11786"/>
                  </a:lnTo>
                  <a:lnTo>
                    <a:pt x="12126" y="0"/>
                  </a:lnTo>
                  <a:lnTo>
                    <a:pt x="60634" y="0"/>
                  </a:lnTo>
                  <a:lnTo>
                    <a:pt x="48507" y="11786"/>
                  </a:lnTo>
                  <a:close/>
                </a:path>
              </a:pathLst>
            </a:custGeom>
            <a:solidFill>
              <a:srgbClr val="00997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0" name="object 120"/>
            <p:cNvSpPr/>
            <p:nvPr/>
          </p:nvSpPr>
          <p:spPr>
            <a:xfrm>
              <a:off x="4163847" y="5304476"/>
              <a:ext cx="60960" cy="12065"/>
            </a:xfrm>
            <a:custGeom>
              <a:avLst/>
              <a:gdLst/>
              <a:ahLst/>
              <a:cxnLst/>
              <a:rect l="l" t="t" r="r" b="b"/>
              <a:pathLst>
                <a:path w="60960" h="12064">
                  <a:moveTo>
                    <a:pt x="48507" y="11786"/>
                  </a:moveTo>
                  <a:lnTo>
                    <a:pt x="60634" y="0"/>
                  </a:lnTo>
                  <a:lnTo>
                    <a:pt x="12126" y="0"/>
                  </a:lnTo>
                  <a:lnTo>
                    <a:pt x="0" y="11786"/>
                  </a:lnTo>
                  <a:lnTo>
                    <a:pt x="48507" y="11786"/>
                  </a:lnTo>
                  <a:close/>
                </a:path>
              </a:pathLst>
            </a:custGeom>
            <a:ln w="1179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1" name="object 121"/>
            <p:cNvSpPr/>
            <p:nvPr/>
          </p:nvSpPr>
          <p:spPr>
            <a:xfrm>
              <a:off x="4248735" y="6058786"/>
              <a:ext cx="12700" cy="306705"/>
            </a:xfrm>
            <a:custGeom>
              <a:avLst/>
              <a:gdLst/>
              <a:ahLst/>
              <a:cxnLst/>
              <a:rect l="l" t="t" r="r" b="b"/>
              <a:pathLst>
                <a:path w="12700" h="306704">
                  <a:moveTo>
                    <a:pt x="0" y="306438"/>
                  </a:moveTo>
                  <a:lnTo>
                    <a:pt x="0" y="11786"/>
                  </a:lnTo>
                  <a:lnTo>
                    <a:pt x="12126" y="0"/>
                  </a:lnTo>
                  <a:lnTo>
                    <a:pt x="12126" y="294652"/>
                  </a:lnTo>
                  <a:lnTo>
                    <a:pt x="0" y="306438"/>
                  </a:lnTo>
                  <a:close/>
                </a:path>
              </a:pathLst>
            </a:custGeom>
            <a:solidFill>
              <a:srgbClr val="1A1A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2" name="object 122"/>
            <p:cNvSpPr/>
            <p:nvPr/>
          </p:nvSpPr>
          <p:spPr>
            <a:xfrm>
              <a:off x="4248735" y="6058786"/>
              <a:ext cx="12700" cy="306705"/>
            </a:xfrm>
            <a:custGeom>
              <a:avLst/>
              <a:gdLst/>
              <a:ahLst/>
              <a:cxnLst/>
              <a:rect l="l" t="t" r="r" b="b"/>
              <a:pathLst>
                <a:path w="12700" h="306704">
                  <a:moveTo>
                    <a:pt x="0" y="306438"/>
                  </a:moveTo>
                  <a:lnTo>
                    <a:pt x="0" y="11786"/>
                  </a:lnTo>
                  <a:lnTo>
                    <a:pt x="12126" y="0"/>
                  </a:lnTo>
                  <a:lnTo>
                    <a:pt x="12126" y="294652"/>
                  </a:lnTo>
                  <a:lnTo>
                    <a:pt x="0" y="306438"/>
                  </a:lnTo>
                  <a:close/>
                </a:path>
              </a:pathLst>
            </a:custGeom>
            <a:ln w="1212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3" name="object 123"/>
            <p:cNvSpPr/>
            <p:nvPr/>
          </p:nvSpPr>
          <p:spPr>
            <a:xfrm>
              <a:off x="4212354" y="6070572"/>
              <a:ext cx="36830" cy="295275"/>
            </a:xfrm>
            <a:custGeom>
              <a:avLst/>
              <a:gdLst/>
              <a:ahLst/>
              <a:cxnLst/>
              <a:rect l="l" t="t" r="r" b="b"/>
              <a:pathLst>
                <a:path w="36829" h="295275">
                  <a:moveTo>
                    <a:pt x="36380" y="294652"/>
                  </a:moveTo>
                  <a:lnTo>
                    <a:pt x="0" y="294652"/>
                  </a:lnTo>
                  <a:lnTo>
                    <a:pt x="0" y="0"/>
                  </a:lnTo>
                  <a:lnTo>
                    <a:pt x="36380" y="0"/>
                  </a:lnTo>
                  <a:lnTo>
                    <a:pt x="36380" y="294652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4" name="object 124"/>
            <p:cNvSpPr/>
            <p:nvPr/>
          </p:nvSpPr>
          <p:spPr>
            <a:xfrm>
              <a:off x="4212354" y="6070572"/>
              <a:ext cx="36830" cy="295275"/>
            </a:xfrm>
            <a:custGeom>
              <a:avLst/>
              <a:gdLst/>
              <a:ahLst/>
              <a:cxnLst/>
              <a:rect l="l" t="t" r="r" b="b"/>
              <a:pathLst>
                <a:path w="36829" h="295275">
                  <a:moveTo>
                    <a:pt x="0" y="294652"/>
                  </a:moveTo>
                  <a:lnTo>
                    <a:pt x="0" y="0"/>
                  </a:lnTo>
                  <a:lnTo>
                    <a:pt x="36380" y="0"/>
                  </a:lnTo>
                  <a:lnTo>
                    <a:pt x="36380" y="294652"/>
                  </a:lnTo>
                  <a:lnTo>
                    <a:pt x="0" y="294652"/>
                  </a:lnTo>
                  <a:close/>
                </a:path>
              </a:pathLst>
            </a:custGeom>
            <a:ln w="121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5" name="object 125"/>
            <p:cNvSpPr/>
            <p:nvPr/>
          </p:nvSpPr>
          <p:spPr>
            <a:xfrm>
              <a:off x="4212354" y="6058786"/>
              <a:ext cx="48895" cy="12065"/>
            </a:xfrm>
            <a:custGeom>
              <a:avLst/>
              <a:gdLst/>
              <a:ahLst/>
              <a:cxnLst/>
              <a:rect l="l" t="t" r="r" b="b"/>
              <a:pathLst>
                <a:path w="48895" h="12064">
                  <a:moveTo>
                    <a:pt x="36380" y="11786"/>
                  </a:moveTo>
                  <a:lnTo>
                    <a:pt x="0" y="11786"/>
                  </a:lnTo>
                  <a:lnTo>
                    <a:pt x="12126" y="0"/>
                  </a:lnTo>
                  <a:lnTo>
                    <a:pt x="48507" y="0"/>
                  </a:lnTo>
                  <a:lnTo>
                    <a:pt x="36380" y="11786"/>
                  </a:lnTo>
                  <a:close/>
                </a:path>
              </a:pathLst>
            </a:custGeom>
            <a:solidFill>
              <a:srgbClr val="2626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6" name="object 126"/>
            <p:cNvSpPr/>
            <p:nvPr/>
          </p:nvSpPr>
          <p:spPr>
            <a:xfrm>
              <a:off x="4212354" y="6058786"/>
              <a:ext cx="48895" cy="12065"/>
            </a:xfrm>
            <a:custGeom>
              <a:avLst/>
              <a:gdLst/>
              <a:ahLst/>
              <a:cxnLst/>
              <a:rect l="l" t="t" r="r" b="b"/>
              <a:pathLst>
                <a:path w="48895" h="12064">
                  <a:moveTo>
                    <a:pt x="36380" y="11786"/>
                  </a:moveTo>
                  <a:lnTo>
                    <a:pt x="48507" y="0"/>
                  </a:lnTo>
                  <a:lnTo>
                    <a:pt x="12126" y="0"/>
                  </a:lnTo>
                  <a:lnTo>
                    <a:pt x="0" y="11786"/>
                  </a:lnTo>
                  <a:lnTo>
                    <a:pt x="36380" y="11786"/>
                  </a:lnTo>
                  <a:close/>
                </a:path>
              </a:pathLst>
            </a:custGeom>
            <a:ln w="118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7" name="object 127"/>
            <p:cNvSpPr/>
            <p:nvPr/>
          </p:nvSpPr>
          <p:spPr>
            <a:xfrm>
              <a:off x="4309369" y="6353438"/>
              <a:ext cx="48895" cy="12065"/>
            </a:xfrm>
            <a:custGeom>
              <a:avLst/>
              <a:gdLst/>
              <a:ahLst/>
              <a:cxnLst/>
              <a:rect l="l" t="t" r="r" b="b"/>
              <a:pathLst>
                <a:path w="48895" h="12064">
                  <a:moveTo>
                    <a:pt x="36380" y="11786"/>
                  </a:moveTo>
                  <a:lnTo>
                    <a:pt x="0" y="11786"/>
                  </a:lnTo>
                  <a:lnTo>
                    <a:pt x="12126" y="0"/>
                  </a:lnTo>
                  <a:lnTo>
                    <a:pt x="48507" y="0"/>
                  </a:lnTo>
                  <a:lnTo>
                    <a:pt x="36380" y="11786"/>
                  </a:lnTo>
                  <a:close/>
                </a:path>
              </a:pathLst>
            </a:custGeom>
            <a:solidFill>
              <a:srgbClr val="00997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8" name="object 128"/>
            <p:cNvSpPr/>
            <p:nvPr/>
          </p:nvSpPr>
          <p:spPr>
            <a:xfrm>
              <a:off x="4309369" y="6353438"/>
              <a:ext cx="48895" cy="12065"/>
            </a:xfrm>
            <a:custGeom>
              <a:avLst/>
              <a:gdLst/>
              <a:ahLst/>
              <a:cxnLst/>
              <a:rect l="l" t="t" r="r" b="b"/>
              <a:pathLst>
                <a:path w="48895" h="12064">
                  <a:moveTo>
                    <a:pt x="36380" y="11786"/>
                  </a:moveTo>
                  <a:lnTo>
                    <a:pt x="48507" y="0"/>
                  </a:lnTo>
                  <a:lnTo>
                    <a:pt x="12126" y="0"/>
                  </a:lnTo>
                  <a:lnTo>
                    <a:pt x="0" y="11786"/>
                  </a:lnTo>
                  <a:lnTo>
                    <a:pt x="36380" y="11786"/>
                  </a:lnTo>
                  <a:close/>
                </a:path>
              </a:pathLst>
            </a:custGeom>
            <a:ln w="118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9" name="object 129"/>
            <p:cNvSpPr/>
            <p:nvPr/>
          </p:nvSpPr>
          <p:spPr>
            <a:xfrm>
              <a:off x="4345750" y="6353438"/>
              <a:ext cx="48895" cy="12065"/>
            </a:xfrm>
            <a:custGeom>
              <a:avLst/>
              <a:gdLst/>
              <a:ahLst/>
              <a:cxnLst/>
              <a:rect l="l" t="t" r="r" b="b"/>
              <a:pathLst>
                <a:path w="48895" h="12064">
                  <a:moveTo>
                    <a:pt x="36380" y="11786"/>
                  </a:moveTo>
                  <a:lnTo>
                    <a:pt x="0" y="11786"/>
                  </a:lnTo>
                  <a:lnTo>
                    <a:pt x="12126" y="0"/>
                  </a:lnTo>
                  <a:lnTo>
                    <a:pt x="48507" y="0"/>
                  </a:lnTo>
                  <a:lnTo>
                    <a:pt x="36380" y="11786"/>
                  </a:lnTo>
                  <a:close/>
                </a:path>
              </a:pathLst>
            </a:custGeom>
            <a:solidFill>
              <a:srgbClr val="2626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0" name="object 130"/>
            <p:cNvSpPr/>
            <p:nvPr/>
          </p:nvSpPr>
          <p:spPr>
            <a:xfrm>
              <a:off x="4345750" y="6353438"/>
              <a:ext cx="48895" cy="12065"/>
            </a:xfrm>
            <a:custGeom>
              <a:avLst/>
              <a:gdLst/>
              <a:ahLst/>
              <a:cxnLst/>
              <a:rect l="l" t="t" r="r" b="b"/>
              <a:pathLst>
                <a:path w="48895" h="12064">
                  <a:moveTo>
                    <a:pt x="36380" y="11786"/>
                  </a:moveTo>
                  <a:lnTo>
                    <a:pt x="48507" y="0"/>
                  </a:lnTo>
                  <a:lnTo>
                    <a:pt x="12126" y="0"/>
                  </a:lnTo>
                  <a:lnTo>
                    <a:pt x="0" y="11786"/>
                  </a:lnTo>
                  <a:lnTo>
                    <a:pt x="36380" y="11786"/>
                  </a:lnTo>
                  <a:close/>
                </a:path>
              </a:pathLst>
            </a:custGeom>
            <a:ln w="118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1" name="object 131"/>
            <p:cNvSpPr/>
            <p:nvPr/>
          </p:nvSpPr>
          <p:spPr>
            <a:xfrm>
              <a:off x="4479146" y="5163042"/>
              <a:ext cx="12700" cy="1202690"/>
            </a:xfrm>
            <a:custGeom>
              <a:avLst/>
              <a:gdLst/>
              <a:ahLst/>
              <a:cxnLst/>
              <a:rect l="l" t="t" r="r" b="b"/>
              <a:pathLst>
                <a:path w="12700" h="1202689">
                  <a:moveTo>
                    <a:pt x="0" y="1202181"/>
                  </a:moveTo>
                  <a:lnTo>
                    <a:pt x="0" y="11786"/>
                  </a:lnTo>
                  <a:lnTo>
                    <a:pt x="12126" y="0"/>
                  </a:lnTo>
                  <a:lnTo>
                    <a:pt x="12126" y="1190395"/>
                  </a:lnTo>
                  <a:lnTo>
                    <a:pt x="0" y="1202181"/>
                  </a:lnTo>
                  <a:close/>
                </a:path>
              </a:pathLst>
            </a:custGeom>
            <a:solidFill>
              <a:srgbClr val="00664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2" name="object 132"/>
            <p:cNvSpPr/>
            <p:nvPr/>
          </p:nvSpPr>
          <p:spPr>
            <a:xfrm>
              <a:off x="4479146" y="5163042"/>
              <a:ext cx="12700" cy="1202690"/>
            </a:xfrm>
            <a:custGeom>
              <a:avLst/>
              <a:gdLst/>
              <a:ahLst/>
              <a:cxnLst/>
              <a:rect l="l" t="t" r="r" b="b"/>
              <a:pathLst>
                <a:path w="12700" h="1202689">
                  <a:moveTo>
                    <a:pt x="0" y="1202181"/>
                  </a:moveTo>
                  <a:lnTo>
                    <a:pt x="0" y="11786"/>
                  </a:lnTo>
                  <a:lnTo>
                    <a:pt x="12126" y="0"/>
                  </a:lnTo>
                  <a:lnTo>
                    <a:pt x="12126" y="1190395"/>
                  </a:lnTo>
                  <a:lnTo>
                    <a:pt x="0" y="1202181"/>
                  </a:lnTo>
                  <a:close/>
                </a:path>
              </a:pathLst>
            </a:custGeom>
            <a:ln w="1212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3" name="object 133"/>
            <p:cNvSpPr/>
            <p:nvPr/>
          </p:nvSpPr>
          <p:spPr>
            <a:xfrm>
              <a:off x="4442765" y="5174829"/>
              <a:ext cx="36830" cy="1190625"/>
            </a:xfrm>
            <a:custGeom>
              <a:avLst/>
              <a:gdLst/>
              <a:ahLst/>
              <a:cxnLst/>
              <a:rect l="l" t="t" r="r" b="b"/>
              <a:pathLst>
                <a:path w="36829" h="1190625">
                  <a:moveTo>
                    <a:pt x="36380" y="1190395"/>
                  </a:moveTo>
                  <a:lnTo>
                    <a:pt x="0" y="1190395"/>
                  </a:lnTo>
                  <a:lnTo>
                    <a:pt x="0" y="0"/>
                  </a:lnTo>
                  <a:lnTo>
                    <a:pt x="36380" y="0"/>
                  </a:lnTo>
                  <a:lnTo>
                    <a:pt x="36380" y="1190395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4" name="object 134"/>
            <p:cNvSpPr/>
            <p:nvPr/>
          </p:nvSpPr>
          <p:spPr>
            <a:xfrm>
              <a:off x="4442765" y="5174829"/>
              <a:ext cx="36830" cy="1190625"/>
            </a:xfrm>
            <a:custGeom>
              <a:avLst/>
              <a:gdLst/>
              <a:ahLst/>
              <a:cxnLst/>
              <a:rect l="l" t="t" r="r" b="b"/>
              <a:pathLst>
                <a:path w="36829" h="1190625">
                  <a:moveTo>
                    <a:pt x="0" y="1190395"/>
                  </a:moveTo>
                  <a:lnTo>
                    <a:pt x="0" y="0"/>
                  </a:lnTo>
                  <a:lnTo>
                    <a:pt x="36380" y="0"/>
                  </a:lnTo>
                  <a:lnTo>
                    <a:pt x="36380" y="1190395"/>
                  </a:lnTo>
                  <a:lnTo>
                    <a:pt x="0" y="1190395"/>
                  </a:lnTo>
                  <a:close/>
                </a:path>
              </a:pathLst>
            </a:custGeom>
            <a:ln w="1212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5" name="object 135"/>
            <p:cNvSpPr/>
            <p:nvPr/>
          </p:nvSpPr>
          <p:spPr>
            <a:xfrm>
              <a:off x="4442765" y="5163042"/>
              <a:ext cx="48895" cy="12065"/>
            </a:xfrm>
            <a:custGeom>
              <a:avLst/>
              <a:gdLst/>
              <a:ahLst/>
              <a:cxnLst/>
              <a:rect l="l" t="t" r="r" b="b"/>
              <a:pathLst>
                <a:path w="48895" h="12064">
                  <a:moveTo>
                    <a:pt x="36380" y="11786"/>
                  </a:moveTo>
                  <a:lnTo>
                    <a:pt x="0" y="11786"/>
                  </a:lnTo>
                  <a:lnTo>
                    <a:pt x="12126" y="0"/>
                  </a:lnTo>
                  <a:lnTo>
                    <a:pt x="48507" y="0"/>
                  </a:lnTo>
                  <a:lnTo>
                    <a:pt x="36380" y="11786"/>
                  </a:lnTo>
                  <a:close/>
                </a:path>
              </a:pathLst>
            </a:custGeom>
            <a:solidFill>
              <a:srgbClr val="00997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6" name="object 136"/>
            <p:cNvSpPr/>
            <p:nvPr/>
          </p:nvSpPr>
          <p:spPr>
            <a:xfrm>
              <a:off x="4442765" y="5163042"/>
              <a:ext cx="48895" cy="12065"/>
            </a:xfrm>
            <a:custGeom>
              <a:avLst/>
              <a:gdLst/>
              <a:ahLst/>
              <a:cxnLst/>
              <a:rect l="l" t="t" r="r" b="b"/>
              <a:pathLst>
                <a:path w="48895" h="12064">
                  <a:moveTo>
                    <a:pt x="36380" y="11786"/>
                  </a:moveTo>
                  <a:lnTo>
                    <a:pt x="48507" y="0"/>
                  </a:lnTo>
                  <a:lnTo>
                    <a:pt x="12126" y="0"/>
                  </a:lnTo>
                  <a:lnTo>
                    <a:pt x="0" y="11786"/>
                  </a:lnTo>
                  <a:lnTo>
                    <a:pt x="36380" y="11786"/>
                  </a:lnTo>
                  <a:close/>
                </a:path>
              </a:pathLst>
            </a:custGeom>
            <a:ln w="118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7" name="object 137"/>
            <p:cNvSpPr/>
            <p:nvPr/>
          </p:nvSpPr>
          <p:spPr>
            <a:xfrm>
              <a:off x="4479146" y="6353438"/>
              <a:ext cx="48895" cy="12065"/>
            </a:xfrm>
            <a:custGeom>
              <a:avLst/>
              <a:gdLst/>
              <a:ahLst/>
              <a:cxnLst/>
              <a:rect l="l" t="t" r="r" b="b"/>
              <a:pathLst>
                <a:path w="48895" h="12064">
                  <a:moveTo>
                    <a:pt x="36380" y="11786"/>
                  </a:moveTo>
                  <a:lnTo>
                    <a:pt x="0" y="11786"/>
                  </a:lnTo>
                  <a:lnTo>
                    <a:pt x="12126" y="0"/>
                  </a:lnTo>
                  <a:lnTo>
                    <a:pt x="48507" y="0"/>
                  </a:lnTo>
                  <a:lnTo>
                    <a:pt x="36380" y="11786"/>
                  </a:lnTo>
                  <a:close/>
                </a:path>
              </a:pathLst>
            </a:custGeom>
            <a:solidFill>
              <a:srgbClr val="2626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8" name="object 138"/>
            <p:cNvSpPr/>
            <p:nvPr/>
          </p:nvSpPr>
          <p:spPr>
            <a:xfrm>
              <a:off x="4479146" y="6353438"/>
              <a:ext cx="48895" cy="12065"/>
            </a:xfrm>
            <a:custGeom>
              <a:avLst/>
              <a:gdLst/>
              <a:ahLst/>
              <a:cxnLst/>
              <a:rect l="l" t="t" r="r" b="b"/>
              <a:pathLst>
                <a:path w="48895" h="12064">
                  <a:moveTo>
                    <a:pt x="36380" y="11786"/>
                  </a:moveTo>
                  <a:lnTo>
                    <a:pt x="48507" y="0"/>
                  </a:lnTo>
                  <a:lnTo>
                    <a:pt x="12126" y="0"/>
                  </a:lnTo>
                  <a:lnTo>
                    <a:pt x="0" y="11786"/>
                  </a:lnTo>
                  <a:lnTo>
                    <a:pt x="36380" y="11786"/>
                  </a:lnTo>
                  <a:close/>
                </a:path>
              </a:pathLst>
            </a:custGeom>
            <a:ln w="118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9" name="object 139"/>
            <p:cNvSpPr/>
            <p:nvPr/>
          </p:nvSpPr>
          <p:spPr>
            <a:xfrm>
              <a:off x="4576161" y="6353438"/>
              <a:ext cx="48895" cy="12065"/>
            </a:xfrm>
            <a:custGeom>
              <a:avLst/>
              <a:gdLst/>
              <a:ahLst/>
              <a:cxnLst/>
              <a:rect l="l" t="t" r="r" b="b"/>
              <a:pathLst>
                <a:path w="48895" h="12064">
                  <a:moveTo>
                    <a:pt x="36380" y="11786"/>
                  </a:moveTo>
                  <a:lnTo>
                    <a:pt x="0" y="11786"/>
                  </a:lnTo>
                  <a:lnTo>
                    <a:pt x="12126" y="0"/>
                  </a:lnTo>
                  <a:lnTo>
                    <a:pt x="48507" y="0"/>
                  </a:lnTo>
                  <a:lnTo>
                    <a:pt x="36380" y="11786"/>
                  </a:lnTo>
                  <a:close/>
                </a:path>
              </a:pathLst>
            </a:custGeom>
            <a:solidFill>
              <a:srgbClr val="00997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0" name="object 140"/>
            <p:cNvSpPr/>
            <p:nvPr/>
          </p:nvSpPr>
          <p:spPr>
            <a:xfrm>
              <a:off x="4576161" y="6353438"/>
              <a:ext cx="48895" cy="12065"/>
            </a:xfrm>
            <a:custGeom>
              <a:avLst/>
              <a:gdLst/>
              <a:ahLst/>
              <a:cxnLst/>
              <a:rect l="l" t="t" r="r" b="b"/>
              <a:pathLst>
                <a:path w="48895" h="12064">
                  <a:moveTo>
                    <a:pt x="36380" y="11786"/>
                  </a:moveTo>
                  <a:lnTo>
                    <a:pt x="48507" y="0"/>
                  </a:lnTo>
                  <a:lnTo>
                    <a:pt x="12126" y="0"/>
                  </a:lnTo>
                  <a:lnTo>
                    <a:pt x="0" y="11786"/>
                  </a:lnTo>
                  <a:lnTo>
                    <a:pt x="36380" y="11786"/>
                  </a:lnTo>
                  <a:close/>
                </a:path>
              </a:pathLst>
            </a:custGeom>
            <a:ln w="118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1" name="object 141"/>
            <p:cNvSpPr/>
            <p:nvPr/>
          </p:nvSpPr>
          <p:spPr>
            <a:xfrm>
              <a:off x="4612542" y="6353438"/>
              <a:ext cx="48895" cy="12065"/>
            </a:xfrm>
            <a:custGeom>
              <a:avLst/>
              <a:gdLst/>
              <a:ahLst/>
              <a:cxnLst/>
              <a:rect l="l" t="t" r="r" b="b"/>
              <a:pathLst>
                <a:path w="48895" h="12064">
                  <a:moveTo>
                    <a:pt x="36380" y="11786"/>
                  </a:moveTo>
                  <a:lnTo>
                    <a:pt x="0" y="11786"/>
                  </a:lnTo>
                  <a:lnTo>
                    <a:pt x="12126" y="0"/>
                  </a:lnTo>
                  <a:lnTo>
                    <a:pt x="48507" y="0"/>
                  </a:lnTo>
                  <a:lnTo>
                    <a:pt x="36380" y="11786"/>
                  </a:lnTo>
                  <a:close/>
                </a:path>
              </a:pathLst>
            </a:custGeom>
            <a:solidFill>
              <a:srgbClr val="2626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2" name="object 142"/>
            <p:cNvSpPr/>
            <p:nvPr/>
          </p:nvSpPr>
          <p:spPr>
            <a:xfrm>
              <a:off x="4612542" y="6353438"/>
              <a:ext cx="48895" cy="12065"/>
            </a:xfrm>
            <a:custGeom>
              <a:avLst/>
              <a:gdLst/>
              <a:ahLst/>
              <a:cxnLst/>
              <a:rect l="l" t="t" r="r" b="b"/>
              <a:pathLst>
                <a:path w="48895" h="12064">
                  <a:moveTo>
                    <a:pt x="36380" y="11786"/>
                  </a:moveTo>
                  <a:lnTo>
                    <a:pt x="48507" y="0"/>
                  </a:lnTo>
                  <a:lnTo>
                    <a:pt x="12126" y="0"/>
                  </a:lnTo>
                  <a:lnTo>
                    <a:pt x="0" y="11786"/>
                  </a:lnTo>
                  <a:lnTo>
                    <a:pt x="36380" y="11786"/>
                  </a:lnTo>
                  <a:close/>
                </a:path>
              </a:pathLst>
            </a:custGeom>
            <a:ln w="118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3" name="object 143"/>
            <p:cNvSpPr/>
            <p:nvPr/>
          </p:nvSpPr>
          <p:spPr>
            <a:xfrm>
              <a:off x="4709557" y="6353438"/>
              <a:ext cx="48895" cy="12065"/>
            </a:xfrm>
            <a:custGeom>
              <a:avLst/>
              <a:gdLst/>
              <a:ahLst/>
              <a:cxnLst/>
              <a:rect l="l" t="t" r="r" b="b"/>
              <a:pathLst>
                <a:path w="48895" h="12064">
                  <a:moveTo>
                    <a:pt x="36380" y="11786"/>
                  </a:moveTo>
                  <a:lnTo>
                    <a:pt x="0" y="11786"/>
                  </a:lnTo>
                  <a:lnTo>
                    <a:pt x="12126" y="0"/>
                  </a:lnTo>
                  <a:lnTo>
                    <a:pt x="48507" y="0"/>
                  </a:lnTo>
                  <a:lnTo>
                    <a:pt x="36380" y="11786"/>
                  </a:lnTo>
                  <a:close/>
                </a:path>
              </a:pathLst>
            </a:custGeom>
            <a:solidFill>
              <a:srgbClr val="00997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4" name="object 144"/>
            <p:cNvSpPr/>
            <p:nvPr/>
          </p:nvSpPr>
          <p:spPr>
            <a:xfrm>
              <a:off x="4709557" y="6353438"/>
              <a:ext cx="48895" cy="12065"/>
            </a:xfrm>
            <a:custGeom>
              <a:avLst/>
              <a:gdLst/>
              <a:ahLst/>
              <a:cxnLst/>
              <a:rect l="l" t="t" r="r" b="b"/>
              <a:pathLst>
                <a:path w="48895" h="12064">
                  <a:moveTo>
                    <a:pt x="36380" y="11786"/>
                  </a:moveTo>
                  <a:lnTo>
                    <a:pt x="48507" y="0"/>
                  </a:lnTo>
                  <a:lnTo>
                    <a:pt x="12126" y="0"/>
                  </a:lnTo>
                  <a:lnTo>
                    <a:pt x="0" y="11786"/>
                  </a:lnTo>
                  <a:lnTo>
                    <a:pt x="36380" y="11786"/>
                  </a:lnTo>
                  <a:close/>
                </a:path>
              </a:pathLst>
            </a:custGeom>
            <a:ln w="118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5" name="object 145"/>
            <p:cNvSpPr/>
            <p:nvPr/>
          </p:nvSpPr>
          <p:spPr>
            <a:xfrm>
              <a:off x="4745937" y="6353438"/>
              <a:ext cx="48895" cy="12065"/>
            </a:xfrm>
            <a:custGeom>
              <a:avLst/>
              <a:gdLst/>
              <a:ahLst/>
              <a:cxnLst/>
              <a:rect l="l" t="t" r="r" b="b"/>
              <a:pathLst>
                <a:path w="48895" h="12064">
                  <a:moveTo>
                    <a:pt x="36380" y="11786"/>
                  </a:moveTo>
                  <a:lnTo>
                    <a:pt x="0" y="11786"/>
                  </a:lnTo>
                  <a:lnTo>
                    <a:pt x="12126" y="0"/>
                  </a:lnTo>
                  <a:lnTo>
                    <a:pt x="48507" y="0"/>
                  </a:lnTo>
                  <a:lnTo>
                    <a:pt x="36380" y="11786"/>
                  </a:lnTo>
                  <a:close/>
                </a:path>
              </a:pathLst>
            </a:custGeom>
            <a:solidFill>
              <a:srgbClr val="2626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6" name="object 146"/>
            <p:cNvSpPr/>
            <p:nvPr/>
          </p:nvSpPr>
          <p:spPr>
            <a:xfrm>
              <a:off x="4745937" y="6353438"/>
              <a:ext cx="48895" cy="12065"/>
            </a:xfrm>
            <a:custGeom>
              <a:avLst/>
              <a:gdLst/>
              <a:ahLst/>
              <a:cxnLst/>
              <a:rect l="l" t="t" r="r" b="b"/>
              <a:pathLst>
                <a:path w="48895" h="12064">
                  <a:moveTo>
                    <a:pt x="36380" y="11786"/>
                  </a:moveTo>
                  <a:lnTo>
                    <a:pt x="48507" y="0"/>
                  </a:lnTo>
                  <a:lnTo>
                    <a:pt x="12126" y="0"/>
                  </a:lnTo>
                  <a:lnTo>
                    <a:pt x="0" y="11786"/>
                  </a:lnTo>
                  <a:lnTo>
                    <a:pt x="36380" y="11786"/>
                  </a:lnTo>
                  <a:close/>
                </a:path>
              </a:pathLst>
            </a:custGeom>
            <a:ln w="118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7" name="object 147"/>
            <p:cNvSpPr/>
            <p:nvPr/>
          </p:nvSpPr>
          <p:spPr>
            <a:xfrm>
              <a:off x="4879333" y="4809460"/>
              <a:ext cx="12700" cy="1556385"/>
            </a:xfrm>
            <a:custGeom>
              <a:avLst/>
              <a:gdLst/>
              <a:ahLst/>
              <a:cxnLst/>
              <a:rect l="l" t="t" r="r" b="b"/>
              <a:pathLst>
                <a:path w="12700" h="1556385">
                  <a:moveTo>
                    <a:pt x="0" y="1555764"/>
                  </a:moveTo>
                  <a:lnTo>
                    <a:pt x="0" y="0"/>
                  </a:lnTo>
                  <a:lnTo>
                    <a:pt x="12126" y="0"/>
                  </a:lnTo>
                  <a:lnTo>
                    <a:pt x="12126" y="1543978"/>
                  </a:lnTo>
                  <a:lnTo>
                    <a:pt x="0" y="1555764"/>
                  </a:lnTo>
                  <a:close/>
                </a:path>
              </a:pathLst>
            </a:custGeom>
            <a:solidFill>
              <a:srgbClr val="00664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8" name="object 148"/>
            <p:cNvSpPr/>
            <p:nvPr/>
          </p:nvSpPr>
          <p:spPr>
            <a:xfrm>
              <a:off x="4879333" y="4809460"/>
              <a:ext cx="12700" cy="1556385"/>
            </a:xfrm>
            <a:custGeom>
              <a:avLst/>
              <a:gdLst/>
              <a:ahLst/>
              <a:cxnLst/>
              <a:rect l="l" t="t" r="r" b="b"/>
              <a:pathLst>
                <a:path w="12700" h="1556385">
                  <a:moveTo>
                    <a:pt x="0" y="1555764"/>
                  </a:moveTo>
                  <a:lnTo>
                    <a:pt x="0" y="0"/>
                  </a:lnTo>
                  <a:lnTo>
                    <a:pt x="12126" y="0"/>
                  </a:lnTo>
                  <a:lnTo>
                    <a:pt x="12126" y="1543978"/>
                  </a:lnTo>
                  <a:lnTo>
                    <a:pt x="0" y="1555764"/>
                  </a:lnTo>
                  <a:close/>
                </a:path>
              </a:pathLst>
            </a:custGeom>
            <a:ln w="1212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9" name="object 149"/>
            <p:cNvSpPr/>
            <p:nvPr/>
          </p:nvSpPr>
          <p:spPr>
            <a:xfrm>
              <a:off x="4842952" y="4809460"/>
              <a:ext cx="36830" cy="1556385"/>
            </a:xfrm>
            <a:custGeom>
              <a:avLst/>
              <a:gdLst/>
              <a:ahLst/>
              <a:cxnLst/>
              <a:rect l="l" t="t" r="r" b="b"/>
              <a:pathLst>
                <a:path w="36829" h="1556385">
                  <a:moveTo>
                    <a:pt x="36380" y="1555764"/>
                  </a:moveTo>
                  <a:lnTo>
                    <a:pt x="0" y="1555764"/>
                  </a:lnTo>
                  <a:lnTo>
                    <a:pt x="0" y="0"/>
                  </a:lnTo>
                  <a:lnTo>
                    <a:pt x="36380" y="0"/>
                  </a:lnTo>
                  <a:lnTo>
                    <a:pt x="36380" y="1555764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0" name="object 150"/>
            <p:cNvSpPr/>
            <p:nvPr/>
          </p:nvSpPr>
          <p:spPr>
            <a:xfrm>
              <a:off x="4842952" y="4809460"/>
              <a:ext cx="36830" cy="1556385"/>
            </a:xfrm>
            <a:custGeom>
              <a:avLst/>
              <a:gdLst/>
              <a:ahLst/>
              <a:cxnLst/>
              <a:rect l="l" t="t" r="r" b="b"/>
              <a:pathLst>
                <a:path w="36829" h="1556385">
                  <a:moveTo>
                    <a:pt x="0" y="1555764"/>
                  </a:moveTo>
                  <a:lnTo>
                    <a:pt x="0" y="0"/>
                  </a:lnTo>
                  <a:lnTo>
                    <a:pt x="36380" y="0"/>
                  </a:lnTo>
                  <a:lnTo>
                    <a:pt x="36380" y="1555764"/>
                  </a:lnTo>
                  <a:lnTo>
                    <a:pt x="0" y="1555764"/>
                  </a:lnTo>
                  <a:close/>
                </a:path>
              </a:pathLst>
            </a:custGeom>
            <a:ln w="1212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1" name="object 151"/>
            <p:cNvSpPr/>
            <p:nvPr/>
          </p:nvSpPr>
          <p:spPr>
            <a:xfrm>
              <a:off x="4842952" y="4809460"/>
              <a:ext cx="48895" cy="0"/>
            </a:xfrm>
            <a:custGeom>
              <a:avLst/>
              <a:gdLst/>
              <a:ahLst/>
              <a:cxnLst/>
              <a:rect l="l" t="t" r="r" b="b"/>
              <a:pathLst>
                <a:path w="48895" h="0">
                  <a:moveTo>
                    <a:pt x="48507" y="0"/>
                  </a:moveTo>
                  <a:lnTo>
                    <a:pt x="0" y="0"/>
                  </a:lnTo>
                  <a:lnTo>
                    <a:pt x="36380" y="0"/>
                  </a:lnTo>
                  <a:lnTo>
                    <a:pt x="48507" y="0"/>
                  </a:lnTo>
                  <a:close/>
                </a:path>
              </a:pathLst>
            </a:custGeom>
            <a:solidFill>
              <a:srgbClr val="00997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2" name="object 152"/>
            <p:cNvSpPr/>
            <p:nvPr/>
          </p:nvSpPr>
          <p:spPr>
            <a:xfrm>
              <a:off x="4842952" y="4809460"/>
              <a:ext cx="48895" cy="0"/>
            </a:xfrm>
            <a:custGeom>
              <a:avLst/>
              <a:gdLst/>
              <a:ahLst/>
              <a:cxnLst/>
              <a:rect l="l" t="t" r="r" b="b"/>
              <a:pathLst>
                <a:path w="48895" h="0">
                  <a:moveTo>
                    <a:pt x="36380" y="0"/>
                  </a:moveTo>
                  <a:lnTo>
                    <a:pt x="48507" y="0"/>
                  </a:lnTo>
                  <a:lnTo>
                    <a:pt x="12126" y="0"/>
                  </a:lnTo>
                  <a:lnTo>
                    <a:pt x="0" y="0"/>
                  </a:lnTo>
                  <a:lnTo>
                    <a:pt x="36380" y="0"/>
                  </a:lnTo>
                  <a:close/>
                </a:path>
              </a:pathLst>
            </a:custGeom>
            <a:ln w="117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3" name="object 153"/>
            <p:cNvSpPr/>
            <p:nvPr/>
          </p:nvSpPr>
          <p:spPr>
            <a:xfrm>
              <a:off x="4927840" y="5988069"/>
              <a:ext cx="12700" cy="377190"/>
            </a:xfrm>
            <a:custGeom>
              <a:avLst/>
              <a:gdLst/>
              <a:ahLst/>
              <a:cxnLst/>
              <a:rect l="l" t="t" r="r" b="b"/>
              <a:pathLst>
                <a:path w="12700" h="377189">
                  <a:moveTo>
                    <a:pt x="0" y="377155"/>
                  </a:moveTo>
                  <a:lnTo>
                    <a:pt x="0" y="11786"/>
                  </a:lnTo>
                  <a:lnTo>
                    <a:pt x="12126" y="0"/>
                  </a:lnTo>
                  <a:lnTo>
                    <a:pt x="12126" y="365368"/>
                  </a:lnTo>
                  <a:lnTo>
                    <a:pt x="0" y="377155"/>
                  </a:lnTo>
                  <a:close/>
                </a:path>
              </a:pathLst>
            </a:custGeom>
            <a:solidFill>
              <a:srgbClr val="1A1A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4" name="object 154"/>
            <p:cNvSpPr/>
            <p:nvPr/>
          </p:nvSpPr>
          <p:spPr>
            <a:xfrm>
              <a:off x="4927840" y="5988069"/>
              <a:ext cx="12700" cy="377190"/>
            </a:xfrm>
            <a:custGeom>
              <a:avLst/>
              <a:gdLst/>
              <a:ahLst/>
              <a:cxnLst/>
              <a:rect l="l" t="t" r="r" b="b"/>
              <a:pathLst>
                <a:path w="12700" h="377189">
                  <a:moveTo>
                    <a:pt x="0" y="377155"/>
                  </a:moveTo>
                  <a:lnTo>
                    <a:pt x="0" y="11786"/>
                  </a:lnTo>
                  <a:lnTo>
                    <a:pt x="12126" y="0"/>
                  </a:lnTo>
                  <a:lnTo>
                    <a:pt x="12126" y="365368"/>
                  </a:lnTo>
                  <a:lnTo>
                    <a:pt x="0" y="377155"/>
                  </a:lnTo>
                  <a:close/>
                </a:path>
              </a:pathLst>
            </a:custGeom>
            <a:ln w="1212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5" name="object 155"/>
            <p:cNvSpPr/>
            <p:nvPr/>
          </p:nvSpPr>
          <p:spPr>
            <a:xfrm>
              <a:off x="4879333" y="5999856"/>
              <a:ext cx="48895" cy="365760"/>
            </a:xfrm>
            <a:custGeom>
              <a:avLst/>
              <a:gdLst/>
              <a:ahLst/>
              <a:cxnLst/>
              <a:rect l="l" t="t" r="r" b="b"/>
              <a:pathLst>
                <a:path w="48895" h="365760">
                  <a:moveTo>
                    <a:pt x="48507" y="365368"/>
                  </a:moveTo>
                  <a:lnTo>
                    <a:pt x="0" y="365368"/>
                  </a:lnTo>
                  <a:lnTo>
                    <a:pt x="0" y="0"/>
                  </a:lnTo>
                  <a:lnTo>
                    <a:pt x="48507" y="0"/>
                  </a:lnTo>
                  <a:lnTo>
                    <a:pt x="48507" y="365368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6" name="object 156"/>
            <p:cNvSpPr/>
            <p:nvPr/>
          </p:nvSpPr>
          <p:spPr>
            <a:xfrm>
              <a:off x="4879333" y="5999856"/>
              <a:ext cx="48895" cy="365760"/>
            </a:xfrm>
            <a:custGeom>
              <a:avLst/>
              <a:gdLst/>
              <a:ahLst/>
              <a:cxnLst/>
              <a:rect l="l" t="t" r="r" b="b"/>
              <a:pathLst>
                <a:path w="48895" h="365760">
                  <a:moveTo>
                    <a:pt x="0" y="365368"/>
                  </a:moveTo>
                  <a:lnTo>
                    <a:pt x="0" y="0"/>
                  </a:lnTo>
                  <a:lnTo>
                    <a:pt x="48507" y="0"/>
                  </a:lnTo>
                  <a:lnTo>
                    <a:pt x="48507" y="365368"/>
                  </a:lnTo>
                  <a:lnTo>
                    <a:pt x="0" y="365368"/>
                  </a:lnTo>
                  <a:close/>
                </a:path>
              </a:pathLst>
            </a:custGeom>
            <a:ln w="1212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7" name="object 157"/>
            <p:cNvSpPr/>
            <p:nvPr/>
          </p:nvSpPr>
          <p:spPr>
            <a:xfrm>
              <a:off x="4879333" y="5988069"/>
              <a:ext cx="60960" cy="12065"/>
            </a:xfrm>
            <a:custGeom>
              <a:avLst/>
              <a:gdLst/>
              <a:ahLst/>
              <a:cxnLst/>
              <a:rect l="l" t="t" r="r" b="b"/>
              <a:pathLst>
                <a:path w="60960" h="12064">
                  <a:moveTo>
                    <a:pt x="48507" y="11786"/>
                  </a:moveTo>
                  <a:lnTo>
                    <a:pt x="0" y="11786"/>
                  </a:lnTo>
                  <a:lnTo>
                    <a:pt x="12126" y="0"/>
                  </a:lnTo>
                  <a:lnTo>
                    <a:pt x="60634" y="0"/>
                  </a:lnTo>
                  <a:lnTo>
                    <a:pt x="48507" y="11786"/>
                  </a:lnTo>
                  <a:close/>
                </a:path>
              </a:pathLst>
            </a:custGeom>
            <a:solidFill>
              <a:srgbClr val="2626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8" name="object 158"/>
            <p:cNvSpPr/>
            <p:nvPr/>
          </p:nvSpPr>
          <p:spPr>
            <a:xfrm>
              <a:off x="4879333" y="5988069"/>
              <a:ext cx="60960" cy="12065"/>
            </a:xfrm>
            <a:custGeom>
              <a:avLst/>
              <a:gdLst/>
              <a:ahLst/>
              <a:cxnLst/>
              <a:rect l="l" t="t" r="r" b="b"/>
              <a:pathLst>
                <a:path w="60960" h="12064">
                  <a:moveTo>
                    <a:pt x="48507" y="11786"/>
                  </a:moveTo>
                  <a:lnTo>
                    <a:pt x="60634" y="0"/>
                  </a:lnTo>
                  <a:lnTo>
                    <a:pt x="12126" y="0"/>
                  </a:lnTo>
                  <a:lnTo>
                    <a:pt x="0" y="11786"/>
                  </a:lnTo>
                  <a:lnTo>
                    <a:pt x="48507" y="11786"/>
                  </a:lnTo>
                  <a:close/>
                </a:path>
              </a:pathLst>
            </a:custGeom>
            <a:ln w="1179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9" name="object 159"/>
            <p:cNvSpPr/>
            <p:nvPr/>
          </p:nvSpPr>
          <p:spPr>
            <a:xfrm>
              <a:off x="5024855" y="4644454"/>
              <a:ext cx="12700" cy="1720850"/>
            </a:xfrm>
            <a:custGeom>
              <a:avLst/>
              <a:gdLst/>
              <a:ahLst/>
              <a:cxnLst/>
              <a:rect l="l" t="t" r="r" b="b"/>
              <a:pathLst>
                <a:path w="12700" h="1720850">
                  <a:moveTo>
                    <a:pt x="0" y="1720770"/>
                  </a:moveTo>
                  <a:lnTo>
                    <a:pt x="0" y="11786"/>
                  </a:lnTo>
                  <a:lnTo>
                    <a:pt x="12126" y="0"/>
                  </a:lnTo>
                  <a:lnTo>
                    <a:pt x="12126" y="1708983"/>
                  </a:lnTo>
                  <a:lnTo>
                    <a:pt x="0" y="1720770"/>
                  </a:lnTo>
                  <a:close/>
                </a:path>
              </a:pathLst>
            </a:custGeom>
            <a:solidFill>
              <a:srgbClr val="00664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0" name="object 160"/>
            <p:cNvSpPr/>
            <p:nvPr/>
          </p:nvSpPr>
          <p:spPr>
            <a:xfrm>
              <a:off x="5024855" y="4644454"/>
              <a:ext cx="12700" cy="1720850"/>
            </a:xfrm>
            <a:custGeom>
              <a:avLst/>
              <a:gdLst/>
              <a:ahLst/>
              <a:cxnLst/>
              <a:rect l="l" t="t" r="r" b="b"/>
              <a:pathLst>
                <a:path w="12700" h="1720850">
                  <a:moveTo>
                    <a:pt x="0" y="1720770"/>
                  </a:moveTo>
                  <a:lnTo>
                    <a:pt x="0" y="11786"/>
                  </a:lnTo>
                  <a:lnTo>
                    <a:pt x="12126" y="0"/>
                  </a:lnTo>
                  <a:lnTo>
                    <a:pt x="12126" y="1708983"/>
                  </a:lnTo>
                  <a:lnTo>
                    <a:pt x="0" y="1720770"/>
                  </a:lnTo>
                  <a:close/>
                </a:path>
              </a:pathLst>
            </a:custGeom>
            <a:ln w="1212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1" name="object 161"/>
            <p:cNvSpPr/>
            <p:nvPr/>
          </p:nvSpPr>
          <p:spPr>
            <a:xfrm>
              <a:off x="4976348" y="4656240"/>
              <a:ext cx="48895" cy="1709420"/>
            </a:xfrm>
            <a:custGeom>
              <a:avLst/>
              <a:gdLst/>
              <a:ahLst/>
              <a:cxnLst/>
              <a:rect l="l" t="t" r="r" b="b"/>
              <a:pathLst>
                <a:path w="48895" h="1709420">
                  <a:moveTo>
                    <a:pt x="48507" y="1708983"/>
                  </a:moveTo>
                  <a:lnTo>
                    <a:pt x="0" y="1708983"/>
                  </a:lnTo>
                  <a:lnTo>
                    <a:pt x="0" y="0"/>
                  </a:lnTo>
                  <a:lnTo>
                    <a:pt x="48507" y="0"/>
                  </a:lnTo>
                  <a:lnTo>
                    <a:pt x="48507" y="1708983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2" name="object 162"/>
            <p:cNvSpPr/>
            <p:nvPr/>
          </p:nvSpPr>
          <p:spPr>
            <a:xfrm>
              <a:off x="4976348" y="4656240"/>
              <a:ext cx="48895" cy="1709420"/>
            </a:xfrm>
            <a:custGeom>
              <a:avLst/>
              <a:gdLst/>
              <a:ahLst/>
              <a:cxnLst/>
              <a:rect l="l" t="t" r="r" b="b"/>
              <a:pathLst>
                <a:path w="48895" h="1709420">
                  <a:moveTo>
                    <a:pt x="0" y="1708983"/>
                  </a:moveTo>
                  <a:lnTo>
                    <a:pt x="0" y="0"/>
                  </a:lnTo>
                  <a:lnTo>
                    <a:pt x="48507" y="0"/>
                  </a:lnTo>
                  <a:lnTo>
                    <a:pt x="48507" y="1708983"/>
                  </a:lnTo>
                  <a:lnTo>
                    <a:pt x="0" y="1708983"/>
                  </a:lnTo>
                  <a:close/>
                </a:path>
              </a:pathLst>
            </a:custGeom>
            <a:ln w="1212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3" name="object 163"/>
            <p:cNvSpPr/>
            <p:nvPr/>
          </p:nvSpPr>
          <p:spPr>
            <a:xfrm>
              <a:off x="4976348" y="4644454"/>
              <a:ext cx="60960" cy="12065"/>
            </a:xfrm>
            <a:custGeom>
              <a:avLst/>
              <a:gdLst/>
              <a:ahLst/>
              <a:cxnLst/>
              <a:rect l="l" t="t" r="r" b="b"/>
              <a:pathLst>
                <a:path w="60960" h="12064">
                  <a:moveTo>
                    <a:pt x="48507" y="11786"/>
                  </a:moveTo>
                  <a:lnTo>
                    <a:pt x="0" y="11786"/>
                  </a:lnTo>
                  <a:lnTo>
                    <a:pt x="12126" y="0"/>
                  </a:lnTo>
                  <a:lnTo>
                    <a:pt x="60634" y="0"/>
                  </a:lnTo>
                  <a:lnTo>
                    <a:pt x="48507" y="11786"/>
                  </a:lnTo>
                  <a:close/>
                </a:path>
              </a:pathLst>
            </a:custGeom>
            <a:solidFill>
              <a:srgbClr val="00997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4" name="object 164"/>
            <p:cNvSpPr/>
            <p:nvPr/>
          </p:nvSpPr>
          <p:spPr>
            <a:xfrm>
              <a:off x="4976348" y="4644454"/>
              <a:ext cx="60960" cy="12065"/>
            </a:xfrm>
            <a:custGeom>
              <a:avLst/>
              <a:gdLst/>
              <a:ahLst/>
              <a:cxnLst/>
              <a:rect l="l" t="t" r="r" b="b"/>
              <a:pathLst>
                <a:path w="60960" h="12064">
                  <a:moveTo>
                    <a:pt x="48507" y="11786"/>
                  </a:moveTo>
                  <a:lnTo>
                    <a:pt x="60634" y="0"/>
                  </a:lnTo>
                  <a:lnTo>
                    <a:pt x="12126" y="0"/>
                  </a:lnTo>
                  <a:lnTo>
                    <a:pt x="0" y="11786"/>
                  </a:lnTo>
                  <a:lnTo>
                    <a:pt x="48507" y="11786"/>
                  </a:lnTo>
                  <a:close/>
                </a:path>
              </a:pathLst>
            </a:custGeom>
            <a:ln w="1179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5" name="object 165"/>
            <p:cNvSpPr/>
            <p:nvPr/>
          </p:nvSpPr>
          <p:spPr>
            <a:xfrm>
              <a:off x="5061236" y="5999856"/>
              <a:ext cx="12700" cy="365760"/>
            </a:xfrm>
            <a:custGeom>
              <a:avLst/>
              <a:gdLst/>
              <a:ahLst/>
              <a:cxnLst/>
              <a:rect l="l" t="t" r="r" b="b"/>
              <a:pathLst>
                <a:path w="12700" h="365760">
                  <a:moveTo>
                    <a:pt x="0" y="365368"/>
                  </a:moveTo>
                  <a:lnTo>
                    <a:pt x="0" y="11786"/>
                  </a:lnTo>
                  <a:lnTo>
                    <a:pt x="12126" y="0"/>
                  </a:lnTo>
                  <a:lnTo>
                    <a:pt x="12126" y="353582"/>
                  </a:lnTo>
                  <a:lnTo>
                    <a:pt x="0" y="365368"/>
                  </a:lnTo>
                  <a:close/>
                </a:path>
              </a:pathLst>
            </a:custGeom>
            <a:solidFill>
              <a:srgbClr val="1A1A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6" name="object 166"/>
            <p:cNvSpPr/>
            <p:nvPr/>
          </p:nvSpPr>
          <p:spPr>
            <a:xfrm>
              <a:off x="5061236" y="5999856"/>
              <a:ext cx="12700" cy="365760"/>
            </a:xfrm>
            <a:custGeom>
              <a:avLst/>
              <a:gdLst/>
              <a:ahLst/>
              <a:cxnLst/>
              <a:rect l="l" t="t" r="r" b="b"/>
              <a:pathLst>
                <a:path w="12700" h="365760">
                  <a:moveTo>
                    <a:pt x="0" y="365368"/>
                  </a:moveTo>
                  <a:lnTo>
                    <a:pt x="0" y="11786"/>
                  </a:lnTo>
                  <a:lnTo>
                    <a:pt x="12126" y="0"/>
                  </a:lnTo>
                  <a:lnTo>
                    <a:pt x="12126" y="353582"/>
                  </a:lnTo>
                  <a:lnTo>
                    <a:pt x="0" y="365368"/>
                  </a:lnTo>
                  <a:close/>
                </a:path>
              </a:pathLst>
            </a:custGeom>
            <a:ln w="1212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7" name="object 167"/>
            <p:cNvSpPr/>
            <p:nvPr/>
          </p:nvSpPr>
          <p:spPr>
            <a:xfrm>
              <a:off x="5024855" y="6011642"/>
              <a:ext cx="36830" cy="353695"/>
            </a:xfrm>
            <a:custGeom>
              <a:avLst/>
              <a:gdLst/>
              <a:ahLst/>
              <a:cxnLst/>
              <a:rect l="l" t="t" r="r" b="b"/>
              <a:pathLst>
                <a:path w="36829" h="353695">
                  <a:moveTo>
                    <a:pt x="36380" y="353582"/>
                  </a:moveTo>
                  <a:lnTo>
                    <a:pt x="0" y="353582"/>
                  </a:lnTo>
                  <a:lnTo>
                    <a:pt x="0" y="0"/>
                  </a:lnTo>
                  <a:lnTo>
                    <a:pt x="36380" y="0"/>
                  </a:lnTo>
                  <a:lnTo>
                    <a:pt x="36380" y="353582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8" name="object 168"/>
            <p:cNvSpPr/>
            <p:nvPr/>
          </p:nvSpPr>
          <p:spPr>
            <a:xfrm>
              <a:off x="5024855" y="6011642"/>
              <a:ext cx="36830" cy="353695"/>
            </a:xfrm>
            <a:custGeom>
              <a:avLst/>
              <a:gdLst/>
              <a:ahLst/>
              <a:cxnLst/>
              <a:rect l="l" t="t" r="r" b="b"/>
              <a:pathLst>
                <a:path w="36829" h="353695">
                  <a:moveTo>
                    <a:pt x="0" y="353582"/>
                  </a:moveTo>
                  <a:lnTo>
                    <a:pt x="0" y="0"/>
                  </a:lnTo>
                  <a:lnTo>
                    <a:pt x="36380" y="0"/>
                  </a:lnTo>
                  <a:lnTo>
                    <a:pt x="36380" y="353582"/>
                  </a:lnTo>
                  <a:lnTo>
                    <a:pt x="0" y="353582"/>
                  </a:lnTo>
                  <a:close/>
                </a:path>
              </a:pathLst>
            </a:custGeom>
            <a:ln w="121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9" name="object 169"/>
            <p:cNvSpPr/>
            <p:nvPr/>
          </p:nvSpPr>
          <p:spPr>
            <a:xfrm>
              <a:off x="5024855" y="5999856"/>
              <a:ext cx="48895" cy="12065"/>
            </a:xfrm>
            <a:custGeom>
              <a:avLst/>
              <a:gdLst/>
              <a:ahLst/>
              <a:cxnLst/>
              <a:rect l="l" t="t" r="r" b="b"/>
              <a:pathLst>
                <a:path w="48895" h="12064">
                  <a:moveTo>
                    <a:pt x="36380" y="11786"/>
                  </a:moveTo>
                  <a:lnTo>
                    <a:pt x="0" y="11786"/>
                  </a:lnTo>
                  <a:lnTo>
                    <a:pt x="12126" y="0"/>
                  </a:lnTo>
                  <a:lnTo>
                    <a:pt x="48507" y="0"/>
                  </a:lnTo>
                  <a:lnTo>
                    <a:pt x="36380" y="11786"/>
                  </a:lnTo>
                  <a:close/>
                </a:path>
              </a:pathLst>
            </a:custGeom>
            <a:solidFill>
              <a:srgbClr val="2626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0" name="object 170"/>
            <p:cNvSpPr/>
            <p:nvPr/>
          </p:nvSpPr>
          <p:spPr>
            <a:xfrm>
              <a:off x="5024855" y="5999856"/>
              <a:ext cx="48895" cy="12065"/>
            </a:xfrm>
            <a:custGeom>
              <a:avLst/>
              <a:gdLst/>
              <a:ahLst/>
              <a:cxnLst/>
              <a:rect l="l" t="t" r="r" b="b"/>
              <a:pathLst>
                <a:path w="48895" h="12064">
                  <a:moveTo>
                    <a:pt x="36380" y="11786"/>
                  </a:moveTo>
                  <a:lnTo>
                    <a:pt x="48507" y="0"/>
                  </a:lnTo>
                  <a:lnTo>
                    <a:pt x="12126" y="0"/>
                  </a:lnTo>
                  <a:lnTo>
                    <a:pt x="0" y="11786"/>
                  </a:lnTo>
                  <a:lnTo>
                    <a:pt x="36380" y="11786"/>
                  </a:lnTo>
                  <a:close/>
                </a:path>
              </a:pathLst>
            </a:custGeom>
            <a:ln w="118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1" name="object 171"/>
            <p:cNvSpPr/>
            <p:nvPr/>
          </p:nvSpPr>
          <p:spPr>
            <a:xfrm>
              <a:off x="5158252" y="4880176"/>
              <a:ext cx="12700" cy="1485265"/>
            </a:xfrm>
            <a:custGeom>
              <a:avLst/>
              <a:gdLst/>
              <a:ahLst/>
              <a:cxnLst/>
              <a:rect l="l" t="t" r="r" b="b"/>
              <a:pathLst>
                <a:path w="12700" h="1485264">
                  <a:moveTo>
                    <a:pt x="0" y="1485048"/>
                  </a:moveTo>
                  <a:lnTo>
                    <a:pt x="0" y="11786"/>
                  </a:lnTo>
                  <a:lnTo>
                    <a:pt x="12126" y="0"/>
                  </a:lnTo>
                  <a:lnTo>
                    <a:pt x="12126" y="1473262"/>
                  </a:lnTo>
                  <a:lnTo>
                    <a:pt x="0" y="1485048"/>
                  </a:lnTo>
                  <a:close/>
                </a:path>
              </a:pathLst>
            </a:custGeom>
            <a:solidFill>
              <a:srgbClr val="00664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2" name="object 172"/>
            <p:cNvSpPr/>
            <p:nvPr/>
          </p:nvSpPr>
          <p:spPr>
            <a:xfrm>
              <a:off x="5158252" y="4880176"/>
              <a:ext cx="12700" cy="1485265"/>
            </a:xfrm>
            <a:custGeom>
              <a:avLst/>
              <a:gdLst/>
              <a:ahLst/>
              <a:cxnLst/>
              <a:rect l="l" t="t" r="r" b="b"/>
              <a:pathLst>
                <a:path w="12700" h="1485264">
                  <a:moveTo>
                    <a:pt x="0" y="1485048"/>
                  </a:moveTo>
                  <a:lnTo>
                    <a:pt x="0" y="11786"/>
                  </a:lnTo>
                  <a:lnTo>
                    <a:pt x="12126" y="0"/>
                  </a:lnTo>
                  <a:lnTo>
                    <a:pt x="12126" y="1473262"/>
                  </a:lnTo>
                  <a:lnTo>
                    <a:pt x="0" y="1485048"/>
                  </a:lnTo>
                  <a:close/>
                </a:path>
              </a:pathLst>
            </a:custGeom>
            <a:ln w="1212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3" name="object 173"/>
            <p:cNvSpPr/>
            <p:nvPr/>
          </p:nvSpPr>
          <p:spPr>
            <a:xfrm>
              <a:off x="5109744" y="4891962"/>
              <a:ext cx="48895" cy="1473835"/>
            </a:xfrm>
            <a:custGeom>
              <a:avLst/>
              <a:gdLst/>
              <a:ahLst/>
              <a:cxnLst/>
              <a:rect l="l" t="t" r="r" b="b"/>
              <a:pathLst>
                <a:path w="48895" h="1473835">
                  <a:moveTo>
                    <a:pt x="48507" y="1473262"/>
                  </a:moveTo>
                  <a:lnTo>
                    <a:pt x="0" y="1473262"/>
                  </a:lnTo>
                  <a:lnTo>
                    <a:pt x="0" y="0"/>
                  </a:lnTo>
                  <a:lnTo>
                    <a:pt x="48507" y="0"/>
                  </a:lnTo>
                  <a:lnTo>
                    <a:pt x="48507" y="1473262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4" name="object 174"/>
            <p:cNvSpPr/>
            <p:nvPr/>
          </p:nvSpPr>
          <p:spPr>
            <a:xfrm>
              <a:off x="5109744" y="4891962"/>
              <a:ext cx="48895" cy="1473835"/>
            </a:xfrm>
            <a:custGeom>
              <a:avLst/>
              <a:gdLst/>
              <a:ahLst/>
              <a:cxnLst/>
              <a:rect l="l" t="t" r="r" b="b"/>
              <a:pathLst>
                <a:path w="48895" h="1473835">
                  <a:moveTo>
                    <a:pt x="0" y="1473262"/>
                  </a:moveTo>
                  <a:lnTo>
                    <a:pt x="0" y="0"/>
                  </a:lnTo>
                  <a:lnTo>
                    <a:pt x="48507" y="0"/>
                  </a:lnTo>
                  <a:lnTo>
                    <a:pt x="48507" y="1473262"/>
                  </a:lnTo>
                  <a:lnTo>
                    <a:pt x="0" y="1473262"/>
                  </a:lnTo>
                  <a:close/>
                </a:path>
              </a:pathLst>
            </a:custGeom>
            <a:ln w="1212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5" name="object 175"/>
            <p:cNvSpPr/>
            <p:nvPr/>
          </p:nvSpPr>
          <p:spPr>
            <a:xfrm>
              <a:off x="5109744" y="4880176"/>
              <a:ext cx="60960" cy="12065"/>
            </a:xfrm>
            <a:custGeom>
              <a:avLst/>
              <a:gdLst/>
              <a:ahLst/>
              <a:cxnLst/>
              <a:rect l="l" t="t" r="r" b="b"/>
              <a:pathLst>
                <a:path w="60960" h="12064">
                  <a:moveTo>
                    <a:pt x="48507" y="11786"/>
                  </a:moveTo>
                  <a:lnTo>
                    <a:pt x="0" y="11786"/>
                  </a:lnTo>
                  <a:lnTo>
                    <a:pt x="24253" y="0"/>
                  </a:lnTo>
                  <a:lnTo>
                    <a:pt x="60634" y="0"/>
                  </a:lnTo>
                  <a:lnTo>
                    <a:pt x="48507" y="11786"/>
                  </a:lnTo>
                  <a:close/>
                </a:path>
              </a:pathLst>
            </a:custGeom>
            <a:solidFill>
              <a:srgbClr val="00997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6" name="object 176"/>
            <p:cNvSpPr/>
            <p:nvPr/>
          </p:nvSpPr>
          <p:spPr>
            <a:xfrm>
              <a:off x="5109744" y="4880176"/>
              <a:ext cx="60960" cy="12065"/>
            </a:xfrm>
            <a:custGeom>
              <a:avLst/>
              <a:gdLst/>
              <a:ahLst/>
              <a:cxnLst/>
              <a:rect l="l" t="t" r="r" b="b"/>
              <a:pathLst>
                <a:path w="60960" h="12064">
                  <a:moveTo>
                    <a:pt x="48507" y="11786"/>
                  </a:moveTo>
                  <a:lnTo>
                    <a:pt x="60634" y="0"/>
                  </a:lnTo>
                  <a:lnTo>
                    <a:pt x="24253" y="0"/>
                  </a:lnTo>
                  <a:lnTo>
                    <a:pt x="0" y="11786"/>
                  </a:lnTo>
                  <a:lnTo>
                    <a:pt x="48507" y="11786"/>
                  </a:lnTo>
                  <a:close/>
                </a:path>
              </a:pathLst>
            </a:custGeom>
            <a:ln w="1179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7" name="object 177"/>
            <p:cNvSpPr/>
            <p:nvPr/>
          </p:nvSpPr>
          <p:spPr>
            <a:xfrm>
              <a:off x="5194632" y="6235577"/>
              <a:ext cx="12700" cy="130175"/>
            </a:xfrm>
            <a:custGeom>
              <a:avLst/>
              <a:gdLst/>
              <a:ahLst/>
              <a:cxnLst/>
              <a:rect l="l" t="t" r="r" b="b"/>
              <a:pathLst>
                <a:path w="12700" h="130175">
                  <a:moveTo>
                    <a:pt x="0" y="129647"/>
                  </a:moveTo>
                  <a:lnTo>
                    <a:pt x="0" y="11786"/>
                  </a:lnTo>
                  <a:lnTo>
                    <a:pt x="12126" y="0"/>
                  </a:lnTo>
                  <a:lnTo>
                    <a:pt x="12126" y="117860"/>
                  </a:lnTo>
                  <a:lnTo>
                    <a:pt x="0" y="129647"/>
                  </a:lnTo>
                  <a:close/>
                </a:path>
              </a:pathLst>
            </a:custGeom>
            <a:solidFill>
              <a:srgbClr val="1A1A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8" name="object 178"/>
            <p:cNvSpPr/>
            <p:nvPr/>
          </p:nvSpPr>
          <p:spPr>
            <a:xfrm>
              <a:off x="5194632" y="6235577"/>
              <a:ext cx="12700" cy="130175"/>
            </a:xfrm>
            <a:custGeom>
              <a:avLst/>
              <a:gdLst/>
              <a:ahLst/>
              <a:cxnLst/>
              <a:rect l="l" t="t" r="r" b="b"/>
              <a:pathLst>
                <a:path w="12700" h="130175">
                  <a:moveTo>
                    <a:pt x="0" y="129647"/>
                  </a:moveTo>
                  <a:lnTo>
                    <a:pt x="0" y="11786"/>
                  </a:lnTo>
                  <a:lnTo>
                    <a:pt x="12126" y="0"/>
                  </a:lnTo>
                  <a:lnTo>
                    <a:pt x="12126" y="117860"/>
                  </a:lnTo>
                  <a:lnTo>
                    <a:pt x="0" y="129647"/>
                  </a:lnTo>
                  <a:close/>
                </a:path>
              </a:pathLst>
            </a:custGeom>
            <a:ln w="121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9" name="object 179"/>
            <p:cNvSpPr/>
            <p:nvPr/>
          </p:nvSpPr>
          <p:spPr>
            <a:xfrm>
              <a:off x="5158252" y="6247363"/>
              <a:ext cx="36830" cy="118110"/>
            </a:xfrm>
            <a:custGeom>
              <a:avLst/>
              <a:gdLst/>
              <a:ahLst/>
              <a:cxnLst/>
              <a:rect l="l" t="t" r="r" b="b"/>
              <a:pathLst>
                <a:path w="36829" h="118110">
                  <a:moveTo>
                    <a:pt x="36380" y="117860"/>
                  </a:moveTo>
                  <a:lnTo>
                    <a:pt x="0" y="117860"/>
                  </a:lnTo>
                  <a:lnTo>
                    <a:pt x="0" y="0"/>
                  </a:lnTo>
                  <a:lnTo>
                    <a:pt x="36380" y="0"/>
                  </a:lnTo>
                  <a:lnTo>
                    <a:pt x="36380" y="117860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0" name="object 180"/>
            <p:cNvSpPr/>
            <p:nvPr/>
          </p:nvSpPr>
          <p:spPr>
            <a:xfrm>
              <a:off x="5158252" y="6247363"/>
              <a:ext cx="36830" cy="118110"/>
            </a:xfrm>
            <a:custGeom>
              <a:avLst/>
              <a:gdLst/>
              <a:ahLst/>
              <a:cxnLst/>
              <a:rect l="l" t="t" r="r" b="b"/>
              <a:pathLst>
                <a:path w="36829" h="118110">
                  <a:moveTo>
                    <a:pt x="0" y="117860"/>
                  </a:moveTo>
                  <a:lnTo>
                    <a:pt x="0" y="0"/>
                  </a:lnTo>
                  <a:lnTo>
                    <a:pt x="36380" y="0"/>
                  </a:lnTo>
                  <a:lnTo>
                    <a:pt x="36380" y="117860"/>
                  </a:lnTo>
                  <a:lnTo>
                    <a:pt x="0" y="117860"/>
                  </a:lnTo>
                  <a:close/>
                </a:path>
              </a:pathLst>
            </a:custGeom>
            <a:ln w="1209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1" name="object 181"/>
            <p:cNvSpPr/>
            <p:nvPr/>
          </p:nvSpPr>
          <p:spPr>
            <a:xfrm>
              <a:off x="5158252" y="6235577"/>
              <a:ext cx="48895" cy="12065"/>
            </a:xfrm>
            <a:custGeom>
              <a:avLst/>
              <a:gdLst/>
              <a:ahLst/>
              <a:cxnLst/>
              <a:rect l="l" t="t" r="r" b="b"/>
              <a:pathLst>
                <a:path w="48895" h="12064">
                  <a:moveTo>
                    <a:pt x="36380" y="11786"/>
                  </a:moveTo>
                  <a:lnTo>
                    <a:pt x="0" y="11786"/>
                  </a:lnTo>
                  <a:lnTo>
                    <a:pt x="12126" y="0"/>
                  </a:lnTo>
                  <a:lnTo>
                    <a:pt x="48507" y="0"/>
                  </a:lnTo>
                  <a:lnTo>
                    <a:pt x="36380" y="11786"/>
                  </a:lnTo>
                  <a:close/>
                </a:path>
              </a:pathLst>
            </a:custGeom>
            <a:solidFill>
              <a:srgbClr val="2626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2" name="object 182"/>
            <p:cNvSpPr/>
            <p:nvPr/>
          </p:nvSpPr>
          <p:spPr>
            <a:xfrm>
              <a:off x="5158252" y="6235577"/>
              <a:ext cx="48895" cy="12065"/>
            </a:xfrm>
            <a:custGeom>
              <a:avLst/>
              <a:gdLst/>
              <a:ahLst/>
              <a:cxnLst/>
              <a:rect l="l" t="t" r="r" b="b"/>
              <a:pathLst>
                <a:path w="48895" h="12064">
                  <a:moveTo>
                    <a:pt x="36380" y="11786"/>
                  </a:moveTo>
                  <a:lnTo>
                    <a:pt x="48507" y="0"/>
                  </a:lnTo>
                  <a:lnTo>
                    <a:pt x="12126" y="0"/>
                  </a:lnTo>
                  <a:lnTo>
                    <a:pt x="0" y="11786"/>
                  </a:lnTo>
                  <a:lnTo>
                    <a:pt x="36380" y="11786"/>
                  </a:lnTo>
                  <a:close/>
                </a:path>
              </a:pathLst>
            </a:custGeom>
            <a:ln w="118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3" name="object 183"/>
            <p:cNvSpPr/>
            <p:nvPr/>
          </p:nvSpPr>
          <p:spPr>
            <a:xfrm>
              <a:off x="5291647" y="4726957"/>
              <a:ext cx="12700" cy="1638300"/>
            </a:xfrm>
            <a:custGeom>
              <a:avLst/>
              <a:gdLst/>
              <a:ahLst/>
              <a:cxnLst/>
              <a:rect l="l" t="t" r="r" b="b"/>
              <a:pathLst>
                <a:path w="12700" h="1638300">
                  <a:moveTo>
                    <a:pt x="0" y="1638267"/>
                  </a:moveTo>
                  <a:lnTo>
                    <a:pt x="0" y="11786"/>
                  </a:lnTo>
                  <a:lnTo>
                    <a:pt x="12126" y="0"/>
                  </a:lnTo>
                  <a:lnTo>
                    <a:pt x="12126" y="1626481"/>
                  </a:lnTo>
                  <a:lnTo>
                    <a:pt x="0" y="1638267"/>
                  </a:lnTo>
                  <a:close/>
                </a:path>
              </a:pathLst>
            </a:custGeom>
            <a:solidFill>
              <a:srgbClr val="00664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4" name="object 184"/>
            <p:cNvSpPr/>
            <p:nvPr/>
          </p:nvSpPr>
          <p:spPr>
            <a:xfrm>
              <a:off x="5291647" y="4726957"/>
              <a:ext cx="12700" cy="1638300"/>
            </a:xfrm>
            <a:custGeom>
              <a:avLst/>
              <a:gdLst/>
              <a:ahLst/>
              <a:cxnLst/>
              <a:rect l="l" t="t" r="r" b="b"/>
              <a:pathLst>
                <a:path w="12700" h="1638300">
                  <a:moveTo>
                    <a:pt x="0" y="1638267"/>
                  </a:moveTo>
                  <a:lnTo>
                    <a:pt x="0" y="11786"/>
                  </a:lnTo>
                  <a:lnTo>
                    <a:pt x="12126" y="0"/>
                  </a:lnTo>
                  <a:lnTo>
                    <a:pt x="12126" y="1626481"/>
                  </a:lnTo>
                  <a:lnTo>
                    <a:pt x="0" y="1638267"/>
                  </a:lnTo>
                  <a:close/>
                </a:path>
              </a:pathLst>
            </a:custGeom>
            <a:ln w="1212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5" name="object 185"/>
            <p:cNvSpPr/>
            <p:nvPr/>
          </p:nvSpPr>
          <p:spPr>
            <a:xfrm>
              <a:off x="5255267" y="4738743"/>
              <a:ext cx="36830" cy="1626870"/>
            </a:xfrm>
            <a:custGeom>
              <a:avLst/>
              <a:gdLst/>
              <a:ahLst/>
              <a:cxnLst/>
              <a:rect l="l" t="t" r="r" b="b"/>
              <a:pathLst>
                <a:path w="36829" h="1626870">
                  <a:moveTo>
                    <a:pt x="36380" y="1626481"/>
                  </a:moveTo>
                  <a:lnTo>
                    <a:pt x="0" y="1626481"/>
                  </a:lnTo>
                  <a:lnTo>
                    <a:pt x="0" y="0"/>
                  </a:lnTo>
                  <a:lnTo>
                    <a:pt x="36380" y="0"/>
                  </a:lnTo>
                  <a:lnTo>
                    <a:pt x="36380" y="1626481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6" name="object 186"/>
            <p:cNvSpPr/>
            <p:nvPr/>
          </p:nvSpPr>
          <p:spPr>
            <a:xfrm>
              <a:off x="5255267" y="4738743"/>
              <a:ext cx="36830" cy="1626870"/>
            </a:xfrm>
            <a:custGeom>
              <a:avLst/>
              <a:gdLst/>
              <a:ahLst/>
              <a:cxnLst/>
              <a:rect l="l" t="t" r="r" b="b"/>
              <a:pathLst>
                <a:path w="36829" h="1626870">
                  <a:moveTo>
                    <a:pt x="0" y="1626481"/>
                  </a:moveTo>
                  <a:lnTo>
                    <a:pt x="0" y="0"/>
                  </a:lnTo>
                  <a:lnTo>
                    <a:pt x="36380" y="0"/>
                  </a:lnTo>
                  <a:lnTo>
                    <a:pt x="36380" y="1626481"/>
                  </a:lnTo>
                  <a:lnTo>
                    <a:pt x="0" y="1626481"/>
                  </a:lnTo>
                  <a:close/>
                </a:path>
              </a:pathLst>
            </a:custGeom>
            <a:ln w="1212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7" name="object 187"/>
            <p:cNvSpPr/>
            <p:nvPr/>
          </p:nvSpPr>
          <p:spPr>
            <a:xfrm>
              <a:off x="5255267" y="4726957"/>
              <a:ext cx="48895" cy="12065"/>
            </a:xfrm>
            <a:custGeom>
              <a:avLst/>
              <a:gdLst/>
              <a:ahLst/>
              <a:cxnLst/>
              <a:rect l="l" t="t" r="r" b="b"/>
              <a:pathLst>
                <a:path w="48895" h="12064">
                  <a:moveTo>
                    <a:pt x="36380" y="11786"/>
                  </a:moveTo>
                  <a:lnTo>
                    <a:pt x="0" y="11786"/>
                  </a:lnTo>
                  <a:lnTo>
                    <a:pt x="12126" y="0"/>
                  </a:lnTo>
                  <a:lnTo>
                    <a:pt x="48507" y="0"/>
                  </a:lnTo>
                  <a:lnTo>
                    <a:pt x="36380" y="11786"/>
                  </a:lnTo>
                  <a:close/>
                </a:path>
              </a:pathLst>
            </a:custGeom>
            <a:solidFill>
              <a:srgbClr val="00997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8" name="object 188"/>
            <p:cNvSpPr/>
            <p:nvPr/>
          </p:nvSpPr>
          <p:spPr>
            <a:xfrm>
              <a:off x="5255267" y="4726957"/>
              <a:ext cx="48895" cy="12065"/>
            </a:xfrm>
            <a:custGeom>
              <a:avLst/>
              <a:gdLst/>
              <a:ahLst/>
              <a:cxnLst/>
              <a:rect l="l" t="t" r="r" b="b"/>
              <a:pathLst>
                <a:path w="48895" h="12064">
                  <a:moveTo>
                    <a:pt x="36380" y="11786"/>
                  </a:moveTo>
                  <a:lnTo>
                    <a:pt x="48507" y="0"/>
                  </a:lnTo>
                  <a:lnTo>
                    <a:pt x="12126" y="0"/>
                  </a:lnTo>
                  <a:lnTo>
                    <a:pt x="0" y="11786"/>
                  </a:lnTo>
                  <a:lnTo>
                    <a:pt x="36380" y="11786"/>
                  </a:lnTo>
                  <a:close/>
                </a:path>
              </a:pathLst>
            </a:custGeom>
            <a:ln w="118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9" name="object 189"/>
            <p:cNvSpPr/>
            <p:nvPr/>
          </p:nvSpPr>
          <p:spPr>
            <a:xfrm>
              <a:off x="5328028" y="6070572"/>
              <a:ext cx="12700" cy="295275"/>
            </a:xfrm>
            <a:custGeom>
              <a:avLst/>
              <a:gdLst/>
              <a:ahLst/>
              <a:cxnLst/>
              <a:rect l="l" t="t" r="r" b="b"/>
              <a:pathLst>
                <a:path w="12700" h="295275">
                  <a:moveTo>
                    <a:pt x="0" y="294652"/>
                  </a:moveTo>
                  <a:lnTo>
                    <a:pt x="0" y="11786"/>
                  </a:lnTo>
                  <a:lnTo>
                    <a:pt x="12126" y="0"/>
                  </a:lnTo>
                  <a:lnTo>
                    <a:pt x="12126" y="282866"/>
                  </a:lnTo>
                  <a:lnTo>
                    <a:pt x="0" y="294652"/>
                  </a:lnTo>
                  <a:close/>
                </a:path>
              </a:pathLst>
            </a:custGeom>
            <a:solidFill>
              <a:srgbClr val="1A1A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0" name="object 190"/>
            <p:cNvSpPr/>
            <p:nvPr/>
          </p:nvSpPr>
          <p:spPr>
            <a:xfrm>
              <a:off x="5328028" y="6070572"/>
              <a:ext cx="12700" cy="295275"/>
            </a:xfrm>
            <a:custGeom>
              <a:avLst/>
              <a:gdLst/>
              <a:ahLst/>
              <a:cxnLst/>
              <a:rect l="l" t="t" r="r" b="b"/>
              <a:pathLst>
                <a:path w="12700" h="295275">
                  <a:moveTo>
                    <a:pt x="0" y="294652"/>
                  </a:moveTo>
                  <a:lnTo>
                    <a:pt x="0" y="11786"/>
                  </a:lnTo>
                  <a:lnTo>
                    <a:pt x="12126" y="0"/>
                  </a:lnTo>
                  <a:lnTo>
                    <a:pt x="12126" y="282866"/>
                  </a:lnTo>
                  <a:lnTo>
                    <a:pt x="0" y="294652"/>
                  </a:lnTo>
                  <a:close/>
                </a:path>
              </a:pathLst>
            </a:custGeom>
            <a:ln w="1212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1" name="object 191"/>
            <p:cNvSpPr/>
            <p:nvPr/>
          </p:nvSpPr>
          <p:spPr>
            <a:xfrm>
              <a:off x="5291647" y="6082358"/>
              <a:ext cx="36830" cy="283210"/>
            </a:xfrm>
            <a:custGeom>
              <a:avLst/>
              <a:gdLst/>
              <a:ahLst/>
              <a:cxnLst/>
              <a:rect l="l" t="t" r="r" b="b"/>
              <a:pathLst>
                <a:path w="36829" h="283210">
                  <a:moveTo>
                    <a:pt x="36380" y="282866"/>
                  </a:moveTo>
                  <a:lnTo>
                    <a:pt x="0" y="282866"/>
                  </a:lnTo>
                  <a:lnTo>
                    <a:pt x="0" y="0"/>
                  </a:lnTo>
                  <a:lnTo>
                    <a:pt x="36380" y="0"/>
                  </a:lnTo>
                  <a:lnTo>
                    <a:pt x="36380" y="282866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2" name="object 192"/>
            <p:cNvSpPr/>
            <p:nvPr/>
          </p:nvSpPr>
          <p:spPr>
            <a:xfrm>
              <a:off x="5291647" y="6082358"/>
              <a:ext cx="36830" cy="283210"/>
            </a:xfrm>
            <a:custGeom>
              <a:avLst/>
              <a:gdLst/>
              <a:ahLst/>
              <a:cxnLst/>
              <a:rect l="l" t="t" r="r" b="b"/>
              <a:pathLst>
                <a:path w="36829" h="283210">
                  <a:moveTo>
                    <a:pt x="0" y="282866"/>
                  </a:moveTo>
                  <a:lnTo>
                    <a:pt x="0" y="0"/>
                  </a:lnTo>
                  <a:lnTo>
                    <a:pt x="36380" y="0"/>
                  </a:lnTo>
                  <a:lnTo>
                    <a:pt x="36380" y="282866"/>
                  </a:lnTo>
                  <a:lnTo>
                    <a:pt x="0" y="282866"/>
                  </a:lnTo>
                  <a:close/>
                </a:path>
              </a:pathLst>
            </a:custGeom>
            <a:ln w="121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3" name="object 193"/>
            <p:cNvSpPr/>
            <p:nvPr/>
          </p:nvSpPr>
          <p:spPr>
            <a:xfrm>
              <a:off x="5291647" y="6070572"/>
              <a:ext cx="48895" cy="12065"/>
            </a:xfrm>
            <a:custGeom>
              <a:avLst/>
              <a:gdLst/>
              <a:ahLst/>
              <a:cxnLst/>
              <a:rect l="l" t="t" r="r" b="b"/>
              <a:pathLst>
                <a:path w="48895" h="12064">
                  <a:moveTo>
                    <a:pt x="36380" y="11786"/>
                  </a:moveTo>
                  <a:lnTo>
                    <a:pt x="0" y="11786"/>
                  </a:lnTo>
                  <a:lnTo>
                    <a:pt x="12126" y="0"/>
                  </a:lnTo>
                  <a:lnTo>
                    <a:pt x="48507" y="0"/>
                  </a:lnTo>
                  <a:lnTo>
                    <a:pt x="36380" y="11786"/>
                  </a:lnTo>
                  <a:close/>
                </a:path>
              </a:pathLst>
            </a:custGeom>
            <a:solidFill>
              <a:srgbClr val="2626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4" name="object 194"/>
            <p:cNvSpPr/>
            <p:nvPr/>
          </p:nvSpPr>
          <p:spPr>
            <a:xfrm>
              <a:off x="5291647" y="6070572"/>
              <a:ext cx="48895" cy="12065"/>
            </a:xfrm>
            <a:custGeom>
              <a:avLst/>
              <a:gdLst/>
              <a:ahLst/>
              <a:cxnLst/>
              <a:rect l="l" t="t" r="r" b="b"/>
              <a:pathLst>
                <a:path w="48895" h="12064">
                  <a:moveTo>
                    <a:pt x="36380" y="11786"/>
                  </a:moveTo>
                  <a:lnTo>
                    <a:pt x="48507" y="0"/>
                  </a:lnTo>
                  <a:lnTo>
                    <a:pt x="12126" y="0"/>
                  </a:lnTo>
                  <a:lnTo>
                    <a:pt x="0" y="11786"/>
                  </a:lnTo>
                  <a:lnTo>
                    <a:pt x="36380" y="11786"/>
                  </a:lnTo>
                  <a:close/>
                </a:path>
              </a:pathLst>
            </a:custGeom>
            <a:ln w="118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5" name="object 195"/>
            <p:cNvSpPr/>
            <p:nvPr/>
          </p:nvSpPr>
          <p:spPr>
            <a:xfrm>
              <a:off x="5425043" y="4585524"/>
              <a:ext cx="12700" cy="1779905"/>
            </a:xfrm>
            <a:custGeom>
              <a:avLst/>
              <a:gdLst/>
              <a:ahLst/>
              <a:cxnLst/>
              <a:rect l="l" t="t" r="r" b="b"/>
              <a:pathLst>
                <a:path w="12700" h="1779904">
                  <a:moveTo>
                    <a:pt x="0" y="1779700"/>
                  </a:moveTo>
                  <a:lnTo>
                    <a:pt x="0" y="11786"/>
                  </a:lnTo>
                  <a:lnTo>
                    <a:pt x="12126" y="0"/>
                  </a:lnTo>
                  <a:lnTo>
                    <a:pt x="12126" y="1767914"/>
                  </a:lnTo>
                  <a:lnTo>
                    <a:pt x="0" y="1779700"/>
                  </a:lnTo>
                  <a:close/>
                </a:path>
              </a:pathLst>
            </a:custGeom>
            <a:solidFill>
              <a:srgbClr val="00664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6" name="object 196"/>
            <p:cNvSpPr/>
            <p:nvPr/>
          </p:nvSpPr>
          <p:spPr>
            <a:xfrm>
              <a:off x="5425043" y="4585524"/>
              <a:ext cx="12700" cy="1779905"/>
            </a:xfrm>
            <a:custGeom>
              <a:avLst/>
              <a:gdLst/>
              <a:ahLst/>
              <a:cxnLst/>
              <a:rect l="l" t="t" r="r" b="b"/>
              <a:pathLst>
                <a:path w="12700" h="1779904">
                  <a:moveTo>
                    <a:pt x="0" y="1779700"/>
                  </a:moveTo>
                  <a:lnTo>
                    <a:pt x="0" y="11786"/>
                  </a:lnTo>
                  <a:lnTo>
                    <a:pt x="12126" y="0"/>
                  </a:lnTo>
                  <a:lnTo>
                    <a:pt x="12126" y="1767914"/>
                  </a:lnTo>
                  <a:lnTo>
                    <a:pt x="0" y="1779700"/>
                  </a:lnTo>
                  <a:close/>
                </a:path>
              </a:pathLst>
            </a:custGeom>
            <a:ln w="1212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7" name="object 197"/>
            <p:cNvSpPr/>
            <p:nvPr/>
          </p:nvSpPr>
          <p:spPr>
            <a:xfrm>
              <a:off x="5388662" y="4597310"/>
              <a:ext cx="36830" cy="1768475"/>
            </a:xfrm>
            <a:custGeom>
              <a:avLst/>
              <a:gdLst/>
              <a:ahLst/>
              <a:cxnLst/>
              <a:rect l="l" t="t" r="r" b="b"/>
              <a:pathLst>
                <a:path w="36829" h="1768475">
                  <a:moveTo>
                    <a:pt x="36380" y="1767914"/>
                  </a:moveTo>
                  <a:lnTo>
                    <a:pt x="0" y="1767914"/>
                  </a:lnTo>
                  <a:lnTo>
                    <a:pt x="0" y="0"/>
                  </a:lnTo>
                  <a:lnTo>
                    <a:pt x="36380" y="0"/>
                  </a:lnTo>
                  <a:lnTo>
                    <a:pt x="36380" y="1767914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8" name="object 198"/>
            <p:cNvSpPr/>
            <p:nvPr/>
          </p:nvSpPr>
          <p:spPr>
            <a:xfrm>
              <a:off x="5388662" y="4597310"/>
              <a:ext cx="36830" cy="1768475"/>
            </a:xfrm>
            <a:custGeom>
              <a:avLst/>
              <a:gdLst/>
              <a:ahLst/>
              <a:cxnLst/>
              <a:rect l="l" t="t" r="r" b="b"/>
              <a:pathLst>
                <a:path w="36829" h="1768475">
                  <a:moveTo>
                    <a:pt x="0" y="1767914"/>
                  </a:moveTo>
                  <a:lnTo>
                    <a:pt x="0" y="0"/>
                  </a:lnTo>
                  <a:lnTo>
                    <a:pt x="36380" y="0"/>
                  </a:lnTo>
                  <a:lnTo>
                    <a:pt x="36380" y="1767914"/>
                  </a:lnTo>
                  <a:lnTo>
                    <a:pt x="0" y="1767914"/>
                  </a:lnTo>
                  <a:close/>
                </a:path>
              </a:pathLst>
            </a:custGeom>
            <a:ln w="1212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9" name="object 199"/>
            <p:cNvSpPr/>
            <p:nvPr/>
          </p:nvSpPr>
          <p:spPr>
            <a:xfrm>
              <a:off x="5388662" y="4585524"/>
              <a:ext cx="48895" cy="12065"/>
            </a:xfrm>
            <a:custGeom>
              <a:avLst/>
              <a:gdLst/>
              <a:ahLst/>
              <a:cxnLst/>
              <a:rect l="l" t="t" r="r" b="b"/>
              <a:pathLst>
                <a:path w="48895" h="12064">
                  <a:moveTo>
                    <a:pt x="36380" y="11786"/>
                  </a:moveTo>
                  <a:lnTo>
                    <a:pt x="0" y="11786"/>
                  </a:lnTo>
                  <a:lnTo>
                    <a:pt x="12126" y="0"/>
                  </a:lnTo>
                  <a:lnTo>
                    <a:pt x="48507" y="0"/>
                  </a:lnTo>
                  <a:lnTo>
                    <a:pt x="36380" y="11786"/>
                  </a:lnTo>
                  <a:close/>
                </a:path>
              </a:pathLst>
            </a:custGeom>
            <a:solidFill>
              <a:srgbClr val="00997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0" name="object 200"/>
            <p:cNvSpPr/>
            <p:nvPr/>
          </p:nvSpPr>
          <p:spPr>
            <a:xfrm>
              <a:off x="5388662" y="4585524"/>
              <a:ext cx="48895" cy="12065"/>
            </a:xfrm>
            <a:custGeom>
              <a:avLst/>
              <a:gdLst/>
              <a:ahLst/>
              <a:cxnLst/>
              <a:rect l="l" t="t" r="r" b="b"/>
              <a:pathLst>
                <a:path w="48895" h="12064">
                  <a:moveTo>
                    <a:pt x="36380" y="11786"/>
                  </a:moveTo>
                  <a:lnTo>
                    <a:pt x="48507" y="0"/>
                  </a:lnTo>
                  <a:lnTo>
                    <a:pt x="12126" y="0"/>
                  </a:lnTo>
                  <a:lnTo>
                    <a:pt x="0" y="11786"/>
                  </a:lnTo>
                  <a:lnTo>
                    <a:pt x="36380" y="11786"/>
                  </a:lnTo>
                  <a:close/>
                </a:path>
              </a:pathLst>
            </a:custGeom>
            <a:ln w="118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1" name="object 201"/>
            <p:cNvSpPr/>
            <p:nvPr/>
          </p:nvSpPr>
          <p:spPr>
            <a:xfrm>
              <a:off x="5461424" y="5929139"/>
              <a:ext cx="12700" cy="436245"/>
            </a:xfrm>
            <a:custGeom>
              <a:avLst/>
              <a:gdLst/>
              <a:ahLst/>
              <a:cxnLst/>
              <a:rect l="l" t="t" r="r" b="b"/>
              <a:pathLst>
                <a:path w="12700" h="436245">
                  <a:moveTo>
                    <a:pt x="0" y="436085"/>
                  </a:moveTo>
                  <a:lnTo>
                    <a:pt x="0" y="11786"/>
                  </a:lnTo>
                  <a:lnTo>
                    <a:pt x="12126" y="0"/>
                  </a:lnTo>
                  <a:lnTo>
                    <a:pt x="12126" y="424299"/>
                  </a:lnTo>
                  <a:lnTo>
                    <a:pt x="0" y="436085"/>
                  </a:lnTo>
                  <a:close/>
                </a:path>
              </a:pathLst>
            </a:custGeom>
            <a:solidFill>
              <a:srgbClr val="1A1A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2" name="object 202"/>
            <p:cNvSpPr/>
            <p:nvPr/>
          </p:nvSpPr>
          <p:spPr>
            <a:xfrm>
              <a:off x="5461424" y="5929139"/>
              <a:ext cx="12700" cy="436245"/>
            </a:xfrm>
            <a:custGeom>
              <a:avLst/>
              <a:gdLst/>
              <a:ahLst/>
              <a:cxnLst/>
              <a:rect l="l" t="t" r="r" b="b"/>
              <a:pathLst>
                <a:path w="12700" h="436245">
                  <a:moveTo>
                    <a:pt x="0" y="436085"/>
                  </a:moveTo>
                  <a:lnTo>
                    <a:pt x="0" y="11786"/>
                  </a:lnTo>
                  <a:lnTo>
                    <a:pt x="12126" y="0"/>
                  </a:lnTo>
                  <a:lnTo>
                    <a:pt x="12126" y="424299"/>
                  </a:lnTo>
                  <a:lnTo>
                    <a:pt x="0" y="436085"/>
                  </a:lnTo>
                  <a:close/>
                </a:path>
              </a:pathLst>
            </a:custGeom>
            <a:ln w="1212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3" name="object 203"/>
            <p:cNvSpPr/>
            <p:nvPr/>
          </p:nvSpPr>
          <p:spPr>
            <a:xfrm>
              <a:off x="5425043" y="5940925"/>
              <a:ext cx="36830" cy="424815"/>
            </a:xfrm>
            <a:custGeom>
              <a:avLst/>
              <a:gdLst/>
              <a:ahLst/>
              <a:cxnLst/>
              <a:rect l="l" t="t" r="r" b="b"/>
              <a:pathLst>
                <a:path w="36829" h="424814">
                  <a:moveTo>
                    <a:pt x="36380" y="424299"/>
                  </a:moveTo>
                  <a:lnTo>
                    <a:pt x="0" y="424299"/>
                  </a:lnTo>
                  <a:lnTo>
                    <a:pt x="0" y="0"/>
                  </a:lnTo>
                  <a:lnTo>
                    <a:pt x="36380" y="0"/>
                  </a:lnTo>
                  <a:lnTo>
                    <a:pt x="36380" y="424299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4" name="object 204"/>
            <p:cNvSpPr/>
            <p:nvPr/>
          </p:nvSpPr>
          <p:spPr>
            <a:xfrm>
              <a:off x="5425043" y="5940925"/>
              <a:ext cx="36830" cy="424815"/>
            </a:xfrm>
            <a:custGeom>
              <a:avLst/>
              <a:gdLst/>
              <a:ahLst/>
              <a:cxnLst/>
              <a:rect l="l" t="t" r="r" b="b"/>
              <a:pathLst>
                <a:path w="36829" h="424814">
                  <a:moveTo>
                    <a:pt x="0" y="424299"/>
                  </a:moveTo>
                  <a:lnTo>
                    <a:pt x="0" y="0"/>
                  </a:lnTo>
                  <a:lnTo>
                    <a:pt x="36380" y="0"/>
                  </a:lnTo>
                  <a:lnTo>
                    <a:pt x="36380" y="424299"/>
                  </a:lnTo>
                  <a:lnTo>
                    <a:pt x="0" y="424299"/>
                  </a:lnTo>
                  <a:close/>
                </a:path>
              </a:pathLst>
            </a:custGeom>
            <a:ln w="121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5" name="object 205"/>
            <p:cNvSpPr/>
            <p:nvPr/>
          </p:nvSpPr>
          <p:spPr>
            <a:xfrm>
              <a:off x="5425043" y="5929139"/>
              <a:ext cx="48895" cy="12065"/>
            </a:xfrm>
            <a:custGeom>
              <a:avLst/>
              <a:gdLst/>
              <a:ahLst/>
              <a:cxnLst/>
              <a:rect l="l" t="t" r="r" b="b"/>
              <a:pathLst>
                <a:path w="48895" h="12064">
                  <a:moveTo>
                    <a:pt x="36380" y="11786"/>
                  </a:moveTo>
                  <a:lnTo>
                    <a:pt x="0" y="11786"/>
                  </a:lnTo>
                  <a:lnTo>
                    <a:pt x="12126" y="0"/>
                  </a:lnTo>
                  <a:lnTo>
                    <a:pt x="48507" y="0"/>
                  </a:lnTo>
                  <a:lnTo>
                    <a:pt x="36380" y="11786"/>
                  </a:lnTo>
                  <a:close/>
                </a:path>
              </a:pathLst>
            </a:custGeom>
            <a:solidFill>
              <a:srgbClr val="2626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6" name="object 206"/>
            <p:cNvSpPr/>
            <p:nvPr/>
          </p:nvSpPr>
          <p:spPr>
            <a:xfrm>
              <a:off x="5425043" y="5929139"/>
              <a:ext cx="48895" cy="12065"/>
            </a:xfrm>
            <a:custGeom>
              <a:avLst/>
              <a:gdLst/>
              <a:ahLst/>
              <a:cxnLst/>
              <a:rect l="l" t="t" r="r" b="b"/>
              <a:pathLst>
                <a:path w="48895" h="12064">
                  <a:moveTo>
                    <a:pt x="36380" y="11786"/>
                  </a:moveTo>
                  <a:lnTo>
                    <a:pt x="48507" y="0"/>
                  </a:lnTo>
                  <a:lnTo>
                    <a:pt x="12126" y="0"/>
                  </a:lnTo>
                  <a:lnTo>
                    <a:pt x="0" y="11786"/>
                  </a:lnTo>
                  <a:lnTo>
                    <a:pt x="36380" y="11786"/>
                  </a:lnTo>
                  <a:close/>
                </a:path>
              </a:pathLst>
            </a:custGeom>
            <a:ln w="118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7" name="object 207"/>
            <p:cNvSpPr/>
            <p:nvPr/>
          </p:nvSpPr>
          <p:spPr>
            <a:xfrm>
              <a:off x="5558439" y="4455877"/>
              <a:ext cx="12700" cy="1909445"/>
            </a:xfrm>
            <a:custGeom>
              <a:avLst/>
              <a:gdLst/>
              <a:ahLst/>
              <a:cxnLst/>
              <a:rect l="l" t="t" r="r" b="b"/>
              <a:pathLst>
                <a:path w="12700" h="1909445">
                  <a:moveTo>
                    <a:pt x="0" y="1909347"/>
                  </a:moveTo>
                  <a:lnTo>
                    <a:pt x="0" y="0"/>
                  </a:lnTo>
                  <a:lnTo>
                    <a:pt x="12126" y="0"/>
                  </a:lnTo>
                  <a:lnTo>
                    <a:pt x="12126" y="1897561"/>
                  </a:lnTo>
                  <a:lnTo>
                    <a:pt x="0" y="1909347"/>
                  </a:lnTo>
                  <a:close/>
                </a:path>
              </a:pathLst>
            </a:custGeom>
            <a:solidFill>
              <a:srgbClr val="00664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8" name="object 208"/>
            <p:cNvSpPr/>
            <p:nvPr/>
          </p:nvSpPr>
          <p:spPr>
            <a:xfrm>
              <a:off x="5558439" y="4455877"/>
              <a:ext cx="12700" cy="1909445"/>
            </a:xfrm>
            <a:custGeom>
              <a:avLst/>
              <a:gdLst/>
              <a:ahLst/>
              <a:cxnLst/>
              <a:rect l="l" t="t" r="r" b="b"/>
              <a:pathLst>
                <a:path w="12700" h="1909445">
                  <a:moveTo>
                    <a:pt x="0" y="1909347"/>
                  </a:moveTo>
                  <a:lnTo>
                    <a:pt x="0" y="0"/>
                  </a:lnTo>
                  <a:lnTo>
                    <a:pt x="12126" y="0"/>
                  </a:lnTo>
                  <a:lnTo>
                    <a:pt x="12126" y="1897561"/>
                  </a:lnTo>
                  <a:lnTo>
                    <a:pt x="0" y="1909347"/>
                  </a:lnTo>
                  <a:close/>
                </a:path>
              </a:pathLst>
            </a:custGeom>
            <a:ln w="1212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9" name="object 209"/>
            <p:cNvSpPr/>
            <p:nvPr/>
          </p:nvSpPr>
          <p:spPr>
            <a:xfrm>
              <a:off x="5522058" y="4455877"/>
              <a:ext cx="36830" cy="1909445"/>
            </a:xfrm>
            <a:custGeom>
              <a:avLst/>
              <a:gdLst/>
              <a:ahLst/>
              <a:cxnLst/>
              <a:rect l="l" t="t" r="r" b="b"/>
              <a:pathLst>
                <a:path w="36829" h="1909445">
                  <a:moveTo>
                    <a:pt x="36380" y="1909347"/>
                  </a:moveTo>
                  <a:lnTo>
                    <a:pt x="0" y="1909347"/>
                  </a:lnTo>
                  <a:lnTo>
                    <a:pt x="0" y="0"/>
                  </a:lnTo>
                  <a:lnTo>
                    <a:pt x="36380" y="0"/>
                  </a:lnTo>
                  <a:lnTo>
                    <a:pt x="36380" y="1909347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0" name="object 210"/>
            <p:cNvSpPr/>
            <p:nvPr/>
          </p:nvSpPr>
          <p:spPr>
            <a:xfrm>
              <a:off x="5522058" y="4455877"/>
              <a:ext cx="36830" cy="1909445"/>
            </a:xfrm>
            <a:custGeom>
              <a:avLst/>
              <a:gdLst/>
              <a:ahLst/>
              <a:cxnLst/>
              <a:rect l="l" t="t" r="r" b="b"/>
              <a:pathLst>
                <a:path w="36829" h="1909445">
                  <a:moveTo>
                    <a:pt x="0" y="1909347"/>
                  </a:moveTo>
                  <a:lnTo>
                    <a:pt x="0" y="0"/>
                  </a:lnTo>
                  <a:lnTo>
                    <a:pt x="36380" y="0"/>
                  </a:lnTo>
                  <a:lnTo>
                    <a:pt x="36380" y="1909347"/>
                  </a:lnTo>
                  <a:lnTo>
                    <a:pt x="0" y="1909347"/>
                  </a:lnTo>
                  <a:close/>
                </a:path>
              </a:pathLst>
            </a:custGeom>
            <a:ln w="1212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1" name="object 211"/>
            <p:cNvSpPr/>
            <p:nvPr/>
          </p:nvSpPr>
          <p:spPr>
            <a:xfrm>
              <a:off x="5522058" y="4455877"/>
              <a:ext cx="48895" cy="0"/>
            </a:xfrm>
            <a:custGeom>
              <a:avLst/>
              <a:gdLst/>
              <a:ahLst/>
              <a:cxnLst/>
              <a:rect l="l" t="t" r="r" b="b"/>
              <a:pathLst>
                <a:path w="48895" h="0">
                  <a:moveTo>
                    <a:pt x="48507" y="0"/>
                  </a:moveTo>
                  <a:lnTo>
                    <a:pt x="0" y="0"/>
                  </a:lnTo>
                  <a:lnTo>
                    <a:pt x="36380" y="0"/>
                  </a:lnTo>
                  <a:lnTo>
                    <a:pt x="48507" y="0"/>
                  </a:lnTo>
                  <a:close/>
                </a:path>
              </a:pathLst>
            </a:custGeom>
            <a:solidFill>
              <a:srgbClr val="00997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2" name="object 212"/>
            <p:cNvSpPr/>
            <p:nvPr/>
          </p:nvSpPr>
          <p:spPr>
            <a:xfrm>
              <a:off x="5522058" y="4455877"/>
              <a:ext cx="48895" cy="0"/>
            </a:xfrm>
            <a:custGeom>
              <a:avLst/>
              <a:gdLst/>
              <a:ahLst/>
              <a:cxnLst/>
              <a:rect l="l" t="t" r="r" b="b"/>
              <a:pathLst>
                <a:path w="48895" h="0">
                  <a:moveTo>
                    <a:pt x="36380" y="0"/>
                  </a:moveTo>
                  <a:lnTo>
                    <a:pt x="48507" y="0"/>
                  </a:lnTo>
                  <a:lnTo>
                    <a:pt x="12126" y="0"/>
                  </a:lnTo>
                  <a:lnTo>
                    <a:pt x="0" y="0"/>
                  </a:lnTo>
                  <a:lnTo>
                    <a:pt x="36380" y="0"/>
                  </a:lnTo>
                  <a:close/>
                </a:path>
              </a:pathLst>
            </a:custGeom>
            <a:ln w="117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3" name="object 213"/>
            <p:cNvSpPr/>
            <p:nvPr/>
          </p:nvSpPr>
          <p:spPr>
            <a:xfrm>
              <a:off x="5594820" y="5811278"/>
              <a:ext cx="12700" cy="554355"/>
            </a:xfrm>
            <a:custGeom>
              <a:avLst/>
              <a:gdLst/>
              <a:ahLst/>
              <a:cxnLst/>
              <a:rect l="l" t="t" r="r" b="b"/>
              <a:pathLst>
                <a:path w="12700" h="554354">
                  <a:moveTo>
                    <a:pt x="0" y="553946"/>
                  </a:moveTo>
                  <a:lnTo>
                    <a:pt x="0" y="11786"/>
                  </a:lnTo>
                  <a:lnTo>
                    <a:pt x="12126" y="0"/>
                  </a:lnTo>
                  <a:lnTo>
                    <a:pt x="12126" y="542160"/>
                  </a:lnTo>
                  <a:lnTo>
                    <a:pt x="0" y="553946"/>
                  </a:lnTo>
                  <a:close/>
                </a:path>
              </a:pathLst>
            </a:custGeom>
            <a:solidFill>
              <a:srgbClr val="1A1A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4" name="object 214"/>
            <p:cNvSpPr/>
            <p:nvPr/>
          </p:nvSpPr>
          <p:spPr>
            <a:xfrm>
              <a:off x="5594820" y="5811278"/>
              <a:ext cx="12700" cy="554355"/>
            </a:xfrm>
            <a:custGeom>
              <a:avLst/>
              <a:gdLst/>
              <a:ahLst/>
              <a:cxnLst/>
              <a:rect l="l" t="t" r="r" b="b"/>
              <a:pathLst>
                <a:path w="12700" h="554354">
                  <a:moveTo>
                    <a:pt x="0" y="553946"/>
                  </a:moveTo>
                  <a:lnTo>
                    <a:pt x="0" y="11786"/>
                  </a:lnTo>
                  <a:lnTo>
                    <a:pt x="12126" y="0"/>
                  </a:lnTo>
                  <a:lnTo>
                    <a:pt x="12126" y="542160"/>
                  </a:lnTo>
                  <a:lnTo>
                    <a:pt x="0" y="553946"/>
                  </a:lnTo>
                  <a:close/>
                </a:path>
              </a:pathLst>
            </a:custGeom>
            <a:ln w="1212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5" name="object 215"/>
            <p:cNvSpPr/>
            <p:nvPr/>
          </p:nvSpPr>
          <p:spPr>
            <a:xfrm>
              <a:off x="5558439" y="5823064"/>
              <a:ext cx="36830" cy="542290"/>
            </a:xfrm>
            <a:custGeom>
              <a:avLst/>
              <a:gdLst/>
              <a:ahLst/>
              <a:cxnLst/>
              <a:rect l="l" t="t" r="r" b="b"/>
              <a:pathLst>
                <a:path w="36829" h="542289">
                  <a:moveTo>
                    <a:pt x="36380" y="542160"/>
                  </a:moveTo>
                  <a:lnTo>
                    <a:pt x="0" y="542160"/>
                  </a:lnTo>
                  <a:lnTo>
                    <a:pt x="0" y="0"/>
                  </a:lnTo>
                  <a:lnTo>
                    <a:pt x="36380" y="0"/>
                  </a:lnTo>
                  <a:lnTo>
                    <a:pt x="36380" y="542160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6" name="object 216"/>
            <p:cNvSpPr/>
            <p:nvPr/>
          </p:nvSpPr>
          <p:spPr>
            <a:xfrm>
              <a:off x="5558439" y="5823064"/>
              <a:ext cx="36830" cy="542290"/>
            </a:xfrm>
            <a:custGeom>
              <a:avLst/>
              <a:gdLst/>
              <a:ahLst/>
              <a:cxnLst/>
              <a:rect l="l" t="t" r="r" b="b"/>
              <a:pathLst>
                <a:path w="36829" h="542289">
                  <a:moveTo>
                    <a:pt x="0" y="542160"/>
                  </a:moveTo>
                  <a:lnTo>
                    <a:pt x="0" y="0"/>
                  </a:lnTo>
                  <a:lnTo>
                    <a:pt x="36380" y="0"/>
                  </a:lnTo>
                  <a:lnTo>
                    <a:pt x="36380" y="542160"/>
                  </a:lnTo>
                  <a:lnTo>
                    <a:pt x="0" y="542160"/>
                  </a:lnTo>
                  <a:close/>
                </a:path>
              </a:pathLst>
            </a:custGeom>
            <a:ln w="121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7" name="object 217"/>
            <p:cNvSpPr/>
            <p:nvPr/>
          </p:nvSpPr>
          <p:spPr>
            <a:xfrm>
              <a:off x="5558439" y="5811278"/>
              <a:ext cx="48895" cy="12065"/>
            </a:xfrm>
            <a:custGeom>
              <a:avLst/>
              <a:gdLst/>
              <a:ahLst/>
              <a:cxnLst/>
              <a:rect l="l" t="t" r="r" b="b"/>
              <a:pathLst>
                <a:path w="48895" h="12064">
                  <a:moveTo>
                    <a:pt x="36380" y="11786"/>
                  </a:moveTo>
                  <a:lnTo>
                    <a:pt x="0" y="11786"/>
                  </a:lnTo>
                  <a:lnTo>
                    <a:pt x="12126" y="0"/>
                  </a:lnTo>
                  <a:lnTo>
                    <a:pt x="48507" y="0"/>
                  </a:lnTo>
                  <a:lnTo>
                    <a:pt x="36380" y="11786"/>
                  </a:lnTo>
                  <a:close/>
                </a:path>
              </a:pathLst>
            </a:custGeom>
            <a:solidFill>
              <a:srgbClr val="2626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8" name="object 218"/>
            <p:cNvSpPr/>
            <p:nvPr/>
          </p:nvSpPr>
          <p:spPr>
            <a:xfrm>
              <a:off x="5558439" y="5811278"/>
              <a:ext cx="48895" cy="12065"/>
            </a:xfrm>
            <a:custGeom>
              <a:avLst/>
              <a:gdLst/>
              <a:ahLst/>
              <a:cxnLst/>
              <a:rect l="l" t="t" r="r" b="b"/>
              <a:pathLst>
                <a:path w="48895" h="12064">
                  <a:moveTo>
                    <a:pt x="36380" y="11786"/>
                  </a:moveTo>
                  <a:lnTo>
                    <a:pt x="48507" y="0"/>
                  </a:lnTo>
                  <a:lnTo>
                    <a:pt x="12126" y="0"/>
                  </a:lnTo>
                  <a:lnTo>
                    <a:pt x="0" y="11786"/>
                  </a:lnTo>
                  <a:lnTo>
                    <a:pt x="36380" y="11786"/>
                  </a:lnTo>
                  <a:close/>
                </a:path>
              </a:pathLst>
            </a:custGeom>
            <a:ln w="118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9" name="object 219"/>
            <p:cNvSpPr/>
            <p:nvPr/>
          </p:nvSpPr>
          <p:spPr>
            <a:xfrm>
              <a:off x="5655454" y="6353438"/>
              <a:ext cx="48895" cy="12065"/>
            </a:xfrm>
            <a:custGeom>
              <a:avLst/>
              <a:gdLst/>
              <a:ahLst/>
              <a:cxnLst/>
              <a:rect l="l" t="t" r="r" b="b"/>
              <a:pathLst>
                <a:path w="48895" h="12064">
                  <a:moveTo>
                    <a:pt x="36380" y="11786"/>
                  </a:moveTo>
                  <a:lnTo>
                    <a:pt x="0" y="11786"/>
                  </a:lnTo>
                  <a:lnTo>
                    <a:pt x="12126" y="0"/>
                  </a:lnTo>
                  <a:lnTo>
                    <a:pt x="48507" y="0"/>
                  </a:lnTo>
                  <a:lnTo>
                    <a:pt x="36380" y="11786"/>
                  </a:lnTo>
                  <a:close/>
                </a:path>
              </a:pathLst>
            </a:custGeom>
            <a:solidFill>
              <a:srgbClr val="00997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0" name="object 220"/>
            <p:cNvSpPr/>
            <p:nvPr/>
          </p:nvSpPr>
          <p:spPr>
            <a:xfrm>
              <a:off x="5655454" y="6353438"/>
              <a:ext cx="48895" cy="12065"/>
            </a:xfrm>
            <a:custGeom>
              <a:avLst/>
              <a:gdLst/>
              <a:ahLst/>
              <a:cxnLst/>
              <a:rect l="l" t="t" r="r" b="b"/>
              <a:pathLst>
                <a:path w="48895" h="12064">
                  <a:moveTo>
                    <a:pt x="36380" y="11786"/>
                  </a:moveTo>
                  <a:lnTo>
                    <a:pt x="48507" y="0"/>
                  </a:lnTo>
                  <a:lnTo>
                    <a:pt x="12126" y="0"/>
                  </a:lnTo>
                  <a:lnTo>
                    <a:pt x="0" y="11786"/>
                  </a:lnTo>
                  <a:lnTo>
                    <a:pt x="36380" y="11786"/>
                  </a:lnTo>
                  <a:close/>
                </a:path>
              </a:pathLst>
            </a:custGeom>
            <a:ln w="118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1" name="object 221"/>
            <p:cNvSpPr/>
            <p:nvPr/>
          </p:nvSpPr>
          <p:spPr>
            <a:xfrm>
              <a:off x="5691835" y="6353438"/>
              <a:ext cx="60960" cy="12065"/>
            </a:xfrm>
            <a:custGeom>
              <a:avLst/>
              <a:gdLst/>
              <a:ahLst/>
              <a:cxnLst/>
              <a:rect l="l" t="t" r="r" b="b"/>
              <a:pathLst>
                <a:path w="60960" h="12064">
                  <a:moveTo>
                    <a:pt x="48507" y="11786"/>
                  </a:moveTo>
                  <a:lnTo>
                    <a:pt x="0" y="11786"/>
                  </a:lnTo>
                  <a:lnTo>
                    <a:pt x="12126" y="0"/>
                  </a:lnTo>
                  <a:lnTo>
                    <a:pt x="60634" y="0"/>
                  </a:lnTo>
                  <a:lnTo>
                    <a:pt x="48507" y="11786"/>
                  </a:lnTo>
                  <a:close/>
                </a:path>
              </a:pathLst>
            </a:custGeom>
            <a:solidFill>
              <a:srgbClr val="2626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2" name="object 222"/>
            <p:cNvSpPr/>
            <p:nvPr/>
          </p:nvSpPr>
          <p:spPr>
            <a:xfrm>
              <a:off x="5691835" y="6353438"/>
              <a:ext cx="60960" cy="12065"/>
            </a:xfrm>
            <a:custGeom>
              <a:avLst/>
              <a:gdLst/>
              <a:ahLst/>
              <a:cxnLst/>
              <a:rect l="l" t="t" r="r" b="b"/>
              <a:pathLst>
                <a:path w="60960" h="12064">
                  <a:moveTo>
                    <a:pt x="48507" y="11786"/>
                  </a:moveTo>
                  <a:lnTo>
                    <a:pt x="60634" y="0"/>
                  </a:lnTo>
                  <a:lnTo>
                    <a:pt x="12126" y="0"/>
                  </a:lnTo>
                  <a:lnTo>
                    <a:pt x="0" y="11786"/>
                  </a:lnTo>
                  <a:lnTo>
                    <a:pt x="48507" y="11786"/>
                  </a:lnTo>
                  <a:close/>
                </a:path>
              </a:pathLst>
            </a:custGeom>
            <a:ln w="1179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3" name="object 223"/>
            <p:cNvSpPr/>
            <p:nvPr/>
          </p:nvSpPr>
          <p:spPr>
            <a:xfrm>
              <a:off x="5825230" y="4432305"/>
              <a:ext cx="24765" cy="1932939"/>
            </a:xfrm>
            <a:custGeom>
              <a:avLst/>
              <a:gdLst/>
              <a:ahLst/>
              <a:cxnLst/>
              <a:rect l="l" t="t" r="r" b="b"/>
              <a:pathLst>
                <a:path w="24764" h="1932939">
                  <a:moveTo>
                    <a:pt x="0" y="1932919"/>
                  </a:moveTo>
                  <a:lnTo>
                    <a:pt x="0" y="11786"/>
                  </a:lnTo>
                  <a:lnTo>
                    <a:pt x="24253" y="0"/>
                  </a:lnTo>
                  <a:lnTo>
                    <a:pt x="24253" y="1921133"/>
                  </a:lnTo>
                  <a:lnTo>
                    <a:pt x="0" y="1932919"/>
                  </a:lnTo>
                  <a:close/>
                </a:path>
              </a:pathLst>
            </a:custGeom>
            <a:solidFill>
              <a:srgbClr val="00664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4" name="object 224"/>
            <p:cNvSpPr/>
            <p:nvPr/>
          </p:nvSpPr>
          <p:spPr>
            <a:xfrm>
              <a:off x="5825230" y="4432305"/>
              <a:ext cx="24765" cy="1932939"/>
            </a:xfrm>
            <a:custGeom>
              <a:avLst/>
              <a:gdLst/>
              <a:ahLst/>
              <a:cxnLst/>
              <a:rect l="l" t="t" r="r" b="b"/>
              <a:pathLst>
                <a:path w="24764" h="1932939">
                  <a:moveTo>
                    <a:pt x="0" y="1932919"/>
                  </a:moveTo>
                  <a:lnTo>
                    <a:pt x="0" y="11786"/>
                  </a:lnTo>
                  <a:lnTo>
                    <a:pt x="24253" y="0"/>
                  </a:lnTo>
                  <a:lnTo>
                    <a:pt x="24253" y="1921133"/>
                  </a:lnTo>
                  <a:lnTo>
                    <a:pt x="0" y="1932919"/>
                  </a:lnTo>
                  <a:close/>
                </a:path>
              </a:pathLst>
            </a:custGeom>
            <a:ln w="1212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5" name="object 225"/>
            <p:cNvSpPr/>
            <p:nvPr/>
          </p:nvSpPr>
          <p:spPr>
            <a:xfrm>
              <a:off x="5788850" y="4444091"/>
              <a:ext cx="36830" cy="1921510"/>
            </a:xfrm>
            <a:custGeom>
              <a:avLst/>
              <a:gdLst/>
              <a:ahLst/>
              <a:cxnLst/>
              <a:rect l="l" t="t" r="r" b="b"/>
              <a:pathLst>
                <a:path w="36829" h="1921510">
                  <a:moveTo>
                    <a:pt x="36380" y="1921133"/>
                  </a:moveTo>
                  <a:lnTo>
                    <a:pt x="0" y="1921133"/>
                  </a:lnTo>
                  <a:lnTo>
                    <a:pt x="0" y="0"/>
                  </a:lnTo>
                  <a:lnTo>
                    <a:pt x="36380" y="0"/>
                  </a:lnTo>
                  <a:lnTo>
                    <a:pt x="36380" y="1921133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6" name="object 226"/>
            <p:cNvSpPr/>
            <p:nvPr/>
          </p:nvSpPr>
          <p:spPr>
            <a:xfrm>
              <a:off x="5788850" y="4444091"/>
              <a:ext cx="36830" cy="1921510"/>
            </a:xfrm>
            <a:custGeom>
              <a:avLst/>
              <a:gdLst/>
              <a:ahLst/>
              <a:cxnLst/>
              <a:rect l="l" t="t" r="r" b="b"/>
              <a:pathLst>
                <a:path w="36829" h="1921510">
                  <a:moveTo>
                    <a:pt x="0" y="1921133"/>
                  </a:moveTo>
                  <a:lnTo>
                    <a:pt x="0" y="0"/>
                  </a:lnTo>
                  <a:lnTo>
                    <a:pt x="36380" y="0"/>
                  </a:lnTo>
                  <a:lnTo>
                    <a:pt x="36380" y="1921133"/>
                  </a:lnTo>
                  <a:lnTo>
                    <a:pt x="0" y="1921133"/>
                  </a:lnTo>
                  <a:close/>
                </a:path>
              </a:pathLst>
            </a:custGeom>
            <a:ln w="1212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7" name="object 227"/>
            <p:cNvSpPr/>
            <p:nvPr/>
          </p:nvSpPr>
          <p:spPr>
            <a:xfrm>
              <a:off x="5788850" y="4432305"/>
              <a:ext cx="60960" cy="12065"/>
            </a:xfrm>
            <a:custGeom>
              <a:avLst/>
              <a:gdLst/>
              <a:ahLst/>
              <a:cxnLst/>
              <a:rect l="l" t="t" r="r" b="b"/>
              <a:pathLst>
                <a:path w="60960" h="12064">
                  <a:moveTo>
                    <a:pt x="36380" y="11786"/>
                  </a:moveTo>
                  <a:lnTo>
                    <a:pt x="0" y="11786"/>
                  </a:lnTo>
                  <a:lnTo>
                    <a:pt x="12126" y="0"/>
                  </a:lnTo>
                  <a:lnTo>
                    <a:pt x="60634" y="0"/>
                  </a:lnTo>
                  <a:lnTo>
                    <a:pt x="36380" y="11786"/>
                  </a:lnTo>
                  <a:close/>
                </a:path>
              </a:pathLst>
            </a:custGeom>
            <a:solidFill>
              <a:srgbClr val="00997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8" name="object 228"/>
            <p:cNvSpPr/>
            <p:nvPr/>
          </p:nvSpPr>
          <p:spPr>
            <a:xfrm>
              <a:off x="5788850" y="4432305"/>
              <a:ext cx="60960" cy="12065"/>
            </a:xfrm>
            <a:custGeom>
              <a:avLst/>
              <a:gdLst/>
              <a:ahLst/>
              <a:cxnLst/>
              <a:rect l="l" t="t" r="r" b="b"/>
              <a:pathLst>
                <a:path w="60960" h="12064">
                  <a:moveTo>
                    <a:pt x="36380" y="11786"/>
                  </a:moveTo>
                  <a:lnTo>
                    <a:pt x="60634" y="0"/>
                  </a:lnTo>
                  <a:lnTo>
                    <a:pt x="12126" y="0"/>
                  </a:lnTo>
                  <a:lnTo>
                    <a:pt x="0" y="11786"/>
                  </a:lnTo>
                  <a:lnTo>
                    <a:pt x="36380" y="11786"/>
                  </a:lnTo>
                  <a:close/>
                </a:path>
              </a:pathLst>
            </a:custGeom>
            <a:ln w="1179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9" name="object 229"/>
            <p:cNvSpPr/>
            <p:nvPr/>
          </p:nvSpPr>
          <p:spPr>
            <a:xfrm>
              <a:off x="5873738" y="5952711"/>
              <a:ext cx="12700" cy="412750"/>
            </a:xfrm>
            <a:custGeom>
              <a:avLst/>
              <a:gdLst/>
              <a:ahLst/>
              <a:cxnLst/>
              <a:rect l="l" t="t" r="r" b="b"/>
              <a:pathLst>
                <a:path w="12700" h="412750">
                  <a:moveTo>
                    <a:pt x="0" y="412513"/>
                  </a:moveTo>
                  <a:lnTo>
                    <a:pt x="0" y="11786"/>
                  </a:lnTo>
                  <a:lnTo>
                    <a:pt x="12126" y="0"/>
                  </a:lnTo>
                  <a:lnTo>
                    <a:pt x="12126" y="400727"/>
                  </a:lnTo>
                  <a:lnTo>
                    <a:pt x="0" y="412513"/>
                  </a:lnTo>
                  <a:close/>
                </a:path>
              </a:pathLst>
            </a:custGeom>
            <a:solidFill>
              <a:srgbClr val="1A1A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0" name="object 230"/>
            <p:cNvSpPr/>
            <p:nvPr/>
          </p:nvSpPr>
          <p:spPr>
            <a:xfrm>
              <a:off x="5873738" y="5952711"/>
              <a:ext cx="12700" cy="412750"/>
            </a:xfrm>
            <a:custGeom>
              <a:avLst/>
              <a:gdLst/>
              <a:ahLst/>
              <a:cxnLst/>
              <a:rect l="l" t="t" r="r" b="b"/>
              <a:pathLst>
                <a:path w="12700" h="412750">
                  <a:moveTo>
                    <a:pt x="0" y="412513"/>
                  </a:moveTo>
                  <a:lnTo>
                    <a:pt x="0" y="11786"/>
                  </a:lnTo>
                  <a:lnTo>
                    <a:pt x="12126" y="0"/>
                  </a:lnTo>
                  <a:lnTo>
                    <a:pt x="12126" y="400727"/>
                  </a:lnTo>
                  <a:lnTo>
                    <a:pt x="0" y="412513"/>
                  </a:lnTo>
                  <a:close/>
                </a:path>
              </a:pathLst>
            </a:custGeom>
            <a:ln w="1212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1" name="object 231"/>
            <p:cNvSpPr/>
            <p:nvPr/>
          </p:nvSpPr>
          <p:spPr>
            <a:xfrm>
              <a:off x="5825230" y="5964497"/>
              <a:ext cx="48895" cy="401320"/>
            </a:xfrm>
            <a:custGeom>
              <a:avLst/>
              <a:gdLst/>
              <a:ahLst/>
              <a:cxnLst/>
              <a:rect l="l" t="t" r="r" b="b"/>
              <a:pathLst>
                <a:path w="48895" h="401320">
                  <a:moveTo>
                    <a:pt x="48507" y="400727"/>
                  </a:moveTo>
                  <a:lnTo>
                    <a:pt x="0" y="400727"/>
                  </a:lnTo>
                  <a:lnTo>
                    <a:pt x="0" y="0"/>
                  </a:lnTo>
                  <a:lnTo>
                    <a:pt x="48507" y="0"/>
                  </a:lnTo>
                  <a:lnTo>
                    <a:pt x="48507" y="400727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2" name="object 232"/>
            <p:cNvSpPr/>
            <p:nvPr/>
          </p:nvSpPr>
          <p:spPr>
            <a:xfrm>
              <a:off x="5825230" y="5964497"/>
              <a:ext cx="48895" cy="401320"/>
            </a:xfrm>
            <a:custGeom>
              <a:avLst/>
              <a:gdLst/>
              <a:ahLst/>
              <a:cxnLst/>
              <a:rect l="l" t="t" r="r" b="b"/>
              <a:pathLst>
                <a:path w="48895" h="401320">
                  <a:moveTo>
                    <a:pt x="0" y="400727"/>
                  </a:moveTo>
                  <a:lnTo>
                    <a:pt x="0" y="0"/>
                  </a:lnTo>
                  <a:lnTo>
                    <a:pt x="48507" y="0"/>
                  </a:lnTo>
                  <a:lnTo>
                    <a:pt x="48507" y="400727"/>
                  </a:lnTo>
                  <a:lnTo>
                    <a:pt x="0" y="400727"/>
                  </a:lnTo>
                  <a:close/>
                </a:path>
              </a:pathLst>
            </a:custGeom>
            <a:ln w="121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3" name="object 233"/>
            <p:cNvSpPr/>
            <p:nvPr/>
          </p:nvSpPr>
          <p:spPr>
            <a:xfrm>
              <a:off x="5825230" y="5952711"/>
              <a:ext cx="60960" cy="12065"/>
            </a:xfrm>
            <a:custGeom>
              <a:avLst/>
              <a:gdLst/>
              <a:ahLst/>
              <a:cxnLst/>
              <a:rect l="l" t="t" r="r" b="b"/>
              <a:pathLst>
                <a:path w="60960" h="12064">
                  <a:moveTo>
                    <a:pt x="48507" y="11786"/>
                  </a:moveTo>
                  <a:lnTo>
                    <a:pt x="0" y="11786"/>
                  </a:lnTo>
                  <a:lnTo>
                    <a:pt x="24253" y="0"/>
                  </a:lnTo>
                  <a:lnTo>
                    <a:pt x="60634" y="0"/>
                  </a:lnTo>
                  <a:lnTo>
                    <a:pt x="48507" y="11786"/>
                  </a:lnTo>
                  <a:close/>
                </a:path>
              </a:pathLst>
            </a:custGeom>
            <a:solidFill>
              <a:srgbClr val="2626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4" name="object 234"/>
            <p:cNvSpPr/>
            <p:nvPr/>
          </p:nvSpPr>
          <p:spPr>
            <a:xfrm>
              <a:off x="5825230" y="5952711"/>
              <a:ext cx="60960" cy="12065"/>
            </a:xfrm>
            <a:custGeom>
              <a:avLst/>
              <a:gdLst/>
              <a:ahLst/>
              <a:cxnLst/>
              <a:rect l="l" t="t" r="r" b="b"/>
              <a:pathLst>
                <a:path w="60960" h="12064">
                  <a:moveTo>
                    <a:pt x="48507" y="11786"/>
                  </a:moveTo>
                  <a:lnTo>
                    <a:pt x="60634" y="0"/>
                  </a:lnTo>
                  <a:lnTo>
                    <a:pt x="24253" y="0"/>
                  </a:lnTo>
                  <a:lnTo>
                    <a:pt x="0" y="11786"/>
                  </a:lnTo>
                  <a:lnTo>
                    <a:pt x="48507" y="11786"/>
                  </a:lnTo>
                  <a:close/>
                </a:path>
              </a:pathLst>
            </a:custGeom>
            <a:ln w="1179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5" name="object 235"/>
            <p:cNvSpPr/>
            <p:nvPr/>
          </p:nvSpPr>
          <p:spPr>
            <a:xfrm>
              <a:off x="5922245" y="6353438"/>
              <a:ext cx="60960" cy="12065"/>
            </a:xfrm>
            <a:custGeom>
              <a:avLst/>
              <a:gdLst/>
              <a:ahLst/>
              <a:cxnLst/>
              <a:rect l="l" t="t" r="r" b="b"/>
              <a:pathLst>
                <a:path w="60960" h="12064">
                  <a:moveTo>
                    <a:pt x="48507" y="11786"/>
                  </a:moveTo>
                  <a:lnTo>
                    <a:pt x="0" y="11786"/>
                  </a:lnTo>
                  <a:lnTo>
                    <a:pt x="24253" y="0"/>
                  </a:lnTo>
                  <a:lnTo>
                    <a:pt x="60634" y="0"/>
                  </a:lnTo>
                  <a:lnTo>
                    <a:pt x="48507" y="11786"/>
                  </a:lnTo>
                  <a:close/>
                </a:path>
              </a:pathLst>
            </a:custGeom>
            <a:solidFill>
              <a:srgbClr val="00997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6" name="object 236"/>
            <p:cNvSpPr/>
            <p:nvPr/>
          </p:nvSpPr>
          <p:spPr>
            <a:xfrm>
              <a:off x="5922245" y="6353438"/>
              <a:ext cx="60960" cy="12065"/>
            </a:xfrm>
            <a:custGeom>
              <a:avLst/>
              <a:gdLst/>
              <a:ahLst/>
              <a:cxnLst/>
              <a:rect l="l" t="t" r="r" b="b"/>
              <a:pathLst>
                <a:path w="60960" h="12064">
                  <a:moveTo>
                    <a:pt x="48507" y="11786"/>
                  </a:moveTo>
                  <a:lnTo>
                    <a:pt x="60634" y="0"/>
                  </a:lnTo>
                  <a:lnTo>
                    <a:pt x="24253" y="0"/>
                  </a:lnTo>
                  <a:lnTo>
                    <a:pt x="0" y="11786"/>
                  </a:lnTo>
                  <a:lnTo>
                    <a:pt x="48507" y="11786"/>
                  </a:lnTo>
                  <a:close/>
                </a:path>
              </a:pathLst>
            </a:custGeom>
            <a:ln w="1179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7" name="object 237"/>
            <p:cNvSpPr/>
            <p:nvPr/>
          </p:nvSpPr>
          <p:spPr>
            <a:xfrm>
              <a:off x="5970753" y="6353438"/>
              <a:ext cx="48895" cy="12065"/>
            </a:xfrm>
            <a:custGeom>
              <a:avLst/>
              <a:gdLst/>
              <a:ahLst/>
              <a:cxnLst/>
              <a:rect l="l" t="t" r="r" b="b"/>
              <a:pathLst>
                <a:path w="48895" h="12064">
                  <a:moveTo>
                    <a:pt x="36380" y="11786"/>
                  </a:moveTo>
                  <a:lnTo>
                    <a:pt x="0" y="11786"/>
                  </a:lnTo>
                  <a:lnTo>
                    <a:pt x="12126" y="0"/>
                  </a:lnTo>
                  <a:lnTo>
                    <a:pt x="48507" y="0"/>
                  </a:lnTo>
                  <a:lnTo>
                    <a:pt x="36380" y="11786"/>
                  </a:lnTo>
                  <a:close/>
                </a:path>
              </a:pathLst>
            </a:custGeom>
            <a:solidFill>
              <a:srgbClr val="2626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8" name="object 238"/>
            <p:cNvSpPr/>
            <p:nvPr/>
          </p:nvSpPr>
          <p:spPr>
            <a:xfrm>
              <a:off x="5970753" y="6353438"/>
              <a:ext cx="48895" cy="12065"/>
            </a:xfrm>
            <a:custGeom>
              <a:avLst/>
              <a:gdLst/>
              <a:ahLst/>
              <a:cxnLst/>
              <a:rect l="l" t="t" r="r" b="b"/>
              <a:pathLst>
                <a:path w="48895" h="12064">
                  <a:moveTo>
                    <a:pt x="36380" y="11786"/>
                  </a:moveTo>
                  <a:lnTo>
                    <a:pt x="48507" y="0"/>
                  </a:lnTo>
                  <a:lnTo>
                    <a:pt x="12126" y="0"/>
                  </a:lnTo>
                  <a:lnTo>
                    <a:pt x="0" y="11786"/>
                  </a:lnTo>
                  <a:lnTo>
                    <a:pt x="36380" y="11786"/>
                  </a:lnTo>
                  <a:close/>
                </a:path>
              </a:pathLst>
            </a:custGeom>
            <a:ln w="118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9" name="object 239"/>
            <p:cNvSpPr/>
            <p:nvPr/>
          </p:nvSpPr>
          <p:spPr>
            <a:xfrm>
              <a:off x="6104149" y="4290872"/>
              <a:ext cx="12700" cy="2074545"/>
            </a:xfrm>
            <a:custGeom>
              <a:avLst/>
              <a:gdLst/>
              <a:ahLst/>
              <a:cxnLst/>
              <a:rect l="l" t="t" r="r" b="b"/>
              <a:pathLst>
                <a:path w="12700" h="2074545">
                  <a:moveTo>
                    <a:pt x="0" y="2074352"/>
                  </a:moveTo>
                  <a:lnTo>
                    <a:pt x="0" y="11786"/>
                  </a:lnTo>
                  <a:lnTo>
                    <a:pt x="12126" y="0"/>
                  </a:lnTo>
                  <a:lnTo>
                    <a:pt x="12126" y="2062566"/>
                  </a:lnTo>
                  <a:lnTo>
                    <a:pt x="0" y="2074352"/>
                  </a:lnTo>
                  <a:close/>
                </a:path>
              </a:pathLst>
            </a:custGeom>
            <a:solidFill>
              <a:srgbClr val="00664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0" name="object 240"/>
            <p:cNvSpPr/>
            <p:nvPr/>
          </p:nvSpPr>
          <p:spPr>
            <a:xfrm>
              <a:off x="6104149" y="4290872"/>
              <a:ext cx="12700" cy="2074545"/>
            </a:xfrm>
            <a:custGeom>
              <a:avLst/>
              <a:gdLst/>
              <a:ahLst/>
              <a:cxnLst/>
              <a:rect l="l" t="t" r="r" b="b"/>
              <a:pathLst>
                <a:path w="12700" h="2074545">
                  <a:moveTo>
                    <a:pt x="0" y="2074352"/>
                  </a:moveTo>
                  <a:lnTo>
                    <a:pt x="0" y="11786"/>
                  </a:lnTo>
                  <a:lnTo>
                    <a:pt x="12126" y="0"/>
                  </a:lnTo>
                  <a:lnTo>
                    <a:pt x="12126" y="2062566"/>
                  </a:lnTo>
                  <a:lnTo>
                    <a:pt x="0" y="2074352"/>
                  </a:lnTo>
                  <a:close/>
                </a:path>
              </a:pathLst>
            </a:custGeom>
            <a:ln w="1212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1" name="object 241"/>
            <p:cNvSpPr/>
            <p:nvPr/>
          </p:nvSpPr>
          <p:spPr>
            <a:xfrm>
              <a:off x="6067768" y="4302658"/>
              <a:ext cx="36830" cy="2063114"/>
            </a:xfrm>
            <a:custGeom>
              <a:avLst/>
              <a:gdLst/>
              <a:ahLst/>
              <a:cxnLst/>
              <a:rect l="l" t="t" r="r" b="b"/>
              <a:pathLst>
                <a:path w="36829" h="2063114">
                  <a:moveTo>
                    <a:pt x="36380" y="2062566"/>
                  </a:moveTo>
                  <a:lnTo>
                    <a:pt x="0" y="2062566"/>
                  </a:lnTo>
                  <a:lnTo>
                    <a:pt x="0" y="0"/>
                  </a:lnTo>
                  <a:lnTo>
                    <a:pt x="36380" y="0"/>
                  </a:lnTo>
                  <a:lnTo>
                    <a:pt x="36380" y="2062566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2" name="object 242"/>
            <p:cNvSpPr/>
            <p:nvPr/>
          </p:nvSpPr>
          <p:spPr>
            <a:xfrm>
              <a:off x="6067768" y="4302658"/>
              <a:ext cx="36830" cy="2063114"/>
            </a:xfrm>
            <a:custGeom>
              <a:avLst/>
              <a:gdLst/>
              <a:ahLst/>
              <a:cxnLst/>
              <a:rect l="l" t="t" r="r" b="b"/>
              <a:pathLst>
                <a:path w="36829" h="2063114">
                  <a:moveTo>
                    <a:pt x="0" y="2062566"/>
                  </a:moveTo>
                  <a:lnTo>
                    <a:pt x="0" y="0"/>
                  </a:lnTo>
                  <a:lnTo>
                    <a:pt x="36380" y="0"/>
                  </a:lnTo>
                  <a:lnTo>
                    <a:pt x="36380" y="2062566"/>
                  </a:lnTo>
                  <a:lnTo>
                    <a:pt x="0" y="2062566"/>
                  </a:lnTo>
                  <a:close/>
                </a:path>
              </a:pathLst>
            </a:custGeom>
            <a:ln w="1212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3" name="object 243"/>
            <p:cNvSpPr/>
            <p:nvPr/>
          </p:nvSpPr>
          <p:spPr>
            <a:xfrm>
              <a:off x="6067768" y="4290872"/>
              <a:ext cx="48895" cy="12065"/>
            </a:xfrm>
            <a:custGeom>
              <a:avLst/>
              <a:gdLst/>
              <a:ahLst/>
              <a:cxnLst/>
              <a:rect l="l" t="t" r="r" b="b"/>
              <a:pathLst>
                <a:path w="48895" h="12064">
                  <a:moveTo>
                    <a:pt x="36380" y="11786"/>
                  </a:moveTo>
                  <a:lnTo>
                    <a:pt x="0" y="11786"/>
                  </a:lnTo>
                  <a:lnTo>
                    <a:pt x="12126" y="0"/>
                  </a:lnTo>
                  <a:lnTo>
                    <a:pt x="48507" y="0"/>
                  </a:lnTo>
                  <a:lnTo>
                    <a:pt x="36380" y="11786"/>
                  </a:lnTo>
                  <a:close/>
                </a:path>
              </a:pathLst>
            </a:custGeom>
            <a:solidFill>
              <a:srgbClr val="00997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4" name="object 244"/>
            <p:cNvSpPr/>
            <p:nvPr/>
          </p:nvSpPr>
          <p:spPr>
            <a:xfrm>
              <a:off x="6067768" y="4290872"/>
              <a:ext cx="48895" cy="12065"/>
            </a:xfrm>
            <a:custGeom>
              <a:avLst/>
              <a:gdLst/>
              <a:ahLst/>
              <a:cxnLst/>
              <a:rect l="l" t="t" r="r" b="b"/>
              <a:pathLst>
                <a:path w="48895" h="12064">
                  <a:moveTo>
                    <a:pt x="36380" y="11786"/>
                  </a:moveTo>
                  <a:lnTo>
                    <a:pt x="48507" y="0"/>
                  </a:lnTo>
                  <a:lnTo>
                    <a:pt x="12126" y="0"/>
                  </a:lnTo>
                  <a:lnTo>
                    <a:pt x="0" y="11786"/>
                  </a:lnTo>
                  <a:lnTo>
                    <a:pt x="36380" y="11786"/>
                  </a:lnTo>
                  <a:close/>
                </a:path>
              </a:pathLst>
            </a:custGeom>
            <a:ln w="118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5" name="object 245"/>
            <p:cNvSpPr/>
            <p:nvPr/>
          </p:nvSpPr>
          <p:spPr>
            <a:xfrm>
              <a:off x="6140529" y="5881995"/>
              <a:ext cx="12700" cy="483234"/>
            </a:xfrm>
            <a:custGeom>
              <a:avLst/>
              <a:gdLst/>
              <a:ahLst/>
              <a:cxnLst/>
              <a:rect l="l" t="t" r="r" b="b"/>
              <a:pathLst>
                <a:path w="12700" h="483235">
                  <a:moveTo>
                    <a:pt x="0" y="483229"/>
                  </a:moveTo>
                  <a:lnTo>
                    <a:pt x="0" y="11786"/>
                  </a:lnTo>
                  <a:lnTo>
                    <a:pt x="12126" y="0"/>
                  </a:lnTo>
                  <a:lnTo>
                    <a:pt x="12126" y="471443"/>
                  </a:lnTo>
                  <a:lnTo>
                    <a:pt x="0" y="483229"/>
                  </a:lnTo>
                  <a:close/>
                </a:path>
              </a:pathLst>
            </a:custGeom>
            <a:solidFill>
              <a:srgbClr val="1A1A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6" name="object 246"/>
            <p:cNvSpPr/>
            <p:nvPr/>
          </p:nvSpPr>
          <p:spPr>
            <a:xfrm>
              <a:off x="6140529" y="5881995"/>
              <a:ext cx="12700" cy="483234"/>
            </a:xfrm>
            <a:custGeom>
              <a:avLst/>
              <a:gdLst/>
              <a:ahLst/>
              <a:cxnLst/>
              <a:rect l="l" t="t" r="r" b="b"/>
              <a:pathLst>
                <a:path w="12700" h="483235">
                  <a:moveTo>
                    <a:pt x="0" y="483229"/>
                  </a:moveTo>
                  <a:lnTo>
                    <a:pt x="0" y="11786"/>
                  </a:lnTo>
                  <a:lnTo>
                    <a:pt x="12126" y="0"/>
                  </a:lnTo>
                  <a:lnTo>
                    <a:pt x="12126" y="471443"/>
                  </a:lnTo>
                  <a:lnTo>
                    <a:pt x="0" y="483229"/>
                  </a:lnTo>
                  <a:close/>
                </a:path>
              </a:pathLst>
            </a:custGeom>
            <a:ln w="1212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7" name="object 247"/>
            <p:cNvSpPr/>
            <p:nvPr/>
          </p:nvSpPr>
          <p:spPr>
            <a:xfrm>
              <a:off x="6104149" y="5893781"/>
              <a:ext cx="36830" cy="471805"/>
            </a:xfrm>
            <a:custGeom>
              <a:avLst/>
              <a:gdLst/>
              <a:ahLst/>
              <a:cxnLst/>
              <a:rect l="l" t="t" r="r" b="b"/>
              <a:pathLst>
                <a:path w="36829" h="471804">
                  <a:moveTo>
                    <a:pt x="36380" y="471443"/>
                  </a:moveTo>
                  <a:lnTo>
                    <a:pt x="0" y="471443"/>
                  </a:lnTo>
                  <a:lnTo>
                    <a:pt x="0" y="0"/>
                  </a:lnTo>
                  <a:lnTo>
                    <a:pt x="36380" y="0"/>
                  </a:lnTo>
                  <a:lnTo>
                    <a:pt x="36380" y="471443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8" name="object 248"/>
            <p:cNvSpPr/>
            <p:nvPr/>
          </p:nvSpPr>
          <p:spPr>
            <a:xfrm>
              <a:off x="6104149" y="5893781"/>
              <a:ext cx="36830" cy="471805"/>
            </a:xfrm>
            <a:custGeom>
              <a:avLst/>
              <a:gdLst/>
              <a:ahLst/>
              <a:cxnLst/>
              <a:rect l="l" t="t" r="r" b="b"/>
              <a:pathLst>
                <a:path w="36829" h="471804">
                  <a:moveTo>
                    <a:pt x="0" y="471443"/>
                  </a:moveTo>
                  <a:lnTo>
                    <a:pt x="0" y="0"/>
                  </a:lnTo>
                  <a:lnTo>
                    <a:pt x="36380" y="0"/>
                  </a:lnTo>
                  <a:lnTo>
                    <a:pt x="36380" y="471443"/>
                  </a:lnTo>
                  <a:lnTo>
                    <a:pt x="0" y="471443"/>
                  </a:lnTo>
                  <a:close/>
                </a:path>
              </a:pathLst>
            </a:custGeom>
            <a:ln w="121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9" name="object 249"/>
            <p:cNvSpPr/>
            <p:nvPr/>
          </p:nvSpPr>
          <p:spPr>
            <a:xfrm>
              <a:off x="6104149" y="5881995"/>
              <a:ext cx="48895" cy="12065"/>
            </a:xfrm>
            <a:custGeom>
              <a:avLst/>
              <a:gdLst/>
              <a:ahLst/>
              <a:cxnLst/>
              <a:rect l="l" t="t" r="r" b="b"/>
              <a:pathLst>
                <a:path w="48895" h="12064">
                  <a:moveTo>
                    <a:pt x="36380" y="11786"/>
                  </a:moveTo>
                  <a:lnTo>
                    <a:pt x="0" y="11786"/>
                  </a:lnTo>
                  <a:lnTo>
                    <a:pt x="12126" y="0"/>
                  </a:lnTo>
                  <a:lnTo>
                    <a:pt x="48507" y="0"/>
                  </a:lnTo>
                  <a:lnTo>
                    <a:pt x="36380" y="11786"/>
                  </a:lnTo>
                  <a:close/>
                </a:path>
              </a:pathLst>
            </a:custGeom>
            <a:solidFill>
              <a:srgbClr val="2626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0" name="object 250"/>
            <p:cNvSpPr/>
            <p:nvPr/>
          </p:nvSpPr>
          <p:spPr>
            <a:xfrm>
              <a:off x="6104149" y="5881995"/>
              <a:ext cx="48895" cy="12065"/>
            </a:xfrm>
            <a:custGeom>
              <a:avLst/>
              <a:gdLst/>
              <a:ahLst/>
              <a:cxnLst/>
              <a:rect l="l" t="t" r="r" b="b"/>
              <a:pathLst>
                <a:path w="48895" h="12064">
                  <a:moveTo>
                    <a:pt x="36380" y="11786"/>
                  </a:moveTo>
                  <a:lnTo>
                    <a:pt x="48507" y="0"/>
                  </a:lnTo>
                  <a:lnTo>
                    <a:pt x="12126" y="0"/>
                  </a:lnTo>
                  <a:lnTo>
                    <a:pt x="0" y="11786"/>
                  </a:lnTo>
                  <a:lnTo>
                    <a:pt x="36380" y="11786"/>
                  </a:lnTo>
                  <a:close/>
                </a:path>
              </a:pathLst>
            </a:custGeom>
            <a:ln w="118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1" name="object 251"/>
            <p:cNvSpPr/>
            <p:nvPr/>
          </p:nvSpPr>
          <p:spPr>
            <a:xfrm>
              <a:off x="6237544" y="4066936"/>
              <a:ext cx="12700" cy="2298700"/>
            </a:xfrm>
            <a:custGeom>
              <a:avLst/>
              <a:gdLst/>
              <a:ahLst/>
              <a:cxnLst/>
              <a:rect l="l" t="t" r="r" b="b"/>
              <a:pathLst>
                <a:path w="12700" h="2298700">
                  <a:moveTo>
                    <a:pt x="0" y="2298288"/>
                  </a:moveTo>
                  <a:lnTo>
                    <a:pt x="0" y="11786"/>
                  </a:lnTo>
                  <a:lnTo>
                    <a:pt x="12126" y="0"/>
                  </a:lnTo>
                  <a:lnTo>
                    <a:pt x="12126" y="2286502"/>
                  </a:lnTo>
                  <a:lnTo>
                    <a:pt x="0" y="2298288"/>
                  </a:lnTo>
                  <a:close/>
                </a:path>
              </a:pathLst>
            </a:custGeom>
            <a:solidFill>
              <a:srgbClr val="00664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2" name="object 252"/>
            <p:cNvSpPr/>
            <p:nvPr/>
          </p:nvSpPr>
          <p:spPr>
            <a:xfrm>
              <a:off x="6237544" y="4066936"/>
              <a:ext cx="12700" cy="2298700"/>
            </a:xfrm>
            <a:custGeom>
              <a:avLst/>
              <a:gdLst/>
              <a:ahLst/>
              <a:cxnLst/>
              <a:rect l="l" t="t" r="r" b="b"/>
              <a:pathLst>
                <a:path w="12700" h="2298700">
                  <a:moveTo>
                    <a:pt x="0" y="2298288"/>
                  </a:moveTo>
                  <a:lnTo>
                    <a:pt x="0" y="11786"/>
                  </a:lnTo>
                  <a:lnTo>
                    <a:pt x="12126" y="0"/>
                  </a:lnTo>
                  <a:lnTo>
                    <a:pt x="12126" y="2286502"/>
                  </a:lnTo>
                  <a:lnTo>
                    <a:pt x="0" y="2298288"/>
                  </a:lnTo>
                  <a:close/>
                </a:path>
              </a:pathLst>
            </a:custGeom>
            <a:ln w="1212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3" name="object 253"/>
            <p:cNvSpPr/>
            <p:nvPr/>
          </p:nvSpPr>
          <p:spPr>
            <a:xfrm>
              <a:off x="6201164" y="4078722"/>
              <a:ext cx="36830" cy="2286635"/>
            </a:xfrm>
            <a:custGeom>
              <a:avLst/>
              <a:gdLst/>
              <a:ahLst/>
              <a:cxnLst/>
              <a:rect l="l" t="t" r="r" b="b"/>
              <a:pathLst>
                <a:path w="36829" h="2286635">
                  <a:moveTo>
                    <a:pt x="36380" y="2286502"/>
                  </a:moveTo>
                  <a:lnTo>
                    <a:pt x="0" y="2286502"/>
                  </a:lnTo>
                  <a:lnTo>
                    <a:pt x="0" y="0"/>
                  </a:lnTo>
                  <a:lnTo>
                    <a:pt x="36380" y="0"/>
                  </a:lnTo>
                  <a:lnTo>
                    <a:pt x="36380" y="2286502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4" name="object 254"/>
            <p:cNvSpPr/>
            <p:nvPr/>
          </p:nvSpPr>
          <p:spPr>
            <a:xfrm>
              <a:off x="6201164" y="4078722"/>
              <a:ext cx="36830" cy="2286635"/>
            </a:xfrm>
            <a:custGeom>
              <a:avLst/>
              <a:gdLst/>
              <a:ahLst/>
              <a:cxnLst/>
              <a:rect l="l" t="t" r="r" b="b"/>
              <a:pathLst>
                <a:path w="36829" h="2286635">
                  <a:moveTo>
                    <a:pt x="0" y="2286502"/>
                  </a:moveTo>
                  <a:lnTo>
                    <a:pt x="0" y="0"/>
                  </a:lnTo>
                  <a:lnTo>
                    <a:pt x="36380" y="0"/>
                  </a:lnTo>
                  <a:lnTo>
                    <a:pt x="36380" y="2286502"/>
                  </a:lnTo>
                  <a:lnTo>
                    <a:pt x="0" y="2286502"/>
                  </a:lnTo>
                  <a:close/>
                </a:path>
              </a:pathLst>
            </a:custGeom>
            <a:ln w="1212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5" name="object 255"/>
            <p:cNvSpPr/>
            <p:nvPr/>
          </p:nvSpPr>
          <p:spPr>
            <a:xfrm>
              <a:off x="6201164" y="4066936"/>
              <a:ext cx="48895" cy="12065"/>
            </a:xfrm>
            <a:custGeom>
              <a:avLst/>
              <a:gdLst/>
              <a:ahLst/>
              <a:cxnLst/>
              <a:rect l="l" t="t" r="r" b="b"/>
              <a:pathLst>
                <a:path w="48895" h="12064">
                  <a:moveTo>
                    <a:pt x="36380" y="11786"/>
                  </a:moveTo>
                  <a:lnTo>
                    <a:pt x="0" y="11786"/>
                  </a:lnTo>
                  <a:lnTo>
                    <a:pt x="12126" y="0"/>
                  </a:lnTo>
                  <a:lnTo>
                    <a:pt x="48507" y="0"/>
                  </a:lnTo>
                  <a:lnTo>
                    <a:pt x="36380" y="11786"/>
                  </a:lnTo>
                  <a:close/>
                </a:path>
              </a:pathLst>
            </a:custGeom>
            <a:solidFill>
              <a:srgbClr val="00997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6" name="object 256"/>
            <p:cNvSpPr/>
            <p:nvPr/>
          </p:nvSpPr>
          <p:spPr>
            <a:xfrm>
              <a:off x="6201164" y="4066936"/>
              <a:ext cx="48895" cy="12065"/>
            </a:xfrm>
            <a:custGeom>
              <a:avLst/>
              <a:gdLst/>
              <a:ahLst/>
              <a:cxnLst/>
              <a:rect l="l" t="t" r="r" b="b"/>
              <a:pathLst>
                <a:path w="48895" h="12064">
                  <a:moveTo>
                    <a:pt x="36380" y="11786"/>
                  </a:moveTo>
                  <a:lnTo>
                    <a:pt x="48507" y="0"/>
                  </a:lnTo>
                  <a:lnTo>
                    <a:pt x="12126" y="0"/>
                  </a:lnTo>
                  <a:lnTo>
                    <a:pt x="0" y="11786"/>
                  </a:lnTo>
                  <a:lnTo>
                    <a:pt x="36380" y="11786"/>
                  </a:lnTo>
                  <a:close/>
                </a:path>
              </a:pathLst>
            </a:custGeom>
            <a:ln w="118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7" name="object 257"/>
            <p:cNvSpPr/>
            <p:nvPr/>
          </p:nvSpPr>
          <p:spPr>
            <a:xfrm>
              <a:off x="6273925" y="5775920"/>
              <a:ext cx="12700" cy="589915"/>
            </a:xfrm>
            <a:custGeom>
              <a:avLst/>
              <a:gdLst/>
              <a:ahLst/>
              <a:cxnLst/>
              <a:rect l="l" t="t" r="r" b="b"/>
              <a:pathLst>
                <a:path w="12700" h="589914">
                  <a:moveTo>
                    <a:pt x="0" y="589304"/>
                  </a:moveTo>
                  <a:lnTo>
                    <a:pt x="0" y="11786"/>
                  </a:lnTo>
                  <a:lnTo>
                    <a:pt x="12126" y="0"/>
                  </a:lnTo>
                  <a:lnTo>
                    <a:pt x="12126" y="577518"/>
                  </a:lnTo>
                  <a:lnTo>
                    <a:pt x="0" y="589304"/>
                  </a:lnTo>
                  <a:close/>
                </a:path>
              </a:pathLst>
            </a:custGeom>
            <a:solidFill>
              <a:srgbClr val="1A1A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8" name="object 258"/>
            <p:cNvSpPr/>
            <p:nvPr/>
          </p:nvSpPr>
          <p:spPr>
            <a:xfrm>
              <a:off x="6273925" y="5775920"/>
              <a:ext cx="12700" cy="589915"/>
            </a:xfrm>
            <a:custGeom>
              <a:avLst/>
              <a:gdLst/>
              <a:ahLst/>
              <a:cxnLst/>
              <a:rect l="l" t="t" r="r" b="b"/>
              <a:pathLst>
                <a:path w="12700" h="589914">
                  <a:moveTo>
                    <a:pt x="0" y="589304"/>
                  </a:moveTo>
                  <a:lnTo>
                    <a:pt x="0" y="11786"/>
                  </a:lnTo>
                  <a:lnTo>
                    <a:pt x="12126" y="0"/>
                  </a:lnTo>
                  <a:lnTo>
                    <a:pt x="12126" y="577518"/>
                  </a:lnTo>
                  <a:lnTo>
                    <a:pt x="0" y="589304"/>
                  </a:lnTo>
                  <a:close/>
                </a:path>
              </a:pathLst>
            </a:custGeom>
            <a:ln w="1212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9" name="object 259"/>
            <p:cNvSpPr/>
            <p:nvPr/>
          </p:nvSpPr>
          <p:spPr>
            <a:xfrm>
              <a:off x="6237544" y="5787706"/>
              <a:ext cx="36830" cy="577850"/>
            </a:xfrm>
            <a:custGeom>
              <a:avLst/>
              <a:gdLst/>
              <a:ahLst/>
              <a:cxnLst/>
              <a:rect l="l" t="t" r="r" b="b"/>
              <a:pathLst>
                <a:path w="36829" h="577850">
                  <a:moveTo>
                    <a:pt x="36380" y="577518"/>
                  </a:moveTo>
                  <a:lnTo>
                    <a:pt x="0" y="577518"/>
                  </a:lnTo>
                  <a:lnTo>
                    <a:pt x="0" y="0"/>
                  </a:lnTo>
                  <a:lnTo>
                    <a:pt x="36380" y="0"/>
                  </a:lnTo>
                  <a:lnTo>
                    <a:pt x="36380" y="577518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0" name="object 260"/>
            <p:cNvSpPr/>
            <p:nvPr/>
          </p:nvSpPr>
          <p:spPr>
            <a:xfrm>
              <a:off x="6237544" y="5787706"/>
              <a:ext cx="36830" cy="577850"/>
            </a:xfrm>
            <a:custGeom>
              <a:avLst/>
              <a:gdLst/>
              <a:ahLst/>
              <a:cxnLst/>
              <a:rect l="l" t="t" r="r" b="b"/>
              <a:pathLst>
                <a:path w="36829" h="577850">
                  <a:moveTo>
                    <a:pt x="0" y="577518"/>
                  </a:moveTo>
                  <a:lnTo>
                    <a:pt x="0" y="0"/>
                  </a:lnTo>
                  <a:lnTo>
                    <a:pt x="36380" y="0"/>
                  </a:lnTo>
                  <a:lnTo>
                    <a:pt x="36380" y="577518"/>
                  </a:lnTo>
                  <a:lnTo>
                    <a:pt x="0" y="577518"/>
                  </a:lnTo>
                  <a:close/>
                </a:path>
              </a:pathLst>
            </a:custGeom>
            <a:ln w="121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1" name="object 261"/>
            <p:cNvSpPr/>
            <p:nvPr/>
          </p:nvSpPr>
          <p:spPr>
            <a:xfrm>
              <a:off x="6237544" y="5775920"/>
              <a:ext cx="48895" cy="12065"/>
            </a:xfrm>
            <a:custGeom>
              <a:avLst/>
              <a:gdLst/>
              <a:ahLst/>
              <a:cxnLst/>
              <a:rect l="l" t="t" r="r" b="b"/>
              <a:pathLst>
                <a:path w="48895" h="12064">
                  <a:moveTo>
                    <a:pt x="36380" y="11786"/>
                  </a:moveTo>
                  <a:lnTo>
                    <a:pt x="0" y="11786"/>
                  </a:lnTo>
                  <a:lnTo>
                    <a:pt x="12126" y="0"/>
                  </a:lnTo>
                  <a:lnTo>
                    <a:pt x="48507" y="0"/>
                  </a:lnTo>
                  <a:lnTo>
                    <a:pt x="36380" y="11786"/>
                  </a:lnTo>
                  <a:close/>
                </a:path>
              </a:pathLst>
            </a:custGeom>
            <a:solidFill>
              <a:srgbClr val="2626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2" name="object 262"/>
            <p:cNvSpPr/>
            <p:nvPr/>
          </p:nvSpPr>
          <p:spPr>
            <a:xfrm>
              <a:off x="6237544" y="5775920"/>
              <a:ext cx="48895" cy="12065"/>
            </a:xfrm>
            <a:custGeom>
              <a:avLst/>
              <a:gdLst/>
              <a:ahLst/>
              <a:cxnLst/>
              <a:rect l="l" t="t" r="r" b="b"/>
              <a:pathLst>
                <a:path w="48895" h="12064">
                  <a:moveTo>
                    <a:pt x="36380" y="11786"/>
                  </a:moveTo>
                  <a:lnTo>
                    <a:pt x="48507" y="0"/>
                  </a:lnTo>
                  <a:lnTo>
                    <a:pt x="12126" y="0"/>
                  </a:lnTo>
                  <a:lnTo>
                    <a:pt x="0" y="11786"/>
                  </a:lnTo>
                  <a:lnTo>
                    <a:pt x="36380" y="11786"/>
                  </a:lnTo>
                  <a:close/>
                </a:path>
              </a:pathLst>
            </a:custGeom>
            <a:ln w="118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3" name="object 263"/>
            <p:cNvSpPr/>
            <p:nvPr/>
          </p:nvSpPr>
          <p:spPr>
            <a:xfrm>
              <a:off x="6370940" y="4066936"/>
              <a:ext cx="12700" cy="2298700"/>
            </a:xfrm>
            <a:custGeom>
              <a:avLst/>
              <a:gdLst/>
              <a:ahLst/>
              <a:cxnLst/>
              <a:rect l="l" t="t" r="r" b="b"/>
              <a:pathLst>
                <a:path w="12700" h="2298700">
                  <a:moveTo>
                    <a:pt x="0" y="2298288"/>
                  </a:moveTo>
                  <a:lnTo>
                    <a:pt x="0" y="11786"/>
                  </a:lnTo>
                  <a:lnTo>
                    <a:pt x="12126" y="0"/>
                  </a:lnTo>
                  <a:lnTo>
                    <a:pt x="12126" y="2286502"/>
                  </a:lnTo>
                  <a:lnTo>
                    <a:pt x="0" y="2298288"/>
                  </a:lnTo>
                  <a:close/>
                </a:path>
              </a:pathLst>
            </a:custGeom>
            <a:solidFill>
              <a:srgbClr val="00664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4" name="object 264"/>
            <p:cNvSpPr/>
            <p:nvPr/>
          </p:nvSpPr>
          <p:spPr>
            <a:xfrm>
              <a:off x="6370940" y="4066936"/>
              <a:ext cx="12700" cy="2298700"/>
            </a:xfrm>
            <a:custGeom>
              <a:avLst/>
              <a:gdLst/>
              <a:ahLst/>
              <a:cxnLst/>
              <a:rect l="l" t="t" r="r" b="b"/>
              <a:pathLst>
                <a:path w="12700" h="2298700">
                  <a:moveTo>
                    <a:pt x="0" y="2298288"/>
                  </a:moveTo>
                  <a:lnTo>
                    <a:pt x="0" y="11786"/>
                  </a:lnTo>
                  <a:lnTo>
                    <a:pt x="12126" y="0"/>
                  </a:lnTo>
                  <a:lnTo>
                    <a:pt x="12126" y="2286502"/>
                  </a:lnTo>
                  <a:lnTo>
                    <a:pt x="0" y="2298288"/>
                  </a:lnTo>
                  <a:close/>
                </a:path>
              </a:pathLst>
            </a:custGeom>
            <a:ln w="1212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5" name="object 265"/>
            <p:cNvSpPr/>
            <p:nvPr/>
          </p:nvSpPr>
          <p:spPr>
            <a:xfrm>
              <a:off x="6334560" y="4078722"/>
              <a:ext cx="36830" cy="2286635"/>
            </a:xfrm>
            <a:custGeom>
              <a:avLst/>
              <a:gdLst/>
              <a:ahLst/>
              <a:cxnLst/>
              <a:rect l="l" t="t" r="r" b="b"/>
              <a:pathLst>
                <a:path w="36829" h="2286635">
                  <a:moveTo>
                    <a:pt x="36380" y="2286502"/>
                  </a:moveTo>
                  <a:lnTo>
                    <a:pt x="0" y="2286502"/>
                  </a:lnTo>
                  <a:lnTo>
                    <a:pt x="0" y="0"/>
                  </a:lnTo>
                  <a:lnTo>
                    <a:pt x="36380" y="0"/>
                  </a:lnTo>
                  <a:lnTo>
                    <a:pt x="36380" y="2286502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6" name="object 266"/>
            <p:cNvSpPr/>
            <p:nvPr/>
          </p:nvSpPr>
          <p:spPr>
            <a:xfrm>
              <a:off x="6334560" y="4078722"/>
              <a:ext cx="36830" cy="2286635"/>
            </a:xfrm>
            <a:custGeom>
              <a:avLst/>
              <a:gdLst/>
              <a:ahLst/>
              <a:cxnLst/>
              <a:rect l="l" t="t" r="r" b="b"/>
              <a:pathLst>
                <a:path w="36829" h="2286635">
                  <a:moveTo>
                    <a:pt x="0" y="2286502"/>
                  </a:moveTo>
                  <a:lnTo>
                    <a:pt x="0" y="0"/>
                  </a:lnTo>
                  <a:lnTo>
                    <a:pt x="36380" y="0"/>
                  </a:lnTo>
                  <a:lnTo>
                    <a:pt x="36380" y="2286502"/>
                  </a:lnTo>
                  <a:lnTo>
                    <a:pt x="0" y="2286502"/>
                  </a:lnTo>
                  <a:close/>
                </a:path>
              </a:pathLst>
            </a:custGeom>
            <a:ln w="1212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7" name="object 267"/>
            <p:cNvSpPr/>
            <p:nvPr/>
          </p:nvSpPr>
          <p:spPr>
            <a:xfrm>
              <a:off x="6334560" y="4066936"/>
              <a:ext cx="48895" cy="12065"/>
            </a:xfrm>
            <a:custGeom>
              <a:avLst/>
              <a:gdLst/>
              <a:ahLst/>
              <a:cxnLst/>
              <a:rect l="l" t="t" r="r" b="b"/>
              <a:pathLst>
                <a:path w="48895" h="12064">
                  <a:moveTo>
                    <a:pt x="36380" y="11786"/>
                  </a:moveTo>
                  <a:lnTo>
                    <a:pt x="0" y="11786"/>
                  </a:lnTo>
                  <a:lnTo>
                    <a:pt x="12126" y="0"/>
                  </a:lnTo>
                  <a:lnTo>
                    <a:pt x="48507" y="0"/>
                  </a:lnTo>
                  <a:lnTo>
                    <a:pt x="36380" y="11786"/>
                  </a:lnTo>
                  <a:close/>
                </a:path>
              </a:pathLst>
            </a:custGeom>
            <a:solidFill>
              <a:srgbClr val="00997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8" name="object 268"/>
            <p:cNvSpPr/>
            <p:nvPr/>
          </p:nvSpPr>
          <p:spPr>
            <a:xfrm>
              <a:off x="6334560" y="4066936"/>
              <a:ext cx="48895" cy="12065"/>
            </a:xfrm>
            <a:custGeom>
              <a:avLst/>
              <a:gdLst/>
              <a:ahLst/>
              <a:cxnLst/>
              <a:rect l="l" t="t" r="r" b="b"/>
              <a:pathLst>
                <a:path w="48895" h="12064">
                  <a:moveTo>
                    <a:pt x="36380" y="11786"/>
                  </a:moveTo>
                  <a:lnTo>
                    <a:pt x="48507" y="0"/>
                  </a:lnTo>
                  <a:lnTo>
                    <a:pt x="12126" y="0"/>
                  </a:lnTo>
                  <a:lnTo>
                    <a:pt x="0" y="11786"/>
                  </a:lnTo>
                  <a:lnTo>
                    <a:pt x="36380" y="11786"/>
                  </a:lnTo>
                  <a:close/>
                </a:path>
              </a:pathLst>
            </a:custGeom>
            <a:ln w="118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9" name="object 269"/>
            <p:cNvSpPr/>
            <p:nvPr/>
          </p:nvSpPr>
          <p:spPr>
            <a:xfrm>
              <a:off x="6407321" y="5740561"/>
              <a:ext cx="12700" cy="624840"/>
            </a:xfrm>
            <a:custGeom>
              <a:avLst/>
              <a:gdLst/>
              <a:ahLst/>
              <a:cxnLst/>
              <a:rect l="l" t="t" r="r" b="b"/>
              <a:pathLst>
                <a:path w="12700" h="624839">
                  <a:moveTo>
                    <a:pt x="0" y="624663"/>
                  </a:moveTo>
                  <a:lnTo>
                    <a:pt x="0" y="0"/>
                  </a:lnTo>
                  <a:lnTo>
                    <a:pt x="12126" y="0"/>
                  </a:lnTo>
                  <a:lnTo>
                    <a:pt x="12126" y="612877"/>
                  </a:lnTo>
                  <a:lnTo>
                    <a:pt x="0" y="624663"/>
                  </a:lnTo>
                  <a:close/>
                </a:path>
              </a:pathLst>
            </a:custGeom>
            <a:solidFill>
              <a:srgbClr val="1A1A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0" name="object 270"/>
            <p:cNvSpPr/>
            <p:nvPr/>
          </p:nvSpPr>
          <p:spPr>
            <a:xfrm>
              <a:off x="6407321" y="5740561"/>
              <a:ext cx="12700" cy="624840"/>
            </a:xfrm>
            <a:custGeom>
              <a:avLst/>
              <a:gdLst/>
              <a:ahLst/>
              <a:cxnLst/>
              <a:rect l="l" t="t" r="r" b="b"/>
              <a:pathLst>
                <a:path w="12700" h="624839">
                  <a:moveTo>
                    <a:pt x="0" y="624663"/>
                  </a:moveTo>
                  <a:lnTo>
                    <a:pt x="0" y="0"/>
                  </a:lnTo>
                  <a:lnTo>
                    <a:pt x="12126" y="0"/>
                  </a:lnTo>
                  <a:lnTo>
                    <a:pt x="12126" y="612877"/>
                  </a:lnTo>
                  <a:lnTo>
                    <a:pt x="0" y="624663"/>
                  </a:lnTo>
                  <a:close/>
                </a:path>
              </a:pathLst>
            </a:custGeom>
            <a:ln w="1212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1" name="object 271"/>
            <p:cNvSpPr/>
            <p:nvPr/>
          </p:nvSpPr>
          <p:spPr>
            <a:xfrm>
              <a:off x="6370940" y="5740561"/>
              <a:ext cx="36830" cy="624840"/>
            </a:xfrm>
            <a:custGeom>
              <a:avLst/>
              <a:gdLst/>
              <a:ahLst/>
              <a:cxnLst/>
              <a:rect l="l" t="t" r="r" b="b"/>
              <a:pathLst>
                <a:path w="36829" h="624839">
                  <a:moveTo>
                    <a:pt x="36380" y="624663"/>
                  </a:moveTo>
                  <a:lnTo>
                    <a:pt x="0" y="624663"/>
                  </a:lnTo>
                  <a:lnTo>
                    <a:pt x="0" y="0"/>
                  </a:lnTo>
                  <a:lnTo>
                    <a:pt x="36380" y="0"/>
                  </a:lnTo>
                  <a:lnTo>
                    <a:pt x="36380" y="624663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2" name="object 272"/>
            <p:cNvSpPr/>
            <p:nvPr/>
          </p:nvSpPr>
          <p:spPr>
            <a:xfrm>
              <a:off x="6370940" y="5740561"/>
              <a:ext cx="36830" cy="624840"/>
            </a:xfrm>
            <a:custGeom>
              <a:avLst/>
              <a:gdLst/>
              <a:ahLst/>
              <a:cxnLst/>
              <a:rect l="l" t="t" r="r" b="b"/>
              <a:pathLst>
                <a:path w="36829" h="624839">
                  <a:moveTo>
                    <a:pt x="0" y="624663"/>
                  </a:moveTo>
                  <a:lnTo>
                    <a:pt x="0" y="0"/>
                  </a:lnTo>
                  <a:lnTo>
                    <a:pt x="36380" y="0"/>
                  </a:lnTo>
                  <a:lnTo>
                    <a:pt x="36380" y="624663"/>
                  </a:lnTo>
                  <a:lnTo>
                    <a:pt x="0" y="624663"/>
                  </a:lnTo>
                  <a:close/>
                </a:path>
              </a:pathLst>
            </a:custGeom>
            <a:ln w="121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3" name="object 273"/>
            <p:cNvSpPr/>
            <p:nvPr/>
          </p:nvSpPr>
          <p:spPr>
            <a:xfrm>
              <a:off x="6370940" y="5740561"/>
              <a:ext cx="48895" cy="0"/>
            </a:xfrm>
            <a:custGeom>
              <a:avLst/>
              <a:gdLst/>
              <a:ahLst/>
              <a:cxnLst/>
              <a:rect l="l" t="t" r="r" b="b"/>
              <a:pathLst>
                <a:path w="48895" h="0">
                  <a:moveTo>
                    <a:pt x="48507" y="0"/>
                  </a:moveTo>
                  <a:lnTo>
                    <a:pt x="0" y="0"/>
                  </a:lnTo>
                  <a:lnTo>
                    <a:pt x="36380" y="0"/>
                  </a:lnTo>
                  <a:lnTo>
                    <a:pt x="48507" y="0"/>
                  </a:lnTo>
                  <a:close/>
                </a:path>
              </a:pathLst>
            </a:custGeom>
            <a:solidFill>
              <a:srgbClr val="2626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4" name="object 274"/>
            <p:cNvSpPr/>
            <p:nvPr/>
          </p:nvSpPr>
          <p:spPr>
            <a:xfrm>
              <a:off x="6370940" y="5740561"/>
              <a:ext cx="48895" cy="0"/>
            </a:xfrm>
            <a:custGeom>
              <a:avLst/>
              <a:gdLst/>
              <a:ahLst/>
              <a:cxnLst/>
              <a:rect l="l" t="t" r="r" b="b"/>
              <a:pathLst>
                <a:path w="48895" h="0">
                  <a:moveTo>
                    <a:pt x="36380" y="0"/>
                  </a:moveTo>
                  <a:lnTo>
                    <a:pt x="48507" y="0"/>
                  </a:lnTo>
                  <a:lnTo>
                    <a:pt x="12126" y="0"/>
                  </a:lnTo>
                  <a:lnTo>
                    <a:pt x="0" y="0"/>
                  </a:lnTo>
                  <a:lnTo>
                    <a:pt x="36380" y="0"/>
                  </a:lnTo>
                  <a:close/>
                </a:path>
              </a:pathLst>
            </a:custGeom>
            <a:ln w="117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5" name="object 275"/>
            <p:cNvSpPr/>
            <p:nvPr/>
          </p:nvSpPr>
          <p:spPr>
            <a:xfrm>
              <a:off x="6467955" y="6353438"/>
              <a:ext cx="48895" cy="12065"/>
            </a:xfrm>
            <a:custGeom>
              <a:avLst/>
              <a:gdLst/>
              <a:ahLst/>
              <a:cxnLst/>
              <a:rect l="l" t="t" r="r" b="b"/>
              <a:pathLst>
                <a:path w="48895" h="12064">
                  <a:moveTo>
                    <a:pt x="36380" y="11786"/>
                  </a:moveTo>
                  <a:lnTo>
                    <a:pt x="0" y="11786"/>
                  </a:lnTo>
                  <a:lnTo>
                    <a:pt x="12126" y="0"/>
                  </a:lnTo>
                  <a:lnTo>
                    <a:pt x="48506" y="0"/>
                  </a:lnTo>
                  <a:lnTo>
                    <a:pt x="36380" y="11786"/>
                  </a:lnTo>
                  <a:close/>
                </a:path>
              </a:pathLst>
            </a:custGeom>
            <a:solidFill>
              <a:srgbClr val="00997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6" name="object 276"/>
            <p:cNvSpPr/>
            <p:nvPr/>
          </p:nvSpPr>
          <p:spPr>
            <a:xfrm>
              <a:off x="6467955" y="6353438"/>
              <a:ext cx="48895" cy="12065"/>
            </a:xfrm>
            <a:custGeom>
              <a:avLst/>
              <a:gdLst/>
              <a:ahLst/>
              <a:cxnLst/>
              <a:rect l="l" t="t" r="r" b="b"/>
              <a:pathLst>
                <a:path w="48895" h="12064">
                  <a:moveTo>
                    <a:pt x="36380" y="11786"/>
                  </a:moveTo>
                  <a:lnTo>
                    <a:pt x="48506" y="0"/>
                  </a:lnTo>
                  <a:lnTo>
                    <a:pt x="12126" y="0"/>
                  </a:lnTo>
                  <a:lnTo>
                    <a:pt x="0" y="11786"/>
                  </a:lnTo>
                  <a:lnTo>
                    <a:pt x="36380" y="11786"/>
                  </a:lnTo>
                  <a:close/>
                </a:path>
              </a:pathLst>
            </a:custGeom>
            <a:ln w="118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7" name="object 277"/>
            <p:cNvSpPr/>
            <p:nvPr/>
          </p:nvSpPr>
          <p:spPr>
            <a:xfrm>
              <a:off x="6504336" y="6353438"/>
              <a:ext cx="60960" cy="12065"/>
            </a:xfrm>
            <a:custGeom>
              <a:avLst/>
              <a:gdLst/>
              <a:ahLst/>
              <a:cxnLst/>
              <a:rect l="l" t="t" r="r" b="b"/>
              <a:pathLst>
                <a:path w="60959" h="12064">
                  <a:moveTo>
                    <a:pt x="36380" y="11786"/>
                  </a:moveTo>
                  <a:lnTo>
                    <a:pt x="0" y="11786"/>
                  </a:lnTo>
                  <a:lnTo>
                    <a:pt x="12125" y="0"/>
                  </a:lnTo>
                  <a:lnTo>
                    <a:pt x="60634" y="0"/>
                  </a:lnTo>
                  <a:lnTo>
                    <a:pt x="36380" y="11786"/>
                  </a:lnTo>
                  <a:close/>
                </a:path>
              </a:pathLst>
            </a:custGeom>
            <a:solidFill>
              <a:srgbClr val="2626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8" name="object 278"/>
            <p:cNvSpPr/>
            <p:nvPr/>
          </p:nvSpPr>
          <p:spPr>
            <a:xfrm>
              <a:off x="6504336" y="6353438"/>
              <a:ext cx="60960" cy="12065"/>
            </a:xfrm>
            <a:custGeom>
              <a:avLst/>
              <a:gdLst/>
              <a:ahLst/>
              <a:cxnLst/>
              <a:rect l="l" t="t" r="r" b="b"/>
              <a:pathLst>
                <a:path w="60959" h="12064">
                  <a:moveTo>
                    <a:pt x="36380" y="11786"/>
                  </a:moveTo>
                  <a:lnTo>
                    <a:pt x="60634" y="0"/>
                  </a:lnTo>
                  <a:lnTo>
                    <a:pt x="12125" y="0"/>
                  </a:lnTo>
                  <a:lnTo>
                    <a:pt x="0" y="11786"/>
                  </a:lnTo>
                  <a:lnTo>
                    <a:pt x="36380" y="11786"/>
                  </a:lnTo>
                  <a:close/>
                </a:path>
              </a:pathLst>
            </a:custGeom>
            <a:ln w="1179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9" name="object 279"/>
            <p:cNvSpPr/>
            <p:nvPr/>
          </p:nvSpPr>
          <p:spPr>
            <a:xfrm>
              <a:off x="6637732" y="4019791"/>
              <a:ext cx="24765" cy="2345690"/>
            </a:xfrm>
            <a:custGeom>
              <a:avLst/>
              <a:gdLst/>
              <a:ahLst/>
              <a:cxnLst/>
              <a:rect l="l" t="t" r="r" b="b"/>
              <a:pathLst>
                <a:path w="24765" h="2345690">
                  <a:moveTo>
                    <a:pt x="0" y="2345433"/>
                  </a:moveTo>
                  <a:lnTo>
                    <a:pt x="0" y="11786"/>
                  </a:lnTo>
                  <a:lnTo>
                    <a:pt x="24253" y="0"/>
                  </a:lnTo>
                  <a:lnTo>
                    <a:pt x="24253" y="2333647"/>
                  </a:lnTo>
                  <a:lnTo>
                    <a:pt x="0" y="2345433"/>
                  </a:lnTo>
                  <a:close/>
                </a:path>
              </a:pathLst>
            </a:custGeom>
            <a:solidFill>
              <a:srgbClr val="00664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0" name="object 280"/>
            <p:cNvSpPr/>
            <p:nvPr/>
          </p:nvSpPr>
          <p:spPr>
            <a:xfrm>
              <a:off x="6637732" y="4019791"/>
              <a:ext cx="24765" cy="2345690"/>
            </a:xfrm>
            <a:custGeom>
              <a:avLst/>
              <a:gdLst/>
              <a:ahLst/>
              <a:cxnLst/>
              <a:rect l="l" t="t" r="r" b="b"/>
              <a:pathLst>
                <a:path w="24765" h="2345690">
                  <a:moveTo>
                    <a:pt x="0" y="2345433"/>
                  </a:moveTo>
                  <a:lnTo>
                    <a:pt x="0" y="11786"/>
                  </a:lnTo>
                  <a:lnTo>
                    <a:pt x="24253" y="0"/>
                  </a:lnTo>
                  <a:lnTo>
                    <a:pt x="24253" y="2333647"/>
                  </a:lnTo>
                  <a:lnTo>
                    <a:pt x="0" y="2345433"/>
                  </a:lnTo>
                  <a:close/>
                </a:path>
              </a:pathLst>
            </a:custGeom>
            <a:ln w="1212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1" name="object 281"/>
            <p:cNvSpPr/>
            <p:nvPr/>
          </p:nvSpPr>
          <p:spPr>
            <a:xfrm>
              <a:off x="6601351" y="4031577"/>
              <a:ext cx="36830" cy="2334260"/>
            </a:xfrm>
            <a:custGeom>
              <a:avLst/>
              <a:gdLst/>
              <a:ahLst/>
              <a:cxnLst/>
              <a:rect l="l" t="t" r="r" b="b"/>
              <a:pathLst>
                <a:path w="36829" h="2334260">
                  <a:moveTo>
                    <a:pt x="36380" y="2333647"/>
                  </a:moveTo>
                  <a:lnTo>
                    <a:pt x="0" y="2333647"/>
                  </a:lnTo>
                  <a:lnTo>
                    <a:pt x="0" y="0"/>
                  </a:lnTo>
                  <a:lnTo>
                    <a:pt x="36380" y="0"/>
                  </a:lnTo>
                  <a:lnTo>
                    <a:pt x="36380" y="2333647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2" name="object 282"/>
            <p:cNvSpPr/>
            <p:nvPr/>
          </p:nvSpPr>
          <p:spPr>
            <a:xfrm>
              <a:off x="6601351" y="4031577"/>
              <a:ext cx="36830" cy="2334260"/>
            </a:xfrm>
            <a:custGeom>
              <a:avLst/>
              <a:gdLst/>
              <a:ahLst/>
              <a:cxnLst/>
              <a:rect l="l" t="t" r="r" b="b"/>
              <a:pathLst>
                <a:path w="36829" h="2334260">
                  <a:moveTo>
                    <a:pt x="0" y="2333647"/>
                  </a:moveTo>
                  <a:lnTo>
                    <a:pt x="0" y="0"/>
                  </a:lnTo>
                  <a:lnTo>
                    <a:pt x="36380" y="0"/>
                  </a:lnTo>
                  <a:lnTo>
                    <a:pt x="36380" y="2333647"/>
                  </a:lnTo>
                  <a:lnTo>
                    <a:pt x="0" y="2333647"/>
                  </a:lnTo>
                  <a:close/>
                </a:path>
              </a:pathLst>
            </a:custGeom>
            <a:ln w="1212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3" name="object 283"/>
            <p:cNvSpPr/>
            <p:nvPr/>
          </p:nvSpPr>
          <p:spPr>
            <a:xfrm>
              <a:off x="6601351" y="4019791"/>
              <a:ext cx="60960" cy="12065"/>
            </a:xfrm>
            <a:custGeom>
              <a:avLst/>
              <a:gdLst/>
              <a:ahLst/>
              <a:cxnLst/>
              <a:rect l="l" t="t" r="r" b="b"/>
              <a:pathLst>
                <a:path w="60959" h="12064">
                  <a:moveTo>
                    <a:pt x="36380" y="11786"/>
                  </a:moveTo>
                  <a:lnTo>
                    <a:pt x="0" y="11786"/>
                  </a:lnTo>
                  <a:lnTo>
                    <a:pt x="12125" y="0"/>
                  </a:lnTo>
                  <a:lnTo>
                    <a:pt x="60634" y="0"/>
                  </a:lnTo>
                  <a:lnTo>
                    <a:pt x="36380" y="11786"/>
                  </a:lnTo>
                  <a:close/>
                </a:path>
              </a:pathLst>
            </a:custGeom>
            <a:solidFill>
              <a:srgbClr val="00997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4" name="object 284"/>
            <p:cNvSpPr/>
            <p:nvPr/>
          </p:nvSpPr>
          <p:spPr>
            <a:xfrm>
              <a:off x="6601351" y="4019791"/>
              <a:ext cx="60960" cy="12065"/>
            </a:xfrm>
            <a:custGeom>
              <a:avLst/>
              <a:gdLst/>
              <a:ahLst/>
              <a:cxnLst/>
              <a:rect l="l" t="t" r="r" b="b"/>
              <a:pathLst>
                <a:path w="60959" h="12064">
                  <a:moveTo>
                    <a:pt x="36380" y="11786"/>
                  </a:moveTo>
                  <a:lnTo>
                    <a:pt x="60634" y="0"/>
                  </a:lnTo>
                  <a:lnTo>
                    <a:pt x="12125" y="0"/>
                  </a:lnTo>
                  <a:lnTo>
                    <a:pt x="0" y="11786"/>
                  </a:lnTo>
                  <a:lnTo>
                    <a:pt x="36380" y="11786"/>
                  </a:lnTo>
                  <a:close/>
                </a:path>
              </a:pathLst>
            </a:custGeom>
            <a:ln w="1179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5" name="object 285"/>
            <p:cNvSpPr/>
            <p:nvPr/>
          </p:nvSpPr>
          <p:spPr>
            <a:xfrm>
              <a:off x="6637732" y="6353438"/>
              <a:ext cx="60960" cy="12065"/>
            </a:xfrm>
            <a:custGeom>
              <a:avLst/>
              <a:gdLst/>
              <a:ahLst/>
              <a:cxnLst/>
              <a:rect l="l" t="t" r="r" b="b"/>
              <a:pathLst>
                <a:path w="60959" h="12064">
                  <a:moveTo>
                    <a:pt x="48506" y="11786"/>
                  </a:moveTo>
                  <a:lnTo>
                    <a:pt x="0" y="11786"/>
                  </a:lnTo>
                  <a:lnTo>
                    <a:pt x="24253" y="0"/>
                  </a:lnTo>
                  <a:lnTo>
                    <a:pt x="60634" y="0"/>
                  </a:lnTo>
                  <a:lnTo>
                    <a:pt x="48506" y="11786"/>
                  </a:lnTo>
                  <a:close/>
                </a:path>
              </a:pathLst>
            </a:custGeom>
            <a:solidFill>
              <a:srgbClr val="2626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6" name="object 286"/>
            <p:cNvSpPr/>
            <p:nvPr/>
          </p:nvSpPr>
          <p:spPr>
            <a:xfrm>
              <a:off x="6637732" y="6353438"/>
              <a:ext cx="60960" cy="12065"/>
            </a:xfrm>
            <a:custGeom>
              <a:avLst/>
              <a:gdLst/>
              <a:ahLst/>
              <a:cxnLst/>
              <a:rect l="l" t="t" r="r" b="b"/>
              <a:pathLst>
                <a:path w="60959" h="12064">
                  <a:moveTo>
                    <a:pt x="48506" y="11786"/>
                  </a:moveTo>
                  <a:lnTo>
                    <a:pt x="60634" y="0"/>
                  </a:lnTo>
                  <a:lnTo>
                    <a:pt x="24253" y="0"/>
                  </a:lnTo>
                  <a:lnTo>
                    <a:pt x="0" y="11786"/>
                  </a:lnTo>
                  <a:lnTo>
                    <a:pt x="48506" y="11786"/>
                  </a:lnTo>
                  <a:close/>
                </a:path>
              </a:pathLst>
            </a:custGeom>
            <a:ln w="1179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7" name="object 287"/>
            <p:cNvSpPr/>
            <p:nvPr/>
          </p:nvSpPr>
          <p:spPr>
            <a:xfrm>
              <a:off x="6783253" y="3784069"/>
              <a:ext cx="12700" cy="2581275"/>
            </a:xfrm>
            <a:custGeom>
              <a:avLst/>
              <a:gdLst/>
              <a:ahLst/>
              <a:cxnLst/>
              <a:rect l="l" t="t" r="r" b="b"/>
              <a:pathLst>
                <a:path w="12700" h="2581275">
                  <a:moveTo>
                    <a:pt x="0" y="2581155"/>
                  </a:moveTo>
                  <a:lnTo>
                    <a:pt x="0" y="11786"/>
                  </a:lnTo>
                  <a:lnTo>
                    <a:pt x="12128" y="0"/>
                  </a:lnTo>
                  <a:lnTo>
                    <a:pt x="12128" y="2569368"/>
                  </a:lnTo>
                  <a:lnTo>
                    <a:pt x="0" y="2581155"/>
                  </a:lnTo>
                  <a:close/>
                </a:path>
              </a:pathLst>
            </a:custGeom>
            <a:solidFill>
              <a:srgbClr val="00664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8" name="object 288"/>
            <p:cNvSpPr/>
            <p:nvPr/>
          </p:nvSpPr>
          <p:spPr>
            <a:xfrm>
              <a:off x="6783253" y="3784069"/>
              <a:ext cx="12700" cy="2581275"/>
            </a:xfrm>
            <a:custGeom>
              <a:avLst/>
              <a:gdLst/>
              <a:ahLst/>
              <a:cxnLst/>
              <a:rect l="l" t="t" r="r" b="b"/>
              <a:pathLst>
                <a:path w="12700" h="2581275">
                  <a:moveTo>
                    <a:pt x="0" y="2581155"/>
                  </a:moveTo>
                  <a:lnTo>
                    <a:pt x="0" y="11786"/>
                  </a:lnTo>
                  <a:lnTo>
                    <a:pt x="12128" y="0"/>
                  </a:lnTo>
                  <a:lnTo>
                    <a:pt x="12128" y="2569368"/>
                  </a:lnTo>
                  <a:lnTo>
                    <a:pt x="0" y="2581155"/>
                  </a:lnTo>
                  <a:close/>
                </a:path>
              </a:pathLst>
            </a:custGeom>
            <a:ln w="1212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9" name="object 289"/>
            <p:cNvSpPr/>
            <p:nvPr/>
          </p:nvSpPr>
          <p:spPr>
            <a:xfrm>
              <a:off x="6734747" y="3795855"/>
              <a:ext cx="48895" cy="2569845"/>
            </a:xfrm>
            <a:custGeom>
              <a:avLst/>
              <a:gdLst/>
              <a:ahLst/>
              <a:cxnLst/>
              <a:rect l="l" t="t" r="r" b="b"/>
              <a:pathLst>
                <a:path w="48895" h="2569845">
                  <a:moveTo>
                    <a:pt x="48506" y="2569368"/>
                  </a:moveTo>
                  <a:lnTo>
                    <a:pt x="0" y="2569368"/>
                  </a:lnTo>
                  <a:lnTo>
                    <a:pt x="0" y="0"/>
                  </a:lnTo>
                  <a:lnTo>
                    <a:pt x="48506" y="0"/>
                  </a:lnTo>
                  <a:lnTo>
                    <a:pt x="48506" y="2569368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0" name="object 290"/>
            <p:cNvSpPr/>
            <p:nvPr/>
          </p:nvSpPr>
          <p:spPr>
            <a:xfrm>
              <a:off x="6734747" y="3795855"/>
              <a:ext cx="48895" cy="2569845"/>
            </a:xfrm>
            <a:custGeom>
              <a:avLst/>
              <a:gdLst/>
              <a:ahLst/>
              <a:cxnLst/>
              <a:rect l="l" t="t" r="r" b="b"/>
              <a:pathLst>
                <a:path w="48895" h="2569845">
                  <a:moveTo>
                    <a:pt x="0" y="2569368"/>
                  </a:moveTo>
                  <a:lnTo>
                    <a:pt x="0" y="0"/>
                  </a:lnTo>
                  <a:lnTo>
                    <a:pt x="48506" y="0"/>
                  </a:lnTo>
                  <a:lnTo>
                    <a:pt x="48506" y="2569368"/>
                  </a:lnTo>
                  <a:lnTo>
                    <a:pt x="0" y="2569368"/>
                  </a:lnTo>
                  <a:close/>
                </a:path>
              </a:pathLst>
            </a:custGeom>
            <a:ln w="1212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1" name="object 291"/>
            <p:cNvSpPr/>
            <p:nvPr/>
          </p:nvSpPr>
          <p:spPr>
            <a:xfrm>
              <a:off x="6734747" y="3784069"/>
              <a:ext cx="60960" cy="12065"/>
            </a:xfrm>
            <a:custGeom>
              <a:avLst/>
              <a:gdLst/>
              <a:ahLst/>
              <a:cxnLst/>
              <a:rect l="l" t="t" r="r" b="b"/>
              <a:pathLst>
                <a:path w="60959" h="12064">
                  <a:moveTo>
                    <a:pt x="48506" y="11786"/>
                  </a:moveTo>
                  <a:lnTo>
                    <a:pt x="0" y="11786"/>
                  </a:lnTo>
                  <a:lnTo>
                    <a:pt x="24253" y="0"/>
                  </a:lnTo>
                  <a:lnTo>
                    <a:pt x="60634" y="0"/>
                  </a:lnTo>
                  <a:lnTo>
                    <a:pt x="48506" y="11786"/>
                  </a:lnTo>
                  <a:close/>
                </a:path>
              </a:pathLst>
            </a:custGeom>
            <a:solidFill>
              <a:srgbClr val="00997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2" name="object 292"/>
            <p:cNvSpPr/>
            <p:nvPr/>
          </p:nvSpPr>
          <p:spPr>
            <a:xfrm>
              <a:off x="6734747" y="3784069"/>
              <a:ext cx="60960" cy="12065"/>
            </a:xfrm>
            <a:custGeom>
              <a:avLst/>
              <a:gdLst/>
              <a:ahLst/>
              <a:cxnLst/>
              <a:rect l="l" t="t" r="r" b="b"/>
              <a:pathLst>
                <a:path w="60959" h="12064">
                  <a:moveTo>
                    <a:pt x="48506" y="11786"/>
                  </a:moveTo>
                  <a:lnTo>
                    <a:pt x="60634" y="0"/>
                  </a:lnTo>
                  <a:lnTo>
                    <a:pt x="24253" y="0"/>
                  </a:lnTo>
                  <a:lnTo>
                    <a:pt x="0" y="11786"/>
                  </a:lnTo>
                  <a:lnTo>
                    <a:pt x="48506" y="11786"/>
                  </a:lnTo>
                  <a:close/>
                </a:path>
              </a:pathLst>
            </a:custGeom>
            <a:ln w="1179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3" name="object 293"/>
            <p:cNvSpPr/>
            <p:nvPr/>
          </p:nvSpPr>
          <p:spPr>
            <a:xfrm>
              <a:off x="6783253" y="6353438"/>
              <a:ext cx="48895" cy="12065"/>
            </a:xfrm>
            <a:custGeom>
              <a:avLst/>
              <a:gdLst/>
              <a:ahLst/>
              <a:cxnLst/>
              <a:rect l="l" t="t" r="r" b="b"/>
              <a:pathLst>
                <a:path w="48895" h="12064">
                  <a:moveTo>
                    <a:pt x="36380" y="11786"/>
                  </a:moveTo>
                  <a:lnTo>
                    <a:pt x="0" y="11786"/>
                  </a:lnTo>
                  <a:lnTo>
                    <a:pt x="12128" y="0"/>
                  </a:lnTo>
                  <a:lnTo>
                    <a:pt x="48508" y="0"/>
                  </a:lnTo>
                  <a:lnTo>
                    <a:pt x="36380" y="11786"/>
                  </a:lnTo>
                  <a:close/>
                </a:path>
              </a:pathLst>
            </a:custGeom>
            <a:solidFill>
              <a:srgbClr val="2626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4" name="object 294"/>
            <p:cNvSpPr/>
            <p:nvPr/>
          </p:nvSpPr>
          <p:spPr>
            <a:xfrm>
              <a:off x="6783253" y="6353438"/>
              <a:ext cx="48895" cy="12065"/>
            </a:xfrm>
            <a:custGeom>
              <a:avLst/>
              <a:gdLst/>
              <a:ahLst/>
              <a:cxnLst/>
              <a:rect l="l" t="t" r="r" b="b"/>
              <a:pathLst>
                <a:path w="48895" h="12064">
                  <a:moveTo>
                    <a:pt x="36380" y="11786"/>
                  </a:moveTo>
                  <a:lnTo>
                    <a:pt x="48508" y="0"/>
                  </a:lnTo>
                  <a:lnTo>
                    <a:pt x="12128" y="0"/>
                  </a:lnTo>
                  <a:lnTo>
                    <a:pt x="0" y="11786"/>
                  </a:lnTo>
                  <a:lnTo>
                    <a:pt x="36380" y="11786"/>
                  </a:lnTo>
                  <a:close/>
                </a:path>
              </a:pathLst>
            </a:custGeom>
            <a:ln w="118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5" name="object 295"/>
            <p:cNvSpPr/>
            <p:nvPr/>
          </p:nvSpPr>
          <p:spPr>
            <a:xfrm>
              <a:off x="6880268" y="6353438"/>
              <a:ext cx="48895" cy="12065"/>
            </a:xfrm>
            <a:custGeom>
              <a:avLst/>
              <a:gdLst/>
              <a:ahLst/>
              <a:cxnLst/>
              <a:rect l="l" t="t" r="r" b="b"/>
              <a:pathLst>
                <a:path w="48895" h="12064">
                  <a:moveTo>
                    <a:pt x="36380" y="11786"/>
                  </a:moveTo>
                  <a:lnTo>
                    <a:pt x="0" y="11786"/>
                  </a:lnTo>
                  <a:lnTo>
                    <a:pt x="12128" y="0"/>
                  </a:lnTo>
                  <a:lnTo>
                    <a:pt x="48508" y="0"/>
                  </a:lnTo>
                  <a:lnTo>
                    <a:pt x="36380" y="11786"/>
                  </a:lnTo>
                  <a:close/>
                </a:path>
              </a:pathLst>
            </a:custGeom>
            <a:solidFill>
              <a:srgbClr val="00997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6" name="object 296"/>
            <p:cNvSpPr/>
            <p:nvPr/>
          </p:nvSpPr>
          <p:spPr>
            <a:xfrm>
              <a:off x="6880268" y="6353438"/>
              <a:ext cx="48895" cy="12065"/>
            </a:xfrm>
            <a:custGeom>
              <a:avLst/>
              <a:gdLst/>
              <a:ahLst/>
              <a:cxnLst/>
              <a:rect l="l" t="t" r="r" b="b"/>
              <a:pathLst>
                <a:path w="48895" h="12064">
                  <a:moveTo>
                    <a:pt x="36380" y="11786"/>
                  </a:moveTo>
                  <a:lnTo>
                    <a:pt x="48508" y="0"/>
                  </a:lnTo>
                  <a:lnTo>
                    <a:pt x="12128" y="0"/>
                  </a:lnTo>
                  <a:lnTo>
                    <a:pt x="0" y="11786"/>
                  </a:lnTo>
                  <a:lnTo>
                    <a:pt x="36380" y="11786"/>
                  </a:lnTo>
                  <a:close/>
                </a:path>
              </a:pathLst>
            </a:custGeom>
            <a:ln w="118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7" name="object 297"/>
            <p:cNvSpPr/>
            <p:nvPr/>
          </p:nvSpPr>
          <p:spPr>
            <a:xfrm>
              <a:off x="6916649" y="6353438"/>
              <a:ext cx="48895" cy="12065"/>
            </a:xfrm>
            <a:custGeom>
              <a:avLst/>
              <a:gdLst/>
              <a:ahLst/>
              <a:cxnLst/>
              <a:rect l="l" t="t" r="r" b="b"/>
              <a:pathLst>
                <a:path w="48895" h="12064">
                  <a:moveTo>
                    <a:pt x="36380" y="11786"/>
                  </a:moveTo>
                  <a:lnTo>
                    <a:pt x="0" y="11786"/>
                  </a:lnTo>
                  <a:lnTo>
                    <a:pt x="12128" y="0"/>
                  </a:lnTo>
                  <a:lnTo>
                    <a:pt x="48508" y="0"/>
                  </a:lnTo>
                  <a:lnTo>
                    <a:pt x="36380" y="11786"/>
                  </a:lnTo>
                  <a:close/>
                </a:path>
              </a:pathLst>
            </a:custGeom>
            <a:solidFill>
              <a:srgbClr val="2626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8" name="object 298"/>
            <p:cNvSpPr/>
            <p:nvPr/>
          </p:nvSpPr>
          <p:spPr>
            <a:xfrm>
              <a:off x="6916649" y="6353438"/>
              <a:ext cx="48895" cy="12065"/>
            </a:xfrm>
            <a:custGeom>
              <a:avLst/>
              <a:gdLst/>
              <a:ahLst/>
              <a:cxnLst/>
              <a:rect l="l" t="t" r="r" b="b"/>
              <a:pathLst>
                <a:path w="48895" h="12064">
                  <a:moveTo>
                    <a:pt x="36380" y="11786"/>
                  </a:moveTo>
                  <a:lnTo>
                    <a:pt x="48508" y="0"/>
                  </a:lnTo>
                  <a:lnTo>
                    <a:pt x="12128" y="0"/>
                  </a:lnTo>
                  <a:lnTo>
                    <a:pt x="0" y="11786"/>
                  </a:lnTo>
                  <a:lnTo>
                    <a:pt x="36380" y="11786"/>
                  </a:lnTo>
                  <a:close/>
                </a:path>
              </a:pathLst>
            </a:custGeom>
            <a:ln w="118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9" name="object 299"/>
            <p:cNvSpPr/>
            <p:nvPr/>
          </p:nvSpPr>
          <p:spPr>
            <a:xfrm>
              <a:off x="7050037" y="3406927"/>
              <a:ext cx="12700" cy="2958465"/>
            </a:xfrm>
            <a:custGeom>
              <a:avLst/>
              <a:gdLst/>
              <a:ahLst/>
              <a:cxnLst/>
              <a:rect l="l" t="t" r="r" b="b"/>
              <a:pathLst>
                <a:path w="12700" h="2958465">
                  <a:moveTo>
                    <a:pt x="12128" y="438734"/>
                  </a:moveTo>
                  <a:lnTo>
                    <a:pt x="0" y="438734"/>
                  </a:lnTo>
                  <a:lnTo>
                    <a:pt x="0" y="2958300"/>
                  </a:lnTo>
                  <a:lnTo>
                    <a:pt x="12128" y="2958300"/>
                  </a:lnTo>
                  <a:lnTo>
                    <a:pt x="12128" y="438734"/>
                  </a:lnTo>
                  <a:close/>
                </a:path>
                <a:path w="12700" h="2958465">
                  <a:moveTo>
                    <a:pt x="12128" y="0"/>
                  </a:moveTo>
                  <a:lnTo>
                    <a:pt x="0" y="0"/>
                  </a:lnTo>
                  <a:lnTo>
                    <a:pt x="0" y="379577"/>
                  </a:lnTo>
                  <a:lnTo>
                    <a:pt x="12128" y="379577"/>
                  </a:lnTo>
                  <a:lnTo>
                    <a:pt x="12128" y="0"/>
                  </a:lnTo>
                  <a:close/>
                </a:path>
              </a:pathLst>
            </a:custGeom>
            <a:solidFill>
              <a:srgbClr val="00664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0" name="object 300"/>
            <p:cNvSpPr/>
            <p:nvPr/>
          </p:nvSpPr>
          <p:spPr>
            <a:xfrm>
              <a:off x="7050045" y="3406914"/>
              <a:ext cx="12700" cy="2958465"/>
            </a:xfrm>
            <a:custGeom>
              <a:avLst/>
              <a:gdLst/>
              <a:ahLst/>
              <a:cxnLst/>
              <a:rect l="l" t="t" r="r" b="b"/>
              <a:pathLst>
                <a:path w="12700" h="2958465">
                  <a:moveTo>
                    <a:pt x="0" y="2958310"/>
                  </a:moveTo>
                  <a:lnTo>
                    <a:pt x="0" y="0"/>
                  </a:lnTo>
                  <a:lnTo>
                    <a:pt x="12128" y="0"/>
                  </a:lnTo>
                  <a:lnTo>
                    <a:pt x="12128" y="2946524"/>
                  </a:lnTo>
                  <a:lnTo>
                    <a:pt x="0" y="2958310"/>
                  </a:lnTo>
                  <a:close/>
                </a:path>
              </a:pathLst>
            </a:custGeom>
            <a:ln w="1212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1" name="object 301"/>
            <p:cNvSpPr/>
            <p:nvPr/>
          </p:nvSpPr>
          <p:spPr>
            <a:xfrm>
              <a:off x="7013664" y="3406927"/>
              <a:ext cx="36830" cy="2958465"/>
            </a:xfrm>
            <a:custGeom>
              <a:avLst/>
              <a:gdLst/>
              <a:ahLst/>
              <a:cxnLst/>
              <a:rect l="l" t="t" r="r" b="b"/>
              <a:pathLst>
                <a:path w="36829" h="2958465">
                  <a:moveTo>
                    <a:pt x="36372" y="438734"/>
                  </a:moveTo>
                  <a:lnTo>
                    <a:pt x="0" y="438734"/>
                  </a:lnTo>
                  <a:lnTo>
                    <a:pt x="0" y="2958300"/>
                  </a:lnTo>
                  <a:lnTo>
                    <a:pt x="36372" y="2958300"/>
                  </a:lnTo>
                  <a:lnTo>
                    <a:pt x="36372" y="438734"/>
                  </a:lnTo>
                  <a:close/>
                </a:path>
                <a:path w="36829" h="2958465">
                  <a:moveTo>
                    <a:pt x="36372" y="0"/>
                  </a:moveTo>
                  <a:lnTo>
                    <a:pt x="0" y="0"/>
                  </a:lnTo>
                  <a:lnTo>
                    <a:pt x="0" y="379577"/>
                  </a:lnTo>
                  <a:lnTo>
                    <a:pt x="36372" y="379577"/>
                  </a:lnTo>
                  <a:lnTo>
                    <a:pt x="36372" y="0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2" name="object 302"/>
            <p:cNvSpPr/>
            <p:nvPr/>
          </p:nvSpPr>
          <p:spPr>
            <a:xfrm>
              <a:off x="7013664" y="3406914"/>
              <a:ext cx="36830" cy="2958465"/>
            </a:xfrm>
            <a:custGeom>
              <a:avLst/>
              <a:gdLst/>
              <a:ahLst/>
              <a:cxnLst/>
              <a:rect l="l" t="t" r="r" b="b"/>
              <a:pathLst>
                <a:path w="36829" h="2958465">
                  <a:moveTo>
                    <a:pt x="0" y="2958310"/>
                  </a:moveTo>
                  <a:lnTo>
                    <a:pt x="0" y="0"/>
                  </a:lnTo>
                  <a:lnTo>
                    <a:pt x="36380" y="0"/>
                  </a:lnTo>
                  <a:lnTo>
                    <a:pt x="36380" y="2958310"/>
                  </a:lnTo>
                  <a:lnTo>
                    <a:pt x="0" y="2958310"/>
                  </a:lnTo>
                  <a:close/>
                </a:path>
              </a:pathLst>
            </a:custGeom>
            <a:ln w="1212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3" name="object 303"/>
            <p:cNvSpPr/>
            <p:nvPr/>
          </p:nvSpPr>
          <p:spPr>
            <a:xfrm>
              <a:off x="7013664" y="3406914"/>
              <a:ext cx="48895" cy="0"/>
            </a:xfrm>
            <a:custGeom>
              <a:avLst/>
              <a:gdLst/>
              <a:ahLst/>
              <a:cxnLst/>
              <a:rect l="l" t="t" r="r" b="b"/>
              <a:pathLst>
                <a:path w="48895" h="0">
                  <a:moveTo>
                    <a:pt x="48508" y="0"/>
                  </a:moveTo>
                  <a:lnTo>
                    <a:pt x="0" y="0"/>
                  </a:lnTo>
                  <a:lnTo>
                    <a:pt x="36380" y="0"/>
                  </a:lnTo>
                  <a:lnTo>
                    <a:pt x="48508" y="0"/>
                  </a:lnTo>
                  <a:close/>
                </a:path>
              </a:pathLst>
            </a:custGeom>
            <a:solidFill>
              <a:srgbClr val="00997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4" name="object 304"/>
            <p:cNvSpPr/>
            <p:nvPr/>
          </p:nvSpPr>
          <p:spPr>
            <a:xfrm>
              <a:off x="7013664" y="3406914"/>
              <a:ext cx="48895" cy="0"/>
            </a:xfrm>
            <a:custGeom>
              <a:avLst/>
              <a:gdLst/>
              <a:ahLst/>
              <a:cxnLst/>
              <a:rect l="l" t="t" r="r" b="b"/>
              <a:pathLst>
                <a:path w="48895" h="0">
                  <a:moveTo>
                    <a:pt x="36380" y="0"/>
                  </a:moveTo>
                  <a:lnTo>
                    <a:pt x="48508" y="0"/>
                  </a:lnTo>
                  <a:lnTo>
                    <a:pt x="12128" y="0"/>
                  </a:lnTo>
                  <a:lnTo>
                    <a:pt x="0" y="0"/>
                  </a:lnTo>
                  <a:lnTo>
                    <a:pt x="36380" y="0"/>
                  </a:lnTo>
                  <a:close/>
                </a:path>
              </a:pathLst>
            </a:custGeom>
            <a:ln w="117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5" name="object 305"/>
            <p:cNvSpPr/>
            <p:nvPr/>
          </p:nvSpPr>
          <p:spPr>
            <a:xfrm>
              <a:off x="7050045" y="6353438"/>
              <a:ext cx="48895" cy="12065"/>
            </a:xfrm>
            <a:custGeom>
              <a:avLst/>
              <a:gdLst/>
              <a:ahLst/>
              <a:cxnLst/>
              <a:rect l="l" t="t" r="r" b="b"/>
              <a:pathLst>
                <a:path w="48895" h="12064">
                  <a:moveTo>
                    <a:pt x="36380" y="11786"/>
                  </a:moveTo>
                  <a:lnTo>
                    <a:pt x="0" y="11786"/>
                  </a:lnTo>
                  <a:lnTo>
                    <a:pt x="12128" y="0"/>
                  </a:lnTo>
                  <a:lnTo>
                    <a:pt x="48508" y="0"/>
                  </a:lnTo>
                  <a:lnTo>
                    <a:pt x="36380" y="11786"/>
                  </a:lnTo>
                  <a:close/>
                </a:path>
              </a:pathLst>
            </a:custGeom>
            <a:solidFill>
              <a:srgbClr val="2626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6" name="object 306"/>
            <p:cNvSpPr/>
            <p:nvPr/>
          </p:nvSpPr>
          <p:spPr>
            <a:xfrm>
              <a:off x="7050045" y="6353438"/>
              <a:ext cx="48895" cy="12065"/>
            </a:xfrm>
            <a:custGeom>
              <a:avLst/>
              <a:gdLst/>
              <a:ahLst/>
              <a:cxnLst/>
              <a:rect l="l" t="t" r="r" b="b"/>
              <a:pathLst>
                <a:path w="48895" h="12064">
                  <a:moveTo>
                    <a:pt x="36380" y="11786"/>
                  </a:moveTo>
                  <a:lnTo>
                    <a:pt x="48508" y="0"/>
                  </a:lnTo>
                  <a:lnTo>
                    <a:pt x="12128" y="0"/>
                  </a:lnTo>
                  <a:lnTo>
                    <a:pt x="0" y="11786"/>
                  </a:lnTo>
                  <a:lnTo>
                    <a:pt x="36380" y="11786"/>
                  </a:lnTo>
                  <a:close/>
                </a:path>
              </a:pathLst>
            </a:custGeom>
            <a:ln w="118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7" name="object 307"/>
            <p:cNvSpPr/>
            <p:nvPr/>
          </p:nvSpPr>
          <p:spPr>
            <a:xfrm>
              <a:off x="7595743" y="2935477"/>
              <a:ext cx="12700" cy="3430270"/>
            </a:xfrm>
            <a:custGeom>
              <a:avLst/>
              <a:gdLst/>
              <a:ahLst/>
              <a:cxnLst/>
              <a:rect l="l" t="t" r="r" b="b"/>
              <a:pathLst>
                <a:path w="12700" h="3430270">
                  <a:moveTo>
                    <a:pt x="12128" y="910183"/>
                  </a:moveTo>
                  <a:lnTo>
                    <a:pt x="0" y="910183"/>
                  </a:lnTo>
                  <a:lnTo>
                    <a:pt x="0" y="3429749"/>
                  </a:lnTo>
                  <a:lnTo>
                    <a:pt x="12128" y="3429749"/>
                  </a:lnTo>
                  <a:lnTo>
                    <a:pt x="12128" y="910183"/>
                  </a:lnTo>
                  <a:close/>
                </a:path>
                <a:path w="12700" h="3430270">
                  <a:moveTo>
                    <a:pt x="12128" y="0"/>
                  </a:moveTo>
                  <a:lnTo>
                    <a:pt x="0" y="0"/>
                  </a:lnTo>
                  <a:lnTo>
                    <a:pt x="0" y="851027"/>
                  </a:lnTo>
                  <a:lnTo>
                    <a:pt x="12128" y="851027"/>
                  </a:lnTo>
                  <a:lnTo>
                    <a:pt x="12128" y="0"/>
                  </a:lnTo>
                  <a:close/>
                </a:path>
              </a:pathLst>
            </a:custGeom>
            <a:solidFill>
              <a:srgbClr val="00664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8" name="object 308"/>
            <p:cNvSpPr/>
            <p:nvPr/>
          </p:nvSpPr>
          <p:spPr>
            <a:xfrm>
              <a:off x="7595755" y="2935470"/>
              <a:ext cx="12700" cy="3430270"/>
            </a:xfrm>
            <a:custGeom>
              <a:avLst/>
              <a:gdLst/>
              <a:ahLst/>
              <a:cxnLst/>
              <a:rect l="l" t="t" r="r" b="b"/>
              <a:pathLst>
                <a:path w="12700" h="3430270">
                  <a:moveTo>
                    <a:pt x="0" y="3429754"/>
                  </a:moveTo>
                  <a:lnTo>
                    <a:pt x="0" y="0"/>
                  </a:lnTo>
                  <a:lnTo>
                    <a:pt x="12128" y="0"/>
                  </a:lnTo>
                  <a:lnTo>
                    <a:pt x="12128" y="3417967"/>
                  </a:lnTo>
                  <a:lnTo>
                    <a:pt x="0" y="3429754"/>
                  </a:lnTo>
                  <a:close/>
                </a:path>
              </a:pathLst>
            </a:custGeom>
            <a:ln w="1212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9" name="object 309"/>
            <p:cNvSpPr/>
            <p:nvPr/>
          </p:nvSpPr>
          <p:spPr>
            <a:xfrm>
              <a:off x="7547241" y="2935477"/>
              <a:ext cx="48895" cy="3430270"/>
            </a:xfrm>
            <a:custGeom>
              <a:avLst/>
              <a:gdLst/>
              <a:ahLst/>
              <a:cxnLst/>
              <a:rect l="l" t="t" r="r" b="b"/>
              <a:pathLst>
                <a:path w="48895" h="3430270">
                  <a:moveTo>
                    <a:pt x="48501" y="910183"/>
                  </a:moveTo>
                  <a:lnTo>
                    <a:pt x="0" y="910183"/>
                  </a:lnTo>
                  <a:lnTo>
                    <a:pt x="0" y="3429749"/>
                  </a:lnTo>
                  <a:lnTo>
                    <a:pt x="48501" y="3429749"/>
                  </a:lnTo>
                  <a:lnTo>
                    <a:pt x="48501" y="910183"/>
                  </a:lnTo>
                  <a:close/>
                </a:path>
                <a:path w="48895" h="3430270">
                  <a:moveTo>
                    <a:pt x="48501" y="0"/>
                  </a:moveTo>
                  <a:lnTo>
                    <a:pt x="0" y="0"/>
                  </a:lnTo>
                  <a:lnTo>
                    <a:pt x="0" y="851027"/>
                  </a:lnTo>
                  <a:lnTo>
                    <a:pt x="48501" y="851027"/>
                  </a:lnTo>
                  <a:lnTo>
                    <a:pt x="48501" y="0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0" name="object 310"/>
            <p:cNvSpPr/>
            <p:nvPr/>
          </p:nvSpPr>
          <p:spPr>
            <a:xfrm>
              <a:off x="7547248" y="2935470"/>
              <a:ext cx="48895" cy="3430270"/>
            </a:xfrm>
            <a:custGeom>
              <a:avLst/>
              <a:gdLst/>
              <a:ahLst/>
              <a:cxnLst/>
              <a:rect l="l" t="t" r="r" b="b"/>
              <a:pathLst>
                <a:path w="48895" h="3430270">
                  <a:moveTo>
                    <a:pt x="0" y="3429754"/>
                  </a:moveTo>
                  <a:lnTo>
                    <a:pt x="0" y="0"/>
                  </a:lnTo>
                  <a:lnTo>
                    <a:pt x="48506" y="0"/>
                  </a:lnTo>
                  <a:lnTo>
                    <a:pt x="48506" y="3429754"/>
                  </a:lnTo>
                  <a:lnTo>
                    <a:pt x="0" y="3429754"/>
                  </a:lnTo>
                  <a:close/>
                </a:path>
              </a:pathLst>
            </a:custGeom>
            <a:ln w="1212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1" name="object 311"/>
            <p:cNvSpPr/>
            <p:nvPr/>
          </p:nvSpPr>
          <p:spPr>
            <a:xfrm>
              <a:off x="7547248" y="2935470"/>
              <a:ext cx="60960" cy="0"/>
            </a:xfrm>
            <a:custGeom>
              <a:avLst/>
              <a:gdLst/>
              <a:ahLst/>
              <a:cxnLst/>
              <a:rect l="l" t="t" r="r" b="b"/>
              <a:pathLst>
                <a:path w="60959" h="0">
                  <a:moveTo>
                    <a:pt x="60634" y="0"/>
                  </a:moveTo>
                  <a:lnTo>
                    <a:pt x="0" y="0"/>
                  </a:lnTo>
                  <a:lnTo>
                    <a:pt x="48506" y="0"/>
                  </a:lnTo>
                  <a:lnTo>
                    <a:pt x="60634" y="0"/>
                  </a:lnTo>
                  <a:close/>
                </a:path>
              </a:pathLst>
            </a:custGeom>
            <a:solidFill>
              <a:srgbClr val="00997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2" name="object 312"/>
            <p:cNvSpPr/>
            <p:nvPr/>
          </p:nvSpPr>
          <p:spPr>
            <a:xfrm>
              <a:off x="1374662" y="2676176"/>
              <a:ext cx="6282055" cy="3748404"/>
            </a:xfrm>
            <a:custGeom>
              <a:avLst/>
              <a:gdLst/>
              <a:ahLst/>
              <a:cxnLst/>
              <a:rect l="l" t="t" r="r" b="b"/>
              <a:pathLst>
                <a:path w="6282055" h="3748404">
                  <a:moveTo>
                    <a:pt x="6221092" y="259294"/>
                  </a:moveTo>
                  <a:lnTo>
                    <a:pt x="6233220" y="259294"/>
                  </a:lnTo>
                  <a:lnTo>
                    <a:pt x="6184711" y="259294"/>
                  </a:lnTo>
                  <a:lnTo>
                    <a:pt x="6172585" y="259294"/>
                  </a:lnTo>
                  <a:lnTo>
                    <a:pt x="6221092" y="259294"/>
                  </a:lnTo>
                  <a:close/>
                </a:path>
                <a:path w="6282055" h="3748404">
                  <a:moveTo>
                    <a:pt x="60634" y="3689048"/>
                  </a:moveTo>
                  <a:lnTo>
                    <a:pt x="60634" y="0"/>
                  </a:lnTo>
                </a:path>
                <a:path w="6282055" h="3748404">
                  <a:moveTo>
                    <a:pt x="60634" y="3689048"/>
                  </a:moveTo>
                  <a:lnTo>
                    <a:pt x="0" y="3689048"/>
                  </a:lnTo>
                </a:path>
                <a:path w="6282055" h="3748404">
                  <a:moveTo>
                    <a:pt x="60634" y="2946524"/>
                  </a:moveTo>
                  <a:lnTo>
                    <a:pt x="0" y="2946524"/>
                  </a:lnTo>
                </a:path>
                <a:path w="6282055" h="3748404">
                  <a:moveTo>
                    <a:pt x="60634" y="2215786"/>
                  </a:moveTo>
                  <a:lnTo>
                    <a:pt x="0" y="2215786"/>
                  </a:lnTo>
                </a:path>
                <a:path w="6282055" h="3748404">
                  <a:moveTo>
                    <a:pt x="60634" y="1473262"/>
                  </a:moveTo>
                  <a:lnTo>
                    <a:pt x="0" y="1473262"/>
                  </a:lnTo>
                </a:path>
                <a:path w="6282055" h="3748404">
                  <a:moveTo>
                    <a:pt x="60634" y="730737"/>
                  </a:moveTo>
                  <a:lnTo>
                    <a:pt x="0" y="730737"/>
                  </a:lnTo>
                </a:path>
                <a:path w="6282055" h="3748404">
                  <a:moveTo>
                    <a:pt x="60634" y="0"/>
                  </a:moveTo>
                  <a:lnTo>
                    <a:pt x="0" y="0"/>
                  </a:lnTo>
                </a:path>
                <a:path w="6282055" h="3748404">
                  <a:moveTo>
                    <a:pt x="60634" y="3689048"/>
                  </a:moveTo>
                  <a:lnTo>
                    <a:pt x="6281726" y="3689048"/>
                  </a:lnTo>
                </a:path>
                <a:path w="6282055" h="3748404">
                  <a:moveTo>
                    <a:pt x="60634" y="3689048"/>
                  </a:moveTo>
                  <a:lnTo>
                    <a:pt x="60634" y="3747978"/>
                  </a:lnTo>
                </a:path>
                <a:path w="6282055" h="3748404">
                  <a:moveTo>
                    <a:pt x="194030" y="3689048"/>
                  </a:moveTo>
                  <a:lnTo>
                    <a:pt x="194030" y="3747978"/>
                  </a:lnTo>
                </a:path>
                <a:path w="6282055" h="3748404">
                  <a:moveTo>
                    <a:pt x="327426" y="3689048"/>
                  </a:moveTo>
                  <a:lnTo>
                    <a:pt x="327426" y="3747978"/>
                  </a:lnTo>
                </a:path>
                <a:path w="6282055" h="3748404">
                  <a:moveTo>
                    <a:pt x="460821" y="3689048"/>
                  </a:moveTo>
                  <a:lnTo>
                    <a:pt x="460821" y="3747978"/>
                  </a:lnTo>
                </a:path>
                <a:path w="6282055" h="3748404">
                  <a:moveTo>
                    <a:pt x="594217" y="3689048"/>
                  </a:moveTo>
                  <a:lnTo>
                    <a:pt x="594217" y="3747978"/>
                  </a:lnTo>
                </a:path>
                <a:path w="6282055" h="3748404">
                  <a:moveTo>
                    <a:pt x="739740" y="3689048"/>
                  </a:moveTo>
                  <a:lnTo>
                    <a:pt x="739740" y="3747978"/>
                  </a:lnTo>
                </a:path>
                <a:path w="6282055" h="3748404">
                  <a:moveTo>
                    <a:pt x="873136" y="3689048"/>
                  </a:moveTo>
                  <a:lnTo>
                    <a:pt x="873136" y="3747978"/>
                  </a:lnTo>
                </a:path>
                <a:path w="6282055" h="3748404">
                  <a:moveTo>
                    <a:pt x="1006531" y="3689048"/>
                  </a:moveTo>
                  <a:lnTo>
                    <a:pt x="1006531" y="3747978"/>
                  </a:lnTo>
                </a:path>
                <a:path w="6282055" h="3748404">
                  <a:moveTo>
                    <a:pt x="1139927" y="3689048"/>
                  </a:moveTo>
                  <a:lnTo>
                    <a:pt x="1139927" y="3747978"/>
                  </a:lnTo>
                </a:path>
                <a:path w="6282055" h="3748404">
                  <a:moveTo>
                    <a:pt x="1273323" y="3689048"/>
                  </a:moveTo>
                  <a:lnTo>
                    <a:pt x="1273323" y="3747978"/>
                  </a:lnTo>
                </a:path>
                <a:path w="6282055" h="3748404">
                  <a:moveTo>
                    <a:pt x="1406719" y="3689048"/>
                  </a:moveTo>
                  <a:lnTo>
                    <a:pt x="1406719" y="3747978"/>
                  </a:lnTo>
                </a:path>
                <a:path w="6282055" h="3748404">
                  <a:moveTo>
                    <a:pt x="1552241" y="3689048"/>
                  </a:moveTo>
                  <a:lnTo>
                    <a:pt x="1552241" y="3747978"/>
                  </a:lnTo>
                </a:path>
                <a:path w="6282055" h="3748404">
                  <a:moveTo>
                    <a:pt x="1685637" y="3689048"/>
                  </a:moveTo>
                  <a:lnTo>
                    <a:pt x="1685637" y="3747978"/>
                  </a:lnTo>
                </a:path>
                <a:path w="6282055" h="3748404">
                  <a:moveTo>
                    <a:pt x="1819033" y="3689048"/>
                  </a:moveTo>
                  <a:lnTo>
                    <a:pt x="1819033" y="3747978"/>
                  </a:lnTo>
                </a:path>
                <a:path w="6282055" h="3748404">
                  <a:moveTo>
                    <a:pt x="1952429" y="3689048"/>
                  </a:moveTo>
                  <a:lnTo>
                    <a:pt x="1952429" y="3747978"/>
                  </a:lnTo>
                </a:path>
                <a:path w="6282055" h="3748404">
                  <a:moveTo>
                    <a:pt x="2085824" y="3689048"/>
                  </a:moveTo>
                  <a:lnTo>
                    <a:pt x="2085824" y="3747978"/>
                  </a:lnTo>
                </a:path>
                <a:path w="6282055" h="3748404">
                  <a:moveTo>
                    <a:pt x="2219220" y="3689048"/>
                  </a:moveTo>
                  <a:lnTo>
                    <a:pt x="2219220" y="3747978"/>
                  </a:lnTo>
                </a:path>
                <a:path w="6282055" h="3748404">
                  <a:moveTo>
                    <a:pt x="2352616" y="3689048"/>
                  </a:moveTo>
                  <a:lnTo>
                    <a:pt x="2352616" y="3747978"/>
                  </a:lnTo>
                </a:path>
                <a:path w="6282055" h="3748404">
                  <a:moveTo>
                    <a:pt x="2498139" y="3689048"/>
                  </a:moveTo>
                  <a:lnTo>
                    <a:pt x="2498139" y="3747978"/>
                  </a:lnTo>
                </a:path>
                <a:path w="6282055" h="3748404">
                  <a:moveTo>
                    <a:pt x="2631534" y="3689048"/>
                  </a:moveTo>
                  <a:lnTo>
                    <a:pt x="2631534" y="3747978"/>
                  </a:lnTo>
                </a:path>
                <a:path w="6282055" h="3748404">
                  <a:moveTo>
                    <a:pt x="2764930" y="3689048"/>
                  </a:moveTo>
                  <a:lnTo>
                    <a:pt x="2764930" y="3747978"/>
                  </a:lnTo>
                </a:path>
                <a:path w="6282055" h="3748404">
                  <a:moveTo>
                    <a:pt x="2898326" y="3689048"/>
                  </a:moveTo>
                  <a:lnTo>
                    <a:pt x="2898326" y="3747978"/>
                  </a:lnTo>
                </a:path>
                <a:path w="6282055" h="3748404">
                  <a:moveTo>
                    <a:pt x="3031722" y="3689048"/>
                  </a:moveTo>
                  <a:lnTo>
                    <a:pt x="3031722" y="3747978"/>
                  </a:lnTo>
                </a:path>
                <a:path w="6282055" h="3748404">
                  <a:moveTo>
                    <a:pt x="3165117" y="3689048"/>
                  </a:moveTo>
                  <a:lnTo>
                    <a:pt x="3165117" y="3747978"/>
                  </a:lnTo>
                </a:path>
                <a:path w="6282055" h="3748404">
                  <a:moveTo>
                    <a:pt x="3310640" y="3689048"/>
                  </a:moveTo>
                  <a:lnTo>
                    <a:pt x="3310640" y="3747978"/>
                  </a:lnTo>
                </a:path>
                <a:path w="6282055" h="3748404">
                  <a:moveTo>
                    <a:pt x="3444036" y="3689048"/>
                  </a:moveTo>
                  <a:lnTo>
                    <a:pt x="3444036" y="3747978"/>
                  </a:lnTo>
                </a:path>
                <a:path w="6282055" h="3748404">
                  <a:moveTo>
                    <a:pt x="3577432" y="3689048"/>
                  </a:moveTo>
                  <a:lnTo>
                    <a:pt x="3577432" y="3747978"/>
                  </a:lnTo>
                </a:path>
                <a:path w="6282055" h="3748404">
                  <a:moveTo>
                    <a:pt x="3710827" y="3689048"/>
                  </a:moveTo>
                  <a:lnTo>
                    <a:pt x="3710827" y="3747978"/>
                  </a:lnTo>
                </a:path>
                <a:path w="6282055" h="3748404">
                  <a:moveTo>
                    <a:pt x="3844223" y="3689048"/>
                  </a:moveTo>
                  <a:lnTo>
                    <a:pt x="3844223" y="3747978"/>
                  </a:lnTo>
                </a:path>
                <a:path w="6282055" h="3748404">
                  <a:moveTo>
                    <a:pt x="3977619" y="3689048"/>
                  </a:moveTo>
                  <a:lnTo>
                    <a:pt x="3977619" y="3747978"/>
                  </a:lnTo>
                </a:path>
                <a:path w="6282055" h="3748404">
                  <a:moveTo>
                    <a:pt x="4123141" y="3689048"/>
                  </a:moveTo>
                  <a:lnTo>
                    <a:pt x="4123141" y="3747978"/>
                  </a:lnTo>
                </a:path>
                <a:path w="6282055" h="3748404">
                  <a:moveTo>
                    <a:pt x="4256537" y="3689048"/>
                  </a:moveTo>
                  <a:lnTo>
                    <a:pt x="4256537" y="3747978"/>
                  </a:lnTo>
                </a:path>
                <a:path w="6282055" h="3748404">
                  <a:moveTo>
                    <a:pt x="4389933" y="3689048"/>
                  </a:moveTo>
                  <a:lnTo>
                    <a:pt x="4389933" y="3747978"/>
                  </a:lnTo>
                </a:path>
                <a:path w="6282055" h="3748404">
                  <a:moveTo>
                    <a:pt x="4523329" y="3689048"/>
                  </a:moveTo>
                  <a:lnTo>
                    <a:pt x="4523329" y="3747978"/>
                  </a:lnTo>
                </a:path>
                <a:path w="6282055" h="3748404">
                  <a:moveTo>
                    <a:pt x="4656725" y="3689048"/>
                  </a:moveTo>
                  <a:lnTo>
                    <a:pt x="4656725" y="3747978"/>
                  </a:lnTo>
                </a:path>
                <a:path w="6282055" h="3748404">
                  <a:moveTo>
                    <a:pt x="4790120" y="3689048"/>
                  </a:moveTo>
                  <a:lnTo>
                    <a:pt x="4790120" y="3747978"/>
                  </a:lnTo>
                </a:path>
                <a:path w="6282055" h="3748404">
                  <a:moveTo>
                    <a:pt x="4935643" y="3689048"/>
                  </a:moveTo>
                  <a:lnTo>
                    <a:pt x="4935643" y="3747978"/>
                  </a:lnTo>
                </a:path>
                <a:path w="6282055" h="3748404">
                  <a:moveTo>
                    <a:pt x="5069039" y="3689048"/>
                  </a:moveTo>
                  <a:lnTo>
                    <a:pt x="5069039" y="3747978"/>
                  </a:lnTo>
                </a:path>
                <a:path w="6282055" h="3748404">
                  <a:moveTo>
                    <a:pt x="5202434" y="3689048"/>
                  </a:moveTo>
                  <a:lnTo>
                    <a:pt x="5202434" y="3747978"/>
                  </a:lnTo>
                </a:path>
                <a:path w="6282055" h="3748404">
                  <a:moveTo>
                    <a:pt x="5335830" y="3689048"/>
                  </a:moveTo>
                  <a:lnTo>
                    <a:pt x="5335830" y="3747978"/>
                  </a:lnTo>
                </a:path>
                <a:path w="6282055" h="3748404">
                  <a:moveTo>
                    <a:pt x="5469226" y="3689048"/>
                  </a:moveTo>
                  <a:lnTo>
                    <a:pt x="5469226" y="3747978"/>
                  </a:lnTo>
                </a:path>
                <a:path w="6282055" h="3748404">
                  <a:moveTo>
                    <a:pt x="5602622" y="3689048"/>
                  </a:moveTo>
                  <a:lnTo>
                    <a:pt x="5602622" y="3747978"/>
                  </a:lnTo>
                </a:path>
                <a:path w="6282055" h="3748404">
                  <a:moveTo>
                    <a:pt x="5748143" y="3689048"/>
                  </a:moveTo>
                  <a:lnTo>
                    <a:pt x="5748143" y="3747978"/>
                  </a:lnTo>
                </a:path>
                <a:path w="6282055" h="3748404">
                  <a:moveTo>
                    <a:pt x="5881539" y="3689048"/>
                  </a:moveTo>
                  <a:lnTo>
                    <a:pt x="5881539" y="3747978"/>
                  </a:lnTo>
                </a:path>
                <a:path w="6282055" h="3748404">
                  <a:moveTo>
                    <a:pt x="6014935" y="3689048"/>
                  </a:moveTo>
                  <a:lnTo>
                    <a:pt x="6014935" y="3747978"/>
                  </a:lnTo>
                </a:path>
                <a:path w="6282055" h="3748404">
                  <a:moveTo>
                    <a:pt x="6148330" y="3689048"/>
                  </a:moveTo>
                  <a:lnTo>
                    <a:pt x="6148330" y="3747978"/>
                  </a:lnTo>
                </a:path>
                <a:path w="6282055" h="3748404">
                  <a:moveTo>
                    <a:pt x="6281726" y="3689048"/>
                  </a:moveTo>
                  <a:lnTo>
                    <a:pt x="6281726" y="3747978"/>
                  </a:lnTo>
                </a:path>
              </a:pathLst>
            </a:custGeom>
            <a:ln w="119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3" name="object 313"/>
            <p:cNvSpPr/>
            <p:nvPr/>
          </p:nvSpPr>
          <p:spPr>
            <a:xfrm>
              <a:off x="6164783" y="6577380"/>
              <a:ext cx="958215" cy="188595"/>
            </a:xfrm>
            <a:custGeom>
              <a:avLst/>
              <a:gdLst/>
              <a:ahLst/>
              <a:cxnLst/>
              <a:rect l="l" t="t" r="r" b="b"/>
              <a:pathLst>
                <a:path w="958215" h="188595">
                  <a:moveTo>
                    <a:pt x="97015" y="176796"/>
                  </a:moveTo>
                  <a:lnTo>
                    <a:pt x="87033" y="176796"/>
                  </a:lnTo>
                  <a:lnTo>
                    <a:pt x="82892" y="176110"/>
                  </a:lnTo>
                  <a:lnTo>
                    <a:pt x="82626" y="176110"/>
                  </a:lnTo>
                  <a:lnTo>
                    <a:pt x="72758" y="42722"/>
                  </a:lnTo>
                  <a:lnTo>
                    <a:pt x="72758" y="0"/>
                  </a:lnTo>
                  <a:lnTo>
                    <a:pt x="68211" y="0"/>
                  </a:lnTo>
                  <a:lnTo>
                    <a:pt x="0" y="35356"/>
                  </a:lnTo>
                  <a:lnTo>
                    <a:pt x="2641" y="47142"/>
                  </a:lnTo>
                  <a:lnTo>
                    <a:pt x="9969" y="44196"/>
                  </a:lnTo>
                  <a:lnTo>
                    <a:pt x="16230" y="42722"/>
                  </a:lnTo>
                  <a:lnTo>
                    <a:pt x="24688" y="42722"/>
                  </a:lnTo>
                  <a:lnTo>
                    <a:pt x="27559" y="43459"/>
                  </a:lnTo>
                  <a:lnTo>
                    <a:pt x="32486" y="46405"/>
                  </a:lnTo>
                  <a:lnTo>
                    <a:pt x="34163" y="47815"/>
                  </a:lnTo>
                  <a:lnTo>
                    <a:pt x="35928" y="50520"/>
                  </a:lnTo>
                  <a:lnTo>
                    <a:pt x="36372" y="53771"/>
                  </a:lnTo>
                  <a:lnTo>
                    <a:pt x="36372" y="161696"/>
                  </a:lnTo>
                  <a:lnTo>
                    <a:pt x="15341" y="176796"/>
                  </a:lnTo>
                  <a:lnTo>
                    <a:pt x="0" y="176796"/>
                  </a:lnTo>
                  <a:lnTo>
                    <a:pt x="0" y="188582"/>
                  </a:lnTo>
                  <a:lnTo>
                    <a:pt x="97015" y="188582"/>
                  </a:lnTo>
                  <a:lnTo>
                    <a:pt x="97015" y="176796"/>
                  </a:lnTo>
                  <a:close/>
                </a:path>
                <a:path w="958215" h="188595">
                  <a:moveTo>
                    <a:pt x="266788" y="94284"/>
                  </a:moveTo>
                  <a:lnTo>
                    <a:pt x="266293" y="81978"/>
                  </a:lnTo>
                  <a:lnTo>
                    <a:pt x="266204" y="79756"/>
                  </a:lnTo>
                  <a:lnTo>
                    <a:pt x="264464" y="65786"/>
                  </a:lnTo>
                  <a:lnTo>
                    <a:pt x="248970" y="23368"/>
                  </a:lnTo>
                  <a:lnTo>
                    <a:pt x="230378" y="6692"/>
                  </a:lnTo>
                  <a:lnTo>
                    <a:pt x="230378" y="96494"/>
                  </a:lnTo>
                  <a:lnTo>
                    <a:pt x="230225" y="107276"/>
                  </a:lnTo>
                  <a:lnTo>
                    <a:pt x="230174" y="111226"/>
                  </a:lnTo>
                  <a:lnTo>
                    <a:pt x="230047" y="120484"/>
                  </a:lnTo>
                  <a:lnTo>
                    <a:pt x="229946" y="128384"/>
                  </a:lnTo>
                  <a:lnTo>
                    <a:pt x="229882" y="132930"/>
                  </a:lnTo>
                  <a:lnTo>
                    <a:pt x="229806" y="138671"/>
                  </a:lnTo>
                  <a:lnTo>
                    <a:pt x="229743" y="142443"/>
                  </a:lnTo>
                  <a:lnTo>
                    <a:pt x="229641" y="150088"/>
                  </a:lnTo>
                  <a:lnTo>
                    <a:pt x="228892" y="160274"/>
                  </a:lnTo>
                  <a:lnTo>
                    <a:pt x="226098" y="167462"/>
                  </a:lnTo>
                  <a:lnTo>
                    <a:pt x="225983" y="167767"/>
                  </a:lnTo>
                  <a:lnTo>
                    <a:pt x="220929" y="172554"/>
                  </a:lnTo>
                  <a:lnTo>
                    <a:pt x="217766" y="175374"/>
                  </a:lnTo>
                  <a:lnTo>
                    <a:pt x="213156" y="176796"/>
                  </a:lnTo>
                  <a:lnTo>
                    <a:pt x="201409" y="176796"/>
                  </a:lnTo>
                  <a:lnTo>
                    <a:pt x="182791" y="142443"/>
                  </a:lnTo>
                  <a:lnTo>
                    <a:pt x="182118" y="128384"/>
                  </a:lnTo>
                  <a:lnTo>
                    <a:pt x="182168" y="73583"/>
                  </a:lnTo>
                  <a:lnTo>
                    <a:pt x="182473" y="57683"/>
                  </a:lnTo>
                  <a:lnTo>
                    <a:pt x="182575" y="54825"/>
                  </a:lnTo>
                  <a:lnTo>
                    <a:pt x="183146" y="42176"/>
                  </a:lnTo>
                  <a:lnTo>
                    <a:pt x="183222" y="40360"/>
                  </a:lnTo>
                  <a:lnTo>
                    <a:pt x="184099" y="32550"/>
                  </a:lnTo>
                  <a:lnTo>
                    <a:pt x="184150" y="32042"/>
                  </a:lnTo>
                  <a:lnTo>
                    <a:pt x="184264" y="31026"/>
                  </a:lnTo>
                  <a:lnTo>
                    <a:pt x="185839" y="23368"/>
                  </a:lnTo>
                  <a:lnTo>
                    <a:pt x="188912" y="17983"/>
                  </a:lnTo>
                  <a:lnTo>
                    <a:pt x="193459" y="14922"/>
                  </a:lnTo>
                  <a:lnTo>
                    <a:pt x="196481" y="12827"/>
                  </a:lnTo>
                  <a:lnTo>
                    <a:pt x="200660" y="11785"/>
                  </a:lnTo>
                  <a:lnTo>
                    <a:pt x="212788" y="11785"/>
                  </a:lnTo>
                  <a:lnTo>
                    <a:pt x="229971" y="46609"/>
                  </a:lnTo>
                  <a:lnTo>
                    <a:pt x="230098" y="52400"/>
                  </a:lnTo>
                  <a:lnTo>
                    <a:pt x="230200" y="56832"/>
                  </a:lnTo>
                  <a:lnTo>
                    <a:pt x="230289" y="65786"/>
                  </a:lnTo>
                  <a:lnTo>
                    <a:pt x="230378" y="96494"/>
                  </a:lnTo>
                  <a:lnTo>
                    <a:pt x="230378" y="6692"/>
                  </a:lnTo>
                  <a:lnTo>
                    <a:pt x="229501" y="6108"/>
                  </a:lnTo>
                  <a:lnTo>
                    <a:pt x="221970" y="2717"/>
                  </a:lnTo>
                  <a:lnTo>
                    <a:pt x="214185" y="673"/>
                  </a:lnTo>
                  <a:lnTo>
                    <a:pt x="206146" y="0"/>
                  </a:lnTo>
                  <a:lnTo>
                    <a:pt x="198208" y="673"/>
                  </a:lnTo>
                  <a:lnTo>
                    <a:pt x="163042" y="24130"/>
                  </a:lnTo>
                  <a:lnTo>
                    <a:pt x="147650" y="68097"/>
                  </a:lnTo>
                  <a:lnTo>
                    <a:pt x="145516" y="96494"/>
                  </a:lnTo>
                  <a:lnTo>
                    <a:pt x="145884" y="107276"/>
                  </a:lnTo>
                  <a:lnTo>
                    <a:pt x="153835" y="145846"/>
                  </a:lnTo>
                  <a:lnTo>
                    <a:pt x="176187" y="178142"/>
                  </a:lnTo>
                  <a:lnTo>
                    <a:pt x="206146" y="188582"/>
                  </a:lnTo>
                  <a:lnTo>
                    <a:pt x="214109" y="188582"/>
                  </a:lnTo>
                  <a:lnTo>
                    <a:pt x="249910" y="163576"/>
                  </a:lnTo>
                  <a:lnTo>
                    <a:pt x="264795" y="120484"/>
                  </a:lnTo>
                  <a:lnTo>
                    <a:pt x="266700" y="96494"/>
                  </a:lnTo>
                  <a:lnTo>
                    <a:pt x="266788" y="94284"/>
                  </a:lnTo>
                  <a:close/>
                </a:path>
                <a:path w="958215" h="188595">
                  <a:moveTo>
                    <a:pt x="412305" y="94284"/>
                  </a:moveTo>
                  <a:lnTo>
                    <a:pt x="407085" y="52400"/>
                  </a:lnTo>
                  <a:lnTo>
                    <a:pt x="388810" y="16611"/>
                  </a:lnTo>
                  <a:lnTo>
                    <a:pt x="375894" y="6692"/>
                  </a:lnTo>
                  <a:lnTo>
                    <a:pt x="375894" y="96494"/>
                  </a:lnTo>
                  <a:lnTo>
                    <a:pt x="375754" y="107276"/>
                  </a:lnTo>
                  <a:lnTo>
                    <a:pt x="375691" y="111226"/>
                  </a:lnTo>
                  <a:lnTo>
                    <a:pt x="375577" y="120484"/>
                  </a:lnTo>
                  <a:lnTo>
                    <a:pt x="375462" y="128384"/>
                  </a:lnTo>
                  <a:lnTo>
                    <a:pt x="375399" y="132930"/>
                  </a:lnTo>
                  <a:lnTo>
                    <a:pt x="375323" y="138671"/>
                  </a:lnTo>
                  <a:lnTo>
                    <a:pt x="375272" y="142443"/>
                  </a:lnTo>
                  <a:lnTo>
                    <a:pt x="358686" y="176796"/>
                  </a:lnTo>
                  <a:lnTo>
                    <a:pt x="346938" y="176796"/>
                  </a:lnTo>
                  <a:lnTo>
                    <a:pt x="328320" y="142443"/>
                  </a:lnTo>
                  <a:lnTo>
                    <a:pt x="327647" y="128384"/>
                  </a:lnTo>
                  <a:lnTo>
                    <a:pt x="327698" y="73583"/>
                  </a:lnTo>
                  <a:lnTo>
                    <a:pt x="327990" y="57683"/>
                  </a:lnTo>
                  <a:lnTo>
                    <a:pt x="328104" y="54825"/>
                  </a:lnTo>
                  <a:lnTo>
                    <a:pt x="328676" y="42176"/>
                  </a:lnTo>
                  <a:lnTo>
                    <a:pt x="328752" y="40360"/>
                  </a:lnTo>
                  <a:lnTo>
                    <a:pt x="329615" y="32550"/>
                  </a:lnTo>
                  <a:lnTo>
                    <a:pt x="329679" y="32042"/>
                  </a:lnTo>
                  <a:lnTo>
                    <a:pt x="329793" y="31026"/>
                  </a:lnTo>
                  <a:lnTo>
                    <a:pt x="331368" y="23368"/>
                  </a:lnTo>
                  <a:lnTo>
                    <a:pt x="334429" y="17983"/>
                  </a:lnTo>
                  <a:lnTo>
                    <a:pt x="338975" y="14922"/>
                  </a:lnTo>
                  <a:lnTo>
                    <a:pt x="342011" y="12827"/>
                  </a:lnTo>
                  <a:lnTo>
                    <a:pt x="346176" y="11785"/>
                  </a:lnTo>
                  <a:lnTo>
                    <a:pt x="358305" y="11785"/>
                  </a:lnTo>
                  <a:lnTo>
                    <a:pt x="375500" y="46609"/>
                  </a:lnTo>
                  <a:lnTo>
                    <a:pt x="375894" y="96494"/>
                  </a:lnTo>
                  <a:lnTo>
                    <a:pt x="375894" y="6692"/>
                  </a:lnTo>
                  <a:lnTo>
                    <a:pt x="375018" y="6108"/>
                  </a:lnTo>
                  <a:lnTo>
                    <a:pt x="367499" y="2717"/>
                  </a:lnTo>
                  <a:lnTo>
                    <a:pt x="359714" y="673"/>
                  </a:lnTo>
                  <a:lnTo>
                    <a:pt x="351675" y="0"/>
                  </a:lnTo>
                  <a:lnTo>
                    <a:pt x="343725" y="673"/>
                  </a:lnTo>
                  <a:lnTo>
                    <a:pt x="308571" y="24130"/>
                  </a:lnTo>
                  <a:lnTo>
                    <a:pt x="293166" y="68097"/>
                  </a:lnTo>
                  <a:lnTo>
                    <a:pt x="291045" y="96494"/>
                  </a:lnTo>
                  <a:lnTo>
                    <a:pt x="291401" y="107276"/>
                  </a:lnTo>
                  <a:lnTo>
                    <a:pt x="299364" y="145846"/>
                  </a:lnTo>
                  <a:lnTo>
                    <a:pt x="321716" y="178142"/>
                  </a:lnTo>
                  <a:lnTo>
                    <a:pt x="351675" y="188582"/>
                  </a:lnTo>
                  <a:lnTo>
                    <a:pt x="359625" y="188582"/>
                  </a:lnTo>
                  <a:lnTo>
                    <a:pt x="395427" y="163576"/>
                  </a:lnTo>
                  <a:lnTo>
                    <a:pt x="410311" y="120484"/>
                  </a:lnTo>
                  <a:lnTo>
                    <a:pt x="412229" y="96494"/>
                  </a:lnTo>
                  <a:lnTo>
                    <a:pt x="412305" y="94284"/>
                  </a:lnTo>
                  <a:close/>
                </a:path>
                <a:path w="958215" h="188595">
                  <a:moveTo>
                    <a:pt x="642721" y="176796"/>
                  </a:moveTo>
                  <a:lnTo>
                    <a:pt x="632739" y="176796"/>
                  </a:lnTo>
                  <a:lnTo>
                    <a:pt x="628599" y="176110"/>
                  </a:lnTo>
                  <a:lnTo>
                    <a:pt x="628345" y="176110"/>
                  </a:lnTo>
                  <a:lnTo>
                    <a:pt x="618464" y="42722"/>
                  </a:lnTo>
                  <a:lnTo>
                    <a:pt x="618464" y="0"/>
                  </a:lnTo>
                  <a:lnTo>
                    <a:pt x="613918" y="0"/>
                  </a:lnTo>
                  <a:lnTo>
                    <a:pt x="545706" y="35356"/>
                  </a:lnTo>
                  <a:lnTo>
                    <a:pt x="548360" y="47142"/>
                  </a:lnTo>
                  <a:lnTo>
                    <a:pt x="555688" y="44196"/>
                  </a:lnTo>
                  <a:lnTo>
                    <a:pt x="561936" y="42722"/>
                  </a:lnTo>
                  <a:lnTo>
                    <a:pt x="570395" y="42722"/>
                  </a:lnTo>
                  <a:lnTo>
                    <a:pt x="573278" y="43459"/>
                  </a:lnTo>
                  <a:lnTo>
                    <a:pt x="578205" y="46405"/>
                  </a:lnTo>
                  <a:lnTo>
                    <a:pt x="579869" y="47815"/>
                  </a:lnTo>
                  <a:lnTo>
                    <a:pt x="581647" y="50520"/>
                  </a:lnTo>
                  <a:lnTo>
                    <a:pt x="582079" y="53771"/>
                  </a:lnTo>
                  <a:lnTo>
                    <a:pt x="582079" y="161696"/>
                  </a:lnTo>
                  <a:lnTo>
                    <a:pt x="581431" y="166687"/>
                  </a:lnTo>
                  <a:lnTo>
                    <a:pt x="581393" y="167055"/>
                  </a:lnTo>
                  <a:lnTo>
                    <a:pt x="578612" y="171602"/>
                  </a:lnTo>
                  <a:lnTo>
                    <a:pt x="575894" y="173418"/>
                  </a:lnTo>
                  <a:lnTo>
                    <a:pt x="567817" y="176110"/>
                  </a:lnTo>
                  <a:lnTo>
                    <a:pt x="561047" y="176796"/>
                  </a:lnTo>
                  <a:lnTo>
                    <a:pt x="545706" y="176796"/>
                  </a:lnTo>
                  <a:lnTo>
                    <a:pt x="545706" y="188582"/>
                  </a:lnTo>
                  <a:lnTo>
                    <a:pt x="642721" y="188582"/>
                  </a:lnTo>
                  <a:lnTo>
                    <a:pt x="642721" y="176796"/>
                  </a:lnTo>
                  <a:close/>
                </a:path>
                <a:path w="958215" h="188595">
                  <a:moveTo>
                    <a:pt x="812495" y="94284"/>
                  </a:moveTo>
                  <a:lnTo>
                    <a:pt x="811999" y="81978"/>
                  </a:lnTo>
                  <a:lnTo>
                    <a:pt x="811911" y="79756"/>
                  </a:lnTo>
                  <a:lnTo>
                    <a:pt x="810171" y="65786"/>
                  </a:lnTo>
                  <a:lnTo>
                    <a:pt x="794689" y="23368"/>
                  </a:lnTo>
                  <a:lnTo>
                    <a:pt x="776084" y="6692"/>
                  </a:lnTo>
                  <a:lnTo>
                    <a:pt x="776084" y="96494"/>
                  </a:lnTo>
                  <a:lnTo>
                    <a:pt x="775931" y="107276"/>
                  </a:lnTo>
                  <a:lnTo>
                    <a:pt x="775881" y="111226"/>
                  </a:lnTo>
                  <a:lnTo>
                    <a:pt x="775754" y="120484"/>
                  </a:lnTo>
                  <a:lnTo>
                    <a:pt x="775652" y="128384"/>
                  </a:lnTo>
                  <a:lnTo>
                    <a:pt x="775589" y="132930"/>
                  </a:lnTo>
                  <a:lnTo>
                    <a:pt x="775512" y="138671"/>
                  </a:lnTo>
                  <a:lnTo>
                    <a:pt x="775462" y="142443"/>
                  </a:lnTo>
                  <a:lnTo>
                    <a:pt x="758875" y="176796"/>
                  </a:lnTo>
                  <a:lnTo>
                    <a:pt x="747128" y="176796"/>
                  </a:lnTo>
                  <a:lnTo>
                    <a:pt x="728510" y="142443"/>
                  </a:lnTo>
                  <a:lnTo>
                    <a:pt x="727837" y="128384"/>
                  </a:lnTo>
                  <a:lnTo>
                    <a:pt x="727887" y="73583"/>
                  </a:lnTo>
                  <a:lnTo>
                    <a:pt x="729805" y="32550"/>
                  </a:lnTo>
                  <a:lnTo>
                    <a:pt x="729869" y="32042"/>
                  </a:lnTo>
                  <a:lnTo>
                    <a:pt x="729970" y="31026"/>
                  </a:lnTo>
                  <a:lnTo>
                    <a:pt x="731558" y="23368"/>
                  </a:lnTo>
                  <a:lnTo>
                    <a:pt x="734618" y="17983"/>
                  </a:lnTo>
                  <a:lnTo>
                    <a:pt x="739165" y="14922"/>
                  </a:lnTo>
                  <a:lnTo>
                    <a:pt x="742200" y="12827"/>
                  </a:lnTo>
                  <a:lnTo>
                    <a:pt x="746366" y="11785"/>
                  </a:lnTo>
                  <a:lnTo>
                    <a:pt x="758494" y="11785"/>
                  </a:lnTo>
                  <a:lnTo>
                    <a:pt x="775690" y="46609"/>
                  </a:lnTo>
                  <a:lnTo>
                    <a:pt x="775804" y="52400"/>
                  </a:lnTo>
                  <a:lnTo>
                    <a:pt x="775906" y="56832"/>
                  </a:lnTo>
                  <a:lnTo>
                    <a:pt x="775995" y="65786"/>
                  </a:lnTo>
                  <a:lnTo>
                    <a:pt x="776084" y="96494"/>
                  </a:lnTo>
                  <a:lnTo>
                    <a:pt x="776084" y="6692"/>
                  </a:lnTo>
                  <a:lnTo>
                    <a:pt x="775208" y="6108"/>
                  </a:lnTo>
                  <a:lnTo>
                    <a:pt x="767689" y="2717"/>
                  </a:lnTo>
                  <a:lnTo>
                    <a:pt x="759904" y="673"/>
                  </a:lnTo>
                  <a:lnTo>
                    <a:pt x="751865" y="0"/>
                  </a:lnTo>
                  <a:lnTo>
                    <a:pt x="743915" y="673"/>
                  </a:lnTo>
                  <a:lnTo>
                    <a:pt x="708748" y="24130"/>
                  </a:lnTo>
                  <a:lnTo>
                    <a:pt x="693356" y="68097"/>
                  </a:lnTo>
                  <a:lnTo>
                    <a:pt x="691311" y="94284"/>
                  </a:lnTo>
                  <a:lnTo>
                    <a:pt x="691222" y="96494"/>
                  </a:lnTo>
                  <a:lnTo>
                    <a:pt x="697103" y="138671"/>
                  </a:lnTo>
                  <a:lnTo>
                    <a:pt x="716902" y="173723"/>
                  </a:lnTo>
                  <a:lnTo>
                    <a:pt x="751865" y="188582"/>
                  </a:lnTo>
                  <a:lnTo>
                    <a:pt x="759815" y="188582"/>
                  </a:lnTo>
                  <a:lnTo>
                    <a:pt x="795616" y="163576"/>
                  </a:lnTo>
                  <a:lnTo>
                    <a:pt x="810501" y="120484"/>
                  </a:lnTo>
                  <a:lnTo>
                    <a:pt x="812419" y="96494"/>
                  </a:lnTo>
                  <a:lnTo>
                    <a:pt x="812495" y="94284"/>
                  </a:lnTo>
                  <a:close/>
                </a:path>
                <a:path w="958215" h="188595">
                  <a:moveTo>
                    <a:pt x="958024" y="117856"/>
                  </a:moveTo>
                  <a:lnTo>
                    <a:pt x="945896" y="117856"/>
                  </a:lnTo>
                  <a:lnTo>
                    <a:pt x="945896" y="41071"/>
                  </a:lnTo>
                  <a:lnTo>
                    <a:pt x="945896" y="0"/>
                  </a:lnTo>
                  <a:lnTo>
                    <a:pt x="929601" y="0"/>
                  </a:lnTo>
                  <a:lnTo>
                    <a:pt x="909510" y="25514"/>
                  </a:lnTo>
                  <a:lnTo>
                    <a:pt x="909510" y="41071"/>
                  </a:lnTo>
                  <a:lnTo>
                    <a:pt x="909510" y="117856"/>
                  </a:lnTo>
                  <a:lnTo>
                    <a:pt x="848880" y="117856"/>
                  </a:lnTo>
                  <a:lnTo>
                    <a:pt x="909510" y="41071"/>
                  </a:lnTo>
                  <a:lnTo>
                    <a:pt x="909510" y="25514"/>
                  </a:lnTo>
                  <a:lnTo>
                    <a:pt x="836752" y="117856"/>
                  </a:lnTo>
                  <a:lnTo>
                    <a:pt x="836752" y="141427"/>
                  </a:lnTo>
                  <a:lnTo>
                    <a:pt x="909510" y="141427"/>
                  </a:lnTo>
                  <a:lnTo>
                    <a:pt x="909510" y="188582"/>
                  </a:lnTo>
                  <a:lnTo>
                    <a:pt x="945896" y="188582"/>
                  </a:lnTo>
                  <a:lnTo>
                    <a:pt x="945896" y="141427"/>
                  </a:lnTo>
                  <a:lnTo>
                    <a:pt x="958024" y="141427"/>
                  </a:lnTo>
                  <a:lnTo>
                    <a:pt x="958024" y="11785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4" name="object 314"/>
            <p:cNvSpPr/>
            <p:nvPr/>
          </p:nvSpPr>
          <p:spPr>
            <a:xfrm>
              <a:off x="6462801" y="6461648"/>
              <a:ext cx="1045210" cy="410845"/>
            </a:xfrm>
            <a:custGeom>
              <a:avLst/>
              <a:gdLst/>
              <a:ahLst/>
              <a:cxnLst/>
              <a:rect l="l" t="t" r="r" b="b"/>
              <a:pathLst>
                <a:path w="1045209" h="410845">
                  <a:moveTo>
                    <a:pt x="1044987" y="0"/>
                  </a:moveTo>
                  <a:lnTo>
                    <a:pt x="0" y="0"/>
                  </a:lnTo>
                  <a:lnTo>
                    <a:pt x="0" y="410825"/>
                  </a:lnTo>
                  <a:lnTo>
                    <a:pt x="1044987" y="410825"/>
                  </a:lnTo>
                  <a:lnTo>
                    <a:pt x="104498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5" name="object 315"/>
            <p:cNvSpPr/>
            <p:nvPr/>
          </p:nvSpPr>
          <p:spPr>
            <a:xfrm>
              <a:off x="6837348" y="3816081"/>
              <a:ext cx="1502410" cy="0"/>
            </a:xfrm>
            <a:custGeom>
              <a:avLst/>
              <a:gdLst/>
              <a:ahLst/>
              <a:cxnLst/>
              <a:rect l="l" t="t" r="r" b="b"/>
              <a:pathLst>
                <a:path w="1502409" h="0">
                  <a:moveTo>
                    <a:pt x="0" y="0"/>
                  </a:moveTo>
                  <a:lnTo>
                    <a:pt x="1502155" y="0"/>
                  </a:lnTo>
                </a:path>
              </a:pathLst>
            </a:custGeom>
            <a:ln w="591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6" name="object 316"/>
            <p:cNvSpPr/>
            <p:nvPr/>
          </p:nvSpPr>
          <p:spPr>
            <a:xfrm>
              <a:off x="8221204" y="3727343"/>
              <a:ext cx="177800" cy="177800"/>
            </a:xfrm>
            <a:custGeom>
              <a:avLst/>
              <a:gdLst/>
              <a:ahLst/>
              <a:cxnLst/>
              <a:rect l="l" t="t" r="r" b="b"/>
              <a:pathLst>
                <a:path w="177800" h="177800">
                  <a:moveTo>
                    <a:pt x="0" y="0"/>
                  </a:moveTo>
                  <a:lnTo>
                    <a:pt x="0" y="177476"/>
                  </a:lnTo>
                  <a:lnTo>
                    <a:pt x="177449" y="887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7" name="object 317"/>
            <p:cNvSpPr/>
            <p:nvPr/>
          </p:nvSpPr>
          <p:spPr>
            <a:xfrm>
              <a:off x="7732698" y="2957910"/>
              <a:ext cx="908685" cy="0"/>
            </a:xfrm>
            <a:custGeom>
              <a:avLst/>
              <a:gdLst/>
              <a:ahLst/>
              <a:cxnLst/>
              <a:rect l="l" t="t" r="r" b="b"/>
              <a:pathLst>
                <a:path w="908684" h="0">
                  <a:moveTo>
                    <a:pt x="0" y="0"/>
                  </a:moveTo>
                  <a:lnTo>
                    <a:pt x="908430" y="0"/>
                  </a:lnTo>
                </a:path>
              </a:pathLst>
            </a:custGeom>
            <a:ln w="59158">
              <a:solidFill>
                <a:srgbClr val="C51B2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8" name="object 318"/>
            <p:cNvSpPr/>
            <p:nvPr/>
          </p:nvSpPr>
          <p:spPr>
            <a:xfrm>
              <a:off x="8522829" y="2869173"/>
              <a:ext cx="177800" cy="177800"/>
            </a:xfrm>
            <a:custGeom>
              <a:avLst/>
              <a:gdLst/>
              <a:ahLst/>
              <a:cxnLst/>
              <a:rect l="l" t="t" r="r" b="b"/>
              <a:pathLst>
                <a:path w="177800" h="177800">
                  <a:moveTo>
                    <a:pt x="0" y="0"/>
                  </a:moveTo>
                  <a:lnTo>
                    <a:pt x="0" y="177476"/>
                  </a:lnTo>
                  <a:lnTo>
                    <a:pt x="177449" y="887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51B21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319" name="object 31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04886" y="6282721"/>
            <a:ext cx="121268" cy="188577"/>
          </a:xfrm>
          <a:prstGeom prst="rect">
            <a:avLst/>
          </a:prstGeom>
        </p:spPr>
      </p:pic>
      <p:sp>
        <p:nvSpPr>
          <p:cNvPr id="320" name="object 320"/>
          <p:cNvSpPr/>
          <p:nvPr/>
        </p:nvSpPr>
        <p:spPr>
          <a:xfrm>
            <a:off x="1059363" y="5540198"/>
            <a:ext cx="267335" cy="188595"/>
          </a:xfrm>
          <a:custGeom>
            <a:avLst/>
            <a:gdLst/>
            <a:ahLst/>
            <a:cxnLst/>
            <a:rect l="l" t="t" r="r" b="b"/>
            <a:pathLst>
              <a:path w="267334" h="188595">
                <a:moveTo>
                  <a:pt x="18632" y="153219"/>
                </a:moveTo>
                <a:lnTo>
                  <a:pt x="11053" y="153219"/>
                </a:lnTo>
                <a:lnTo>
                  <a:pt x="7579" y="154661"/>
                </a:lnTo>
                <a:lnTo>
                  <a:pt x="1515" y="160431"/>
                </a:lnTo>
                <a:lnTo>
                  <a:pt x="0" y="163750"/>
                </a:lnTo>
                <a:lnTo>
                  <a:pt x="0" y="172309"/>
                </a:lnTo>
                <a:lnTo>
                  <a:pt x="24030" y="186643"/>
                </a:lnTo>
                <a:lnTo>
                  <a:pt x="24311" y="186643"/>
                </a:lnTo>
                <a:lnTo>
                  <a:pt x="33411" y="188093"/>
                </a:lnTo>
                <a:lnTo>
                  <a:pt x="33762" y="188093"/>
                </a:lnTo>
                <a:lnTo>
                  <a:pt x="44149" y="188577"/>
                </a:lnTo>
                <a:lnTo>
                  <a:pt x="54642" y="188093"/>
                </a:lnTo>
                <a:lnTo>
                  <a:pt x="64708" y="186643"/>
                </a:lnTo>
                <a:lnTo>
                  <a:pt x="74348" y="184226"/>
                </a:lnTo>
                <a:lnTo>
                  <a:pt x="83562" y="180841"/>
                </a:lnTo>
                <a:lnTo>
                  <a:pt x="91245" y="176790"/>
                </a:lnTo>
                <a:lnTo>
                  <a:pt x="65876" y="176790"/>
                </a:lnTo>
                <a:lnTo>
                  <a:pt x="63394" y="176364"/>
                </a:lnTo>
                <a:lnTo>
                  <a:pt x="62974" y="176364"/>
                </a:lnTo>
                <a:lnTo>
                  <a:pt x="59876" y="175133"/>
                </a:lnTo>
                <a:lnTo>
                  <a:pt x="55708" y="173659"/>
                </a:lnTo>
                <a:lnTo>
                  <a:pt x="50781" y="170959"/>
                </a:lnTo>
                <a:lnTo>
                  <a:pt x="36128" y="160769"/>
                </a:lnTo>
                <a:lnTo>
                  <a:pt x="29780" y="156902"/>
                </a:lnTo>
                <a:lnTo>
                  <a:pt x="22327" y="153955"/>
                </a:lnTo>
                <a:lnTo>
                  <a:pt x="18632" y="153219"/>
                </a:lnTo>
                <a:close/>
              </a:path>
              <a:path w="267334" h="188595">
                <a:moveTo>
                  <a:pt x="121269" y="0"/>
                </a:moveTo>
                <a:lnTo>
                  <a:pt x="36380" y="0"/>
                </a:lnTo>
                <a:lnTo>
                  <a:pt x="0" y="82501"/>
                </a:lnTo>
                <a:lnTo>
                  <a:pt x="13989" y="82501"/>
                </a:lnTo>
                <a:lnTo>
                  <a:pt x="28949" y="83475"/>
                </a:lnTo>
                <a:lnTo>
                  <a:pt x="72666" y="100826"/>
                </a:lnTo>
                <a:lnTo>
                  <a:pt x="95493" y="134750"/>
                </a:lnTo>
                <a:lnTo>
                  <a:pt x="97015" y="148798"/>
                </a:lnTo>
                <a:lnTo>
                  <a:pt x="97015" y="156533"/>
                </a:lnTo>
                <a:lnTo>
                  <a:pt x="94330" y="163132"/>
                </a:lnTo>
                <a:lnTo>
                  <a:pt x="83593" y="174058"/>
                </a:lnTo>
                <a:lnTo>
                  <a:pt x="77119" y="176790"/>
                </a:lnTo>
                <a:lnTo>
                  <a:pt x="91245" y="176790"/>
                </a:lnTo>
                <a:lnTo>
                  <a:pt x="115726" y="146819"/>
                </a:lnTo>
                <a:lnTo>
                  <a:pt x="121269" y="119886"/>
                </a:lnTo>
                <a:lnTo>
                  <a:pt x="119954" y="106200"/>
                </a:lnTo>
                <a:lnTo>
                  <a:pt x="100236" y="72189"/>
                </a:lnTo>
                <a:lnTo>
                  <a:pt x="49786" y="49399"/>
                </a:lnTo>
                <a:lnTo>
                  <a:pt x="27475" y="47143"/>
                </a:lnTo>
                <a:lnTo>
                  <a:pt x="32591" y="35358"/>
                </a:lnTo>
                <a:lnTo>
                  <a:pt x="109142" y="35358"/>
                </a:lnTo>
                <a:lnTo>
                  <a:pt x="121269" y="0"/>
                </a:lnTo>
                <a:close/>
              </a:path>
              <a:path w="267334" h="188595">
                <a:moveTo>
                  <a:pt x="206157" y="0"/>
                </a:moveTo>
                <a:lnTo>
                  <a:pt x="168900" y="16896"/>
                </a:lnTo>
                <a:lnTo>
                  <a:pt x="150319" y="54820"/>
                </a:lnTo>
                <a:lnTo>
                  <a:pt x="145603" y="94288"/>
                </a:lnTo>
                <a:lnTo>
                  <a:pt x="145522" y="96498"/>
                </a:lnTo>
                <a:lnTo>
                  <a:pt x="145889" y="107282"/>
                </a:lnTo>
                <a:lnTo>
                  <a:pt x="153848" y="145840"/>
                </a:lnTo>
                <a:lnTo>
                  <a:pt x="176195" y="178142"/>
                </a:lnTo>
                <a:lnTo>
                  <a:pt x="206157" y="188577"/>
                </a:lnTo>
                <a:lnTo>
                  <a:pt x="214116" y="188577"/>
                </a:lnTo>
                <a:lnTo>
                  <a:pt x="221442" y="186766"/>
                </a:lnTo>
                <a:lnTo>
                  <a:pt x="234832" y="179522"/>
                </a:lnTo>
                <a:lnTo>
                  <a:pt x="238191" y="176790"/>
                </a:lnTo>
                <a:lnTo>
                  <a:pt x="201419" y="176790"/>
                </a:lnTo>
                <a:lnTo>
                  <a:pt x="196872" y="175747"/>
                </a:lnTo>
                <a:lnTo>
                  <a:pt x="182128" y="128380"/>
                </a:lnTo>
                <a:lnTo>
                  <a:pt x="182180" y="73581"/>
                </a:lnTo>
                <a:lnTo>
                  <a:pt x="184103" y="32549"/>
                </a:lnTo>
                <a:lnTo>
                  <a:pt x="184159" y="32042"/>
                </a:lnTo>
                <a:lnTo>
                  <a:pt x="184272" y="31029"/>
                </a:lnTo>
                <a:lnTo>
                  <a:pt x="185849" y="23364"/>
                </a:lnTo>
                <a:lnTo>
                  <a:pt x="188914" y="17984"/>
                </a:lnTo>
                <a:lnTo>
                  <a:pt x="193461" y="14916"/>
                </a:lnTo>
                <a:lnTo>
                  <a:pt x="196493" y="12829"/>
                </a:lnTo>
                <a:lnTo>
                  <a:pt x="200662" y="11785"/>
                </a:lnTo>
                <a:lnTo>
                  <a:pt x="237814" y="11785"/>
                </a:lnTo>
                <a:lnTo>
                  <a:pt x="236768" y="10864"/>
                </a:lnTo>
                <a:lnTo>
                  <a:pt x="229507" y="6111"/>
                </a:lnTo>
                <a:lnTo>
                  <a:pt x="221982" y="2715"/>
                </a:lnTo>
                <a:lnTo>
                  <a:pt x="214196" y="678"/>
                </a:lnTo>
                <a:lnTo>
                  <a:pt x="206157" y="0"/>
                </a:lnTo>
                <a:close/>
              </a:path>
              <a:path w="267334" h="188595">
                <a:moveTo>
                  <a:pt x="237814" y="11785"/>
                </a:moveTo>
                <a:lnTo>
                  <a:pt x="212788" y="11785"/>
                </a:lnTo>
                <a:lnTo>
                  <a:pt x="217778" y="13196"/>
                </a:lnTo>
                <a:lnTo>
                  <a:pt x="220937" y="16021"/>
                </a:lnTo>
                <a:lnTo>
                  <a:pt x="230203" y="56835"/>
                </a:lnTo>
                <a:lnTo>
                  <a:pt x="230381" y="96498"/>
                </a:lnTo>
                <a:lnTo>
                  <a:pt x="230234" y="107282"/>
                </a:lnTo>
                <a:lnTo>
                  <a:pt x="230181" y="111231"/>
                </a:lnTo>
                <a:lnTo>
                  <a:pt x="230055" y="120484"/>
                </a:lnTo>
                <a:lnTo>
                  <a:pt x="229948" y="128380"/>
                </a:lnTo>
                <a:lnTo>
                  <a:pt x="229886" y="132926"/>
                </a:lnTo>
                <a:lnTo>
                  <a:pt x="229808" y="138670"/>
                </a:lnTo>
                <a:lnTo>
                  <a:pt x="229757" y="142445"/>
                </a:lnTo>
                <a:lnTo>
                  <a:pt x="229653" y="150087"/>
                </a:lnTo>
                <a:lnTo>
                  <a:pt x="213168" y="176790"/>
                </a:lnTo>
                <a:lnTo>
                  <a:pt x="238191" y="176790"/>
                </a:lnTo>
                <a:lnTo>
                  <a:pt x="262314" y="132926"/>
                </a:lnTo>
                <a:lnTo>
                  <a:pt x="266791" y="94288"/>
                </a:lnTo>
                <a:lnTo>
                  <a:pt x="266300" y="81984"/>
                </a:lnTo>
                <a:lnTo>
                  <a:pt x="257506" y="39593"/>
                </a:lnTo>
                <a:lnTo>
                  <a:pt x="243295" y="16613"/>
                </a:lnTo>
                <a:lnTo>
                  <a:pt x="237814" y="1178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1" name="object 321"/>
          <p:cNvSpPr/>
          <p:nvPr/>
        </p:nvSpPr>
        <p:spPr>
          <a:xfrm>
            <a:off x="913841" y="4809459"/>
            <a:ext cx="412750" cy="188595"/>
          </a:xfrm>
          <a:custGeom>
            <a:avLst/>
            <a:gdLst/>
            <a:ahLst/>
            <a:cxnLst/>
            <a:rect l="l" t="t" r="r" b="b"/>
            <a:pathLst>
              <a:path w="412750" h="188595">
                <a:moveTo>
                  <a:pt x="97015" y="176791"/>
                </a:moveTo>
                <a:lnTo>
                  <a:pt x="0" y="176791"/>
                </a:lnTo>
                <a:lnTo>
                  <a:pt x="0" y="188577"/>
                </a:lnTo>
                <a:lnTo>
                  <a:pt x="97015" y="188577"/>
                </a:lnTo>
                <a:lnTo>
                  <a:pt x="97015" y="176791"/>
                </a:lnTo>
                <a:close/>
              </a:path>
              <a:path w="412750" h="188595">
                <a:moveTo>
                  <a:pt x="72761" y="42725"/>
                </a:moveTo>
                <a:lnTo>
                  <a:pt x="24695" y="42725"/>
                </a:lnTo>
                <a:lnTo>
                  <a:pt x="27569" y="43461"/>
                </a:lnTo>
                <a:lnTo>
                  <a:pt x="32496" y="46408"/>
                </a:lnTo>
                <a:lnTo>
                  <a:pt x="34169" y="47820"/>
                </a:lnTo>
                <a:lnTo>
                  <a:pt x="35938" y="50520"/>
                </a:lnTo>
                <a:lnTo>
                  <a:pt x="36380" y="53774"/>
                </a:lnTo>
                <a:lnTo>
                  <a:pt x="36380" y="161690"/>
                </a:lnTo>
                <a:lnTo>
                  <a:pt x="15348" y="176791"/>
                </a:lnTo>
                <a:lnTo>
                  <a:pt x="87035" y="176791"/>
                </a:lnTo>
                <a:lnTo>
                  <a:pt x="82893" y="176115"/>
                </a:lnTo>
                <a:lnTo>
                  <a:pt x="82637" y="176115"/>
                </a:lnTo>
                <a:lnTo>
                  <a:pt x="76835" y="173108"/>
                </a:lnTo>
                <a:lnTo>
                  <a:pt x="74972" y="171236"/>
                </a:lnTo>
                <a:lnTo>
                  <a:pt x="73203" y="166693"/>
                </a:lnTo>
                <a:lnTo>
                  <a:pt x="72781" y="161690"/>
                </a:lnTo>
                <a:lnTo>
                  <a:pt x="72761" y="42725"/>
                </a:lnTo>
                <a:close/>
              </a:path>
              <a:path w="412750" h="188595">
                <a:moveTo>
                  <a:pt x="72761" y="0"/>
                </a:moveTo>
                <a:lnTo>
                  <a:pt x="68213" y="0"/>
                </a:lnTo>
                <a:lnTo>
                  <a:pt x="0" y="35358"/>
                </a:lnTo>
                <a:lnTo>
                  <a:pt x="2652" y="47143"/>
                </a:lnTo>
                <a:lnTo>
                  <a:pt x="9979" y="44198"/>
                </a:lnTo>
                <a:lnTo>
                  <a:pt x="16232" y="42725"/>
                </a:lnTo>
                <a:lnTo>
                  <a:pt x="72761" y="42725"/>
                </a:lnTo>
                <a:lnTo>
                  <a:pt x="72761" y="0"/>
                </a:lnTo>
                <a:close/>
              </a:path>
              <a:path w="412750" h="188595">
                <a:moveTo>
                  <a:pt x="206157" y="0"/>
                </a:moveTo>
                <a:lnTo>
                  <a:pt x="168900" y="16897"/>
                </a:lnTo>
                <a:lnTo>
                  <a:pt x="150318" y="54822"/>
                </a:lnTo>
                <a:lnTo>
                  <a:pt x="145603" y="94288"/>
                </a:lnTo>
                <a:lnTo>
                  <a:pt x="145522" y="96498"/>
                </a:lnTo>
                <a:lnTo>
                  <a:pt x="151396" y="138671"/>
                </a:lnTo>
                <a:lnTo>
                  <a:pt x="171197" y="173729"/>
                </a:lnTo>
                <a:lnTo>
                  <a:pt x="206157" y="188577"/>
                </a:lnTo>
                <a:lnTo>
                  <a:pt x="214115" y="188577"/>
                </a:lnTo>
                <a:lnTo>
                  <a:pt x="221442" y="186766"/>
                </a:lnTo>
                <a:lnTo>
                  <a:pt x="234832" y="179523"/>
                </a:lnTo>
                <a:lnTo>
                  <a:pt x="238191" y="176791"/>
                </a:lnTo>
                <a:lnTo>
                  <a:pt x="201420" y="176791"/>
                </a:lnTo>
                <a:lnTo>
                  <a:pt x="196872" y="175748"/>
                </a:lnTo>
                <a:lnTo>
                  <a:pt x="182128" y="128381"/>
                </a:lnTo>
                <a:lnTo>
                  <a:pt x="182180" y="73582"/>
                </a:lnTo>
                <a:lnTo>
                  <a:pt x="182479" y="57687"/>
                </a:lnTo>
                <a:lnTo>
                  <a:pt x="182585" y="54822"/>
                </a:lnTo>
                <a:lnTo>
                  <a:pt x="183154" y="42172"/>
                </a:lnTo>
                <a:lnTo>
                  <a:pt x="183235" y="40359"/>
                </a:lnTo>
                <a:lnTo>
                  <a:pt x="184103" y="32550"/>
                </a:lnTo>
                <a:lnTo>
                  <a:pt x="184159" y="32044"/>
                </a:lnTo>
                <a:lnTo>
                  <a:pt x="184271" y="31031"/>
                </a:lnTo>
                <a:lnTo>
                  <a:pt x="185849" y="23365"/>
                </a:lnTo>
                <a:lnTo>
                  <a:pt x="188914" y="17987"/>
                </a:lnTo>
                <a:lnTo>
                  <a:pt x="193461" y="14916"/>
                </a:lnTo>
                <a:lnTo>
                  <a:pt x="196493" y="12829"/>
                </a:lnTo>
                <a:lnTo>
                  <a:pt x="200662" y="11785"/>
                </a:lnTo>
                <a:lnTo>
                  <a:pt x="237812" y="11785"/>
                </a:lnTo>
                <a:lnTo>
                  <a:pt x="236768" y="10866"/>
                </a:lnTo>
                <a:lnTo>
                  <a:pt x="229507" y="6112"/>
                </a:lnTo>
                <a:lnTo>
                  <a:pt x="221982" y="2716"/>
                </a:lnTo>
                <a:lnTo>
                  <a:pt x="214196" y="679"/>
                </a:lnTo>
                <a:lnTo>
                  <a:pt x="206157" y="0"/>
                </a:lnTo>
                <a:close/>
              </a:path>
              <a:path w="412750" h="188595">
                <a:moveTo>
                  <a:pt x="237812" y="11785"/>
                </a:moveTo>
                <a:lnTo>
                  <a:pt x="212789" y="11785"/>
                </a:lnTo>
                <a:lnTo>
                  <a:pt x="217778" y="13197"/>
                </a:lnTo>
                <a:lnTo>
                  <a:pt x="220936" y="16022"/>
                </a:lnTo>
                <a:lnTo>
                  <a:pt x="230203" y="56835"/>
                </a:lnTo>
                <a:lnTo>
                  <a:pt x="230380" y="96498"/>
                </a:lnTo>
                <a:lnTo>
                  <a:pt x="230234" y="107283"/>
                </a:lnTo>
                <a:lnTo>
                  <a:pt x="230180" y="111231"/>
                </a:lnTo>
                <a:lnTo>
                  <a:pt x="230055" y="120485"/>
                </a:lnTo>
                <a:lnTo>
                  <a:pt x="229947" y="128381"/>
                </a:lnTo>
                <a:lnTo>
                  <a:pt x="229886" y="132928"/>
                </a:lnTo>
                <a:lnTo>
                  <a:pt x="229808" y="138671"/>
                </a:lnTo>
                <a:lnTo>
                  <a:pt x="229756" y="142447"/>
                </a:lnTo>
                <a:lnTo>
                  <a:pt x="229652" y="150089"/>
                </a:lnTo>
                <a:lnTo>
                  <a:pt x="228895" y="160279"/>
                </a:lnTo>
                <a:lnTo>
                  <a:pt x="226108" y="167460"/>
                </a:lnTo>
                <a:lnTo>
                  <a:pt x="225989" y="167768"/>
                </a:lnTo>
                <a:lnTo>
                  <a:pt x="220936" y="172556"/>
                </a:lnTo>
                <a:lnTo>
                  <a:pt x="217778" y="175380"/>
                </a:lnTo>
                <a:lnTo>
                  <a:pt x="213167" y="176791"/>
                </a:lnTo>
                <a:lnTo>
                  <a:pt x="238191" y="176791"/>
                </a:lnTo>
                <a:lnTo>
                  <a:pt x="262315" y="132928"/>
                </a:lnTo>
                <a:lnTo>
                  <a:pt x="266709" y="96498"/>
                </a:lnTo>
                <a:lnTo>
                  <a:pt x="266791" y="94288"/>
                </a:lnTo>
                <a:lnTo>
                  <a:pt x="261569" y="52403"/>
                </a:lnTo>
                <a:lnTo>
                  <a:pt x="243295" y="16614"/>
                </a:lnTo>
                <a:lnTo>
                  <a:pt x="237812" y="11785"/>
                </a:lnTo>
                <a:close/>
              </a:path>
              <a:path w="412750" h="188595">
                <a:moveTo>
                  <a:pt x="351679" y="0"/>
                </a:moveTo>
                <a:lnTo>
                  <a:pt x="314422" y="16897"/>
                </a:lnTo>
                <a:lnTo>
                  <a:pt x="295841" y="54822"/>
                </a:lnTo>
                <a:lnTo>
                  <a:pt x="291126" y="94288"/>
                </a:lnTo>
                <a:lnTo>
                  <a:pt x="291045" y="96498"/>
                </a:lnTo>
                <a:lnTo>
                  <a:pt x="291412" y="107283"/>
                </a:lnTo>
                <a:lnTo>
                  <a:pt x="299370" y="145841"/>
                </a:lnTo>
                <a:lnTo>
                  <a:pt x="321717" y="178143"/>
                </a:lnTo>
                <a:lnTo>
                  <a:pt x="351679" y="188577"/>
                </a:lnTo>
                <a:lnTo>
                  <a:pt x="359638" y="188577"/>
                </a:lnTo>
                <a:lnTo>
                  <a:pt x="366965" y="186766"/>
                </a:lnTo>
                <a:lnTo>
                  <a:pt x="380354" y="179523"/>
                </a:lnTo>
                <a:lnTo>
                  <a:pt x="383714" y="176791"/>
                </a:lnTo>
                <a:lnTo>
                  <a:pt x="346942" y="176791"/>
                </a:lnTo>
                <a:lnTo>
                  <a:pt x="342395" y="175748"/>
                </a:lnTo>
                <a:lnTo>
                  <a:pt x="327650" y="128381"/>
                </a:lnTo>
                <a:lnTo>
                  <a:pt x="327703" y="73582"/>
                </a:lnTo>
                <a:lnTo>
                  <a:pt x="328002" y="57687"/>
                </a:lnTo>
                <a:lnTo>
                  <a:pt x="328108" y="54822"/>
                </a:lnTo>
                <a:lnTo>
                  <a:pt x="328676" y="42172"/>
                </a:lnTo>
                <a:lnTo>
                  <a:pt x="328758" y="40359"/>
                </a:lnTo>
                <a:lnTo>
                  <a:pt x="329625" y="32550"/>
                </a:lnTo>
                <a:lnTo>
                  <a:pt x="329682" y="32044"/>
                </a:lnTo>
                <a:lnTo>
                  <a:pt x="329794" y="31031"/>
                </a:lnTo>
                <a:lnTo>
                  <a:pt x="331371" y="23365"/>
                </a:lnTo>
                <a:lnTo>
                  <a:pt x="334436" y="17987"/>
                </a:lnTo>
                <a:lnTo>
                  <a:pt x="338984" y="14916"/>
                </a:lnTo>
                <a:lnTo>
                  <a:pt x="342016" y="12829"/>
                </a:lnTo>
                <a:lnTo>
                  <a:pt x="346184" y="11785"/>
                </a:lnTo>
                <a:lnTo>
                  <a:pt x="383335" y="11785"/>
                </a:lnTo>
                <a:lnTo>
                  <a:pt x="382291" y="10866"/>
                </a:lnTo>
                <a:lnTo>
                  <a:pt x="375030" y="6112"/>
                </a:lnTo>
                <a:lnTo>
                  <a:pt x="367505" y="2716"/>
                </a:lnTo>
                <a:lnTo>
                  <a:pt x="359719" y="679"/>
                </a:lnTo>
                <a:lnTo>
                  <a:pt x="351679" y="0"/>
                </a:lnTo>
                <a:close/>
              </a:path>
              <a:path w="412750" h="188595">
                <a:moveTo>
                  <a:pt x="383335" y="11785"/>
                </a:moveTo>
                <a:lnTo>
                  <a:pt x="358311" y="11785"/>
                </a:lnTo>
                <a:lnTo>
                  <a:pt x="363301" y="13197"/>
                </a:lnTo>
                <a:lnTo>
                  <a:pt x="366459" y="16022"/>
                </a:lnTo>
                <a:lnTo>
                  <a:pt x="375631" y="52403"/>
                </a:lnTo>
                <a:lnTo>
                  <a:pt x="375726" y="56835"/>
                </a:lnTo>
                <a:lnTo>
                  <a:pt x="375816" y="65789"/>
                </a:lnTo>
                <a:lnTo>
                  <a:pt x="375903" y="96498"/>
                </a:lnTo>
                <a:lnTo>
                  <a:pt x="375757" y="107283"/>
                </a:lnTo>
                <a:lnTo>
                  <a:pt x="375703" y="111231"/>
                </a:lnTo>
                <a:lnTo>
                  <a:pt x="375578" y="120485"/>
                </a:lnTo>
                <a:lnTo>
                  <a:pt x="375470" y="128381"/>
                </a:lnTo>
                <a:lnTo>
                  <a:pt x="375408" y="132928"/>
                </a:lnTo>
                <a:lnTo>
                  <a:pt x="375330" y="138671"/>
                </a:lnTo>
                <a:lnTo>
                  <a:pt x="375279" y="142447"/>
                </a:lnTo>
                <a:lnTo>
                  <a:pt x="375175" y="150089"/>
                </a:lnTo>
                <a:lnTo>
                  <a:pt x="374417" y="160279"/>
                </a:lnTo>
                <a:lnTo>
                  <a:pt x="371631" y="167460"/>
                </a:lnTo>
                <a:lnTo>
                  <a:pt x="371511" y="167768"/>
                </a:lnTo>
                <a:lnTo>
                  <a:pt x="366459" y="172556"/>
                </a:lnTo>
                <a:lnTo>
                  <a:pt x="363301" y="175380"/>
                </a:lnTo>
                <a:lnTo>
                  <a:pt x="358691" y="176791"/>
                </a:lnTo>
                <a:lnTo>
                  <a:pt x="383714" y="176791"/>
                </a:lnTo>
                <a:lnTo>
                  <a:pt x="407837" y="132928"/>
                </a:lnTo>
                <a:lnTo>
                  <a:pt x="412314" y="94288"/>
                </a:lnTo>
                <a:lnTo>
                  <a:pt x="411823" y="81985"/>
                </a:lnTo>
                <a:lnTo>
                  <a:pt x="403029" y="39593"/>
                </a:lnTo>
                <a:lnTo>
                  <a:pt x="388818" y="16614"/>
                </a:lnTo>
                <a:lnTo>
                  <a:pt x="383335" y="1178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2" name="object 322"/>
          <p:cNvSpPr/>
          <p:nvPr/>
        </p:nvSpPr>
        <p:spPr>
          <a:xfrm>
            <a:off x="913841" y="4066936"/>
            <a:ext cx="412750" cy="188595"/>
          </a:xfrm>
          <a:custGeom>
            <a:avLst/>
            <a:gdLst/>
            <a:ahLst/>
            <a:cxnLst/>
            <a:rect l="l" t="t" r="r" b="b"/>
            <a:pathLst>
              <a:path w="412750" h="188595">
                <a:moveTo>
                  <a:pt x="97015" y="176791"/>
                </a:moveTo>
                <a:lnTo>
                  <a:pt x="0" y="176791"/>
                </a:lnTo>
                <a:lnTo>
                  <a:pt x="0" y="188577"/>
                </a:lnTo>
                <a:lnTo>
                  <a:pt x="97015" y="188577"/>
                </a:lnTo>
                <a:lnTo>
                  <a:pt x="97015" y="176791"/>
                </a:lnTo>
                <a:close/>
              </a:path>
              <a:path w="412750" h="188595">
                <a:moveTo>
                  <a:pt x="72761" y="42724"/>
                </a:moveTo>
                <a:lnTo>
                  <a:pt x="24695" y="42724"/>
                </a:lnTo>
                <a:lnTo>
                  <a:pt x="27569" y="43460"/>
                </a:lnTo>
                <a:lnTo>
                  <a:pt x="32496" y="46407"/>
                </a:lnTo>
                <a:lnTo>
                  <a:pt x="34169" y="47819"/>
                </a:lnTo>
                <a:lnTo>
                  <a:pt x="35938" y="50520"/>
                </a:lnTo>
                <a:lnTo>
                  <a:pt x="36380" y="53773"/>
                </a:lnTo>
                <a:lnTo>
                  <a:pt x="36380" y="161690"/>
                </a:lnTo>
                <a:lnTo>
                  <a:pt x="35733" y="166693"/>
                </a:lnTo>
                <a:lnTo>
                  <a:pt x="35685" y="167060"/>
                </a:lnTo>
                <a:lnTo>
                  <a:pt x="32906" y="171603"/>
                </a:lnTo>
                <a:lnTo>
                  <a:pt x="30190" y="173415"/>
                </a:lnTo>
                <a:lnTo>
                  <a:pt x="22106" y="176115"/>
                </a:lnTo>
                <a:lnTo>
                  <a:pt x="15348" y="176791"/>
                </a:lnTo>
                <a:lnTo>
                  <a:pt x="87035" y="176791"/>
                </a:lnTo>
                <a:lnTo>
                  <a:pt x="82893" y="176115"/>
                </a:lnTo>
                <a:lnTo>
                  <a:pt x="82637" y="176115"/>
                </a:lnTo>
                <a:lnTo>
                  <a:pt x="76835" y="173107"/>
                </a:lnTo>
                <a:lnTo>
                  <a:pt x="74972" y="171235"/>
                </a:lnTo>
                <a:lnTo>
                  <a:pt x="73203" y="166693"/>
                </a:lnTo>
                <a:lnTo>
                  <a:pt x="72782" y="161690"/>
                </a:lnTo>
                <a:lnTo>
                  <a:pt x="72761" y="42724"/>
                </a:lnTo>
                <a:close/>
              </a:path>
              <a:path w="412750" h="188595">
                <a:moveTo>
                  <a:pt x="72761" y="0"/>
                </a:moveTo>
                <a:lnTo>
                  <a:pt x="68213" y="0"/>
                </a:lnTo>
                <a:lnTo>
                  <a:pt x="0" y="35358"/>
                </a:lnTo>
                <a:lnTo>
                  <a:pt x="2652" y="47143"/>
                </a:lnTo>
                <a:lnTo>
                  <a:pt x="9979" y="44197"/>
                </a:lnTo>
                <a:lnTo>
                  <a:pt x="16232" y="42724"/>
                </a:lnTo>
                <a:lnTo>
                  <a:pt x="72761" y="42724"/>
                </a:lnTo>
                <a:lnTo>
                  <a:pt x="72761" y="0"/>
                </a:lnTo>
                <a:close/>
              </a:path>
              <a:path w="412750" h="188595">
                <a:moveTo>
                  <a:pt x="164155" y="153219"/>
                </a:moveTo>
                <a:lnTo>
                  <a:pt x="156575" y="153219"/>
                </a:lnTo>
                <a:lnTo>
                  <a:pt x="153102" y="154660"/>
                </a:lnTo>
                <a:lnTo>
                  <a:pt x="147038" y="160431"/>
                </a:lnTo>
                <a:lnTo>
                  <a:pt x="145522" y="163749"/>
                </a:lnTo>
                <a:lnTo>
                  <a:pt x="145522" y="172311"/>
                </a:lnTo>
                <a:lnTo>
                  <a:pt x="169553" y="186643"/>
                </a:lnTo>
                <a:lnTo>
                  <a:pt x="169834" y="186643"/>
                </a:lnTo>
                <a:lnTo>
                  <a:pt x="178933" y="188093"/>
                </a:lnTo>
                <a:lnTo>
                  <a:pt x="179284" y="188093"/>
                </a:lnTo>
                <a:lnTo>
                  <a:pt x="189672" y="188577"/>
                </a:lnTo>
                <a:lnTo>
                  <a:pt x="200164" y="188093"/>
                </a:lnTo>
                <a:lnTo>
                  <a:pt x="210231" y="186643"/>
                </a:lnTo>
                <a:lnTo>
                  <a:pt x="219870" y="184226"/>
                </a:lnTo>
                <a:lnTo>
                  <a:pt x="229084" y="180842"/>
                </a:lnTo>
                <a:lnTo>
                  <a:pt x="236767" y="176791"/>
                </a:lnTo>
                <a:lnTo>
                  <a:pt x="211399" y="176791"/>
                </a:lnTo>
                <a:lnTo>
                  <a:pt x="208914" y="176365"/>
                </a:lnTo>
                <a:lnTo>
                  <a:pt x="208495" y="176365"/>
                </a:lnTo>
                <a:lnTo>
                  <a:pt x="205399" y="175134"/>
                </a:lnTo>
                <a:lnTo>
                  <a:pt x="201230" y="173659"/>
                </a:lnTo>
                <a:lnTo>
                  <a:pt x="196304" y="170959"/>
                </a:lnTo>
                <a:lnTo>
                  <a:pt x="181650" y="160769"/>
                </a:lnTo>
                <a:lnTo>
                  <a:pt x="175302" y="156902"/>
                </a:lnTo>
                <a:lnTo>
                  <a:pt x="167850" y="153954"/>
                </a:lnTo>
                <a:lnTo>
                  <a:pt x="164155" y="153219"/>
                </a:lnTo>
                <a:close/>
              </a:path>
              <a:path w="412750" h="188595">
                <a:moveTo>
                  <a:pt x="266791" y="0"/>
                </a:moveTo>
                <a:lnTo>
                  <a:pt x="181903" y="0"/>
                </a:lnTo>
                <a:lnTo>
                  <a:pt x="145522" y="82501"/>
                </a:lnTo>
                <a:lnTo>
                  <a:pt x="159530" y="82501"/>
                </a:lnTo>
                <a:lnTo>
                  <a:pt x="174472" y="83474"/>
                </a:lnTo>
                <a:lnTo>
                  <a:pt x="218189" y="100826"/>
                </a:lnTo>
                <a:lnTo>
                  <a:pt x="241015" y="134751"/>
                </a:lnTo>
                <a:lnTo>
                  <a:pt x="242537" y="148799"/>
                </a:lnTo>
                <a:lnTo>
                  <a:pt x="242537" y="156533"/>
                </a:lnTo>
                <a:lnTo>
                  <a:pt x="239853" y="163132"/>
                </a:lnTo>
                <a:lnTo>
                  <a:pt x="229116" y="174058"/>
                </a:lnTo>
                <a:lnTo>
                  <a:pt x="222642" y="176791"/>
                </a:lnTo>
                <a:lnTo>
                  <a:pt x="236767" y="176791"/>
                </a:lnTo>
                <a:lnTo>
                  <a:pt x="261249" y="146819"/>
                </a:lnTo>
                <a:lnTo>
                  <a:pt x="266791" y="119886"/>
                </a:lnTo>
                <a:lnTo>
                  <a:pt x="265477" y="106200"/>
                </a:lnTo>
                <a:lnTo>
                  <a:pt x="245758" y="72189"/>
                </a:lnTo>
                <a:lnTo>
                  <a:pt x="195309" y="49399"/>
                </a:lnTo>
                <a:lnTo>
                  <a:pt x="172997" y="47143"/>
                </a:lnTo>
                <a:lnTo>
                  <a:pt x="178113" y="35358"/>
                </a:lnTo>
                <a:lnTo>
                  <a:pt x="254664" y="35358"/>
                </a:lnTo>
                <a:lnTo>
                  <a:pt x="266791" y="0"/>
                </a:lnTo>
                <a:close/>
              </a:path>
              <a:path w="412750" h="188595">
                <a:moveTo>
                  <a:pt x="351679" y="0"/>
                </a:moveTo>
                <a:lnTo>
                  <a:pt x="314422" y="16896"/>
                </a:lnTo>
                <a:lnTo>
                  <a:pt x="295841" y="54821"/>
                </a:lnTo>
                <a:lnTo>
                  <a:pt x="291126" y="94288"/>
                </a:lnTo>
                <a:lnTo>
                  <a:pt x="291045" y="96498"/>
                </a:lnTo>
                <a:lnTo>
                  <a:pt x="296919" y="138670"/>
                </a:lnTo>
                <a:lnTo>
                  <a:pt x="316720" y="173729"/>
                </a:lnTo>
                <a:lnTo>
                  <a:pt x="351679" y="188577"/>
                </a:lnTo>
                <a:lnTo>
                  <a:pt x="359638" y="188577"/>
                </a:lnTo>
                <a:lnTo>
                  <a:pt x="366965" y="186766"/>
                </a:lnTo>
                <a:lnTo>
                  <a:pt x="380354" y="179522"/>
                </a:lnTo>
                <a:lnTo>
                  <a:pt x="383712" y="176791"/>
                </a:lnTo>
                <a:lnTo>
                  <a:pt x="346942" y="176791"/>
                </a:lnTo>
                <a:lnTo>
                  <a:pt x="342395" y="175747"/>
                </a:lnTo>
                <a:lnTo>
                  <a:pt x="327650" y="128380"/>
                </a:lnTo>
                <a:lnTo>
                  <a:pt x="327703" y="73582"/>
                </a:lnTo>
                <a:lnTo>
                  <a:pt x="329625" y="32549"/>
                </a:lnTo>
                <a:lnTo>
                  <a:pt x="329682" y="32042"/>
                </a:lnTo>
                <a:lnTo>
                  <a:pt x="329794" y="31029"/>
                </a:lnTo>
                <a:lnTo>
                  <a:pt x="331371" y="23364"/>
                </a:lnTo>
                <a:lnTo>
                  <a:pt x="334436" y="17984"/>
                </a:lnTo>
                <a:lnTo>
                  <a:pt x="338984" y="14917"/>
                </a:lnTo>
                <a:lnTo>
                  <a:pt x="342016" y="12829"/>
                </a:lnTo>
                <a:lnTo>
                  <a:pt x="346184" y="11785"/>
                </a:lnTo>
                <a:lnTo>
                  <a:pt x="383336" y="11785"/>
                </a:lnTo>
                <a:lnTo>
                  <a:pt x="382291" y="10864"/>
                </a:lnTo>
                <a:lnTo>
                  <a:pt x="375030" y="6111"/>
                </a:lnTo>
                <a:lnTo>
                  <a:pt x="367506" y="2716"/>
                </a:lnTo>
                <a:lnTo>
                  <a:pt x="359719" y="679"/>
                </a:lnTo>
                <a:lnTo>
                  <a:pt x="351679" y="0"/>
                </a:lnTo>
                <a:close/>
              </a:path>
              <a:path w="412750" h="188595">
                <a:moveTo>
                  <a:pt x="383336" y="11785"/>
                </a:moveTo>
                <a:lnTo>
                  <a:pt x="358311" y="11785"/>
                </a:lnTo>
                <a:lnTo>
                  <a:pt x="363301" y="13196"/>
                </a:lnTo>
                <a:lnTo>
                  <a:pt x="366459" y="16022"/>
                </a:lnTo>
                <a:lnTo>
                  <a:pt x="375631" y="52403"/>
                </a:lnTo>
                <a:lnTo>
                  <a:pt x="375726" y="56835"/>
                </a:lnTo>
                <a:lnTo>
                  <a:pt x="375816" y="65789"/>
                </a:lnTo>
                <a:lnTo>
                  <a:pt x="375903" y="96498"/>
                </a:lnTo>
                <a:lnTo>
                  <a:pt x="375757" y="107282"/>
                </a:lnTo>
                <a:lnTo>
                  <a:pt x="375703" y="111231"/>
                </a:lnTo>
                <a:lnTo>
                  <a:pt x="375578" y="120485"/>
                </a:lnTo>
                <a:lnTo>
                  <a:pt x="375470" y="128380"/>
                </a:lnTo>
                <a:lnTo>
                  <a:pt x="375408" y="132927"/>
                </a:lnTo>
                <a:lnTo>
                  <a:pt x="375330" y="138670"/>
                </a:lnTo>
                <a:lnTo>
                  <a:pt x="375279" y="142445"/>
                </a:lnTo>
                <a:lnTo>
                  <a:pt x="375175" y="150088"/>
                </a:lnTo>
                <a:lnTo>
                  <a:pt x="374417" y="160277"/>
                </a:lnTo>
                <a:lnTo>
                  <a:pt x="371631" y="167459"/>
                </a:lnTo>
                <a:lnTo>
                  <a:pt x="371511" y="167766"/>
                </a:lnTo>
                <a:lnTo>
                  <a:pt x="366459" y="172554"/>
                </a:lnTo>
                <a:lnTo>
                  <a:pt x="363301" y="175378"/>
                </a:lnTo>
                <a:lnTo>
                  <a:pt x="358691" y="176791"/>
                </a:lnTo>
                <a:lnTo>
                  <a:pt x="383712" y="176791"/>
                </a:lnTo>
                <a:lnTo>
                  <a:pt x="407837" y="132927"/>
                </a:lnTo>
                <a:lnTo>
                  <a:pt x="412314" y="94288"/>
                </a:lnTo>
                <a:lnTo>
                  <a:pt x="411823" y="81984"/>
                </a:lnTo>
                <a:lnTo>
                  <a:pt x="411734" y="79751"/>
                </a:lnTo>
                <a:lnTo>
                  <a:pt x="403029" y="39593"/>
                </a:lnTo>
                <a:lnTo>
                  <a:pt x="388818" y="16613"/>
                </a:lnTo>
                <a:lnTo>
                  <a:pt x="383336" y="1178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3" name="object 323"/>
          <p:cNvSpPr/>
          <p:nvPr/>
        </p:nvSpPr>
        <p:spPr>
          <a:xfrm>
            <a:off x="901714" y="3324410"/>
            <a:ext cx="424815" cy="188595"/>
          </a:xfrm>
          <a:custGeom>
            <a:avLst/>
            <a:gdLst/>
            <a:ahLst/>
            <a:cxnLst/>
            <a:rect l="l" t="t" r="r" b="b"/>
            <a:pathLst>
              <a:path w="424815" h="188595">
                <a:moveTo>
                  <a:pt x="107975" y="35359"/>
                </a:moveTo>
                <a:lnTo>
                  <a:pt x="52739" y="35359"/>
                </a:lnTo>
                <a:lnTo>
                  <a:pt x="59339" y="38460"/>
                </a:lnTo>
                <a:lnTo>
                  <a:pt x="70076" y="50859"/>
                </a:lnTo>
                <a:lnTo>
                  <a:pt x="72761" y="58624"/>
                </a:lnTo>
                <a:lnTo>
                  <a:pt x="72761" y="67955"/>
                </a:lnTo>
                <a:lnTo>
                  <a:pt x="60634" y="107273"/>
                </a:lnTo>
                <a:lnTo>
                  <a:pt x="21979" y="158911"/>
                </a:lnTo>
                <a:lnTo>
                  <a:pt x="0" y="185632"/>
                </a:lnTo>
                <a:lnTo>
                  <a:pt x="0" y="188578"/>
                </a:lnTo>
                <a:lnTo>
                  <a:pt x="107625" y="188578"/>
                </a:lnTo>
                <a:lnTo>
                  <a:pt x="117857" y="153220"/>
                </a:lnTo>
                <a:lnTo>
                  <a:pt x="45665" y="153220"/>
                </a:lnTo>
                <a:lnTo>
                  <a:pt x="64767" y="131892"/>
                </a:lnTo>
                <a:lnTo>
                  <a:pt x="91958" y="96626"/>
                </a:lnTo>
                <a:lnTo>
                  <a:pt x="108560" y="55064"/>
                </a:lnTo>
                <a:lnTo>
                  <a:pt x="109141" y="39227"/>
                </a:lnTo>
                <a:lnTo>
                  <a:pt x="107975" y="35359"/>
                </a:lnTo>
                <a:close/>
              </a:path>
              <a:path w="424815" h="188595">
                <a:moveTo>
                  <a:pt x="121268" y="141433"/>
                </a:moveTo>
                <a:lnTo>
                  <a:pt x="114257" y="141433"/>
                </a:lnTo>
                <a:lnTo>
                  <a:pt x="111352" y="145608"/>
                </a:lnTo>
                <a:lnTo>
                  <a:pt x="109015" y="148341"/>
                </a:lnTo>
                <a:lnTo>
                  <a:pt x="105478" y="150919"/>
                </a:lnTo>
                <a:lnTo>
                  <a:pt x="103236" y="151838"/>
                </a:lnTo>
                <a:lnTo>
                  <a:pt x="97804" y="152943"/>
                </a:lnTo>
                <a:lnTo>
                  <a:pt x="91898" y="153220"/>
                </a:lnTo>
                <a:lnTo>
                  <a:pt x="117857" y="153220"/>
                </a:lnTo>
                <a:lnTo>
                  <a:pt x="121268" y="141433"/>
                </a:lnTo>
                <a:close/>
              </a:path>
              <a:path w="424815" h="188595">
                <a:moveTo>
                  <a:pt x="59497" y="0"/>
                </a:moveTo>
                <a:lnTo>
                  <a:pt x="18338" y="21086"/>
                </a:lnTo>
                <a:lnTo>
                  <a:pt x="3221" y="55064"/>
                </a:lnTo>
                <a:lnTo>
                  <a:pt x="15348" y="56906"/>
                </a:lnTo>
                <a:lnTo>
                  <a:pt x="21174" y="47479"/>
                </a:lnTo>
                <a:lnTo>
                  <a:pt x="28043" y="40746"/>
                </a:lnTo>
                <a:lnTo>
                  <a:pt x="35954" y="36706"/>
                </a:lnTo>
                <a:lnTo>
                  <a:pt x="44907" y="35359"/>
                </a:lnTo>
                <a:lnTo>
                  <a:pt x="107975" y="35359"/>
                </a:lnTo>
                <a:lnTo>
                  <a:pt x="106994" y="32105"/>
                </a:lnTo>
                <a:lnTo>
                  <a:pt x="78913" y="3678"/>
                </a:lnTo>
                <a:lnTo>
                  <a:pt x="66265" y="408"/>
                </a:lnTo>
                <a:lnTo>
                  <a:pt x="59497" y="0"/>
                </a:lnTo>
                <a:close/>
              </a:path>
              <a:path w="424815" h="188595">
                <a:moveTo>
                  <a:pt x="218283" y="0"/>
                </a:moveTo>
                <a:lnTo>
                  <a:pt x="181026" y="16898"/>
                </a:lnTo>
                <a:lnTo>
                  <a:pt x="162445" y="54822"/>
                </a:lnTo>
                <a:lnTo>
                  <a:pt x="157730" y="94289"/>
                </a:lnTo>
                <a:lnTo>
                  <a:pt x="157649" y="96499"/>
                </a:lnTo>
                <a:lnTo>
                  <a:pt x="163523" y="138672"/>
                </a:lnTo>
                <a:lnTo>
                  <a:pt x="183324" y="173731"/>
                </a:lnTo>
                <a:lnTo>
                  <a:pt x="218283" y="188578"/>
                </a:lnTo>
                <a:lnTo>
                  <a:pt x="226242" y="188578"/>
                </a:lnTo>
                <a:lnTo>
                  <a:pt x="233568" y="186768"/>
                </a:lnTo>
                <a:lnTo>
                  <a:pt x="246958" y="179524"/>
                </a:lnTo>
                <a:lnTo>
                  <a:pt x="250318" y="176791"/>
                </a:lnTo>
                <a:lnTo>
                  <a:pt x="213546" y="176791"/>
                </a:lnTo>
                <a:lnTo>
                  <a:pt x="208999" y="175748"/>
                </a:lnTo>
                <a:lnTo>
                  <a:pt x="194255" y="128382"/>
                </a:lnTo>
                <a:lnTo>
                  <a:pt x="194307" y="73583"/>
                </a:lnTo>
                <a:lnTo>
                  <a:pt x="196229" y="32551"/>
                </a:lnTo>
                <a:lnTo>
                  <a:pt x="196286" y="32045"/>
                </a:lnTo>
                <a:lnTo>
                  <a:pt x="196398" y="31032"/>
                </a:lnTo>
                <a:lnTo>
                  <a:pt x="197975" y="23366"/>
                </a:lnTo>
                <a:lnTo>
                  <a:pt x="201040" y="17987"/>
                </a:lnTo>
                <a:lnTo>
                  <a:pt x="205588" y="14917"/>
                </a:lnTo>
                <a:lnTo>
                  <a:pt x="208620" y="12830"/>
                </a:lnTo>
                <a:lnTo>
                  <a:pt x="212788" y="11786"/>
                </a:lnTo>
                <a:lnTo>
                  <a:pt x="249939" y="11786"/>
                </a:lnTo>
                <a:lnTo>
                  <a:pt x="248895" y="10867"/>
                </a:lnTo>
                <a:lnTo>
                  <a:pt x="241634" y="6113"/>
                </a:lnTo>
                <a:lnTo>
                  <a:pt x="234109" y="2717"/>
                </a:lnTo>
                <a:lnTo>
                  <a:pt x="226323" y="679"/>
                </a:lnTo>
                <a:lnTo>
                  <a:pt x="218283" y="0"/>
                </a:lnTo>
                <a:close/>
              </a:path>
              <a:path w="424815" h="188595">
                <a:moveTo>
                  <a:pt x="249939" y="11786"/>
                </a:moveTo>
                <a:lnTo>
                  <a:pt x="224915" y="11786"/>
                </a:lnTo>
                <a:lnTo>
                  <a:pt x="229905" y="13199"/>
                </a:lnTo>
                <a:lnTo>
                  <a:pt x="233063" y="16022"/>
                </a:lnTo>
                <a:lnTo>
                  <a:pt x="242329" y="56837"/>
                </a:lnTo>
                <a:lnTo>
                  <a:pt x="242507" y="96499"/>
                </a:lnTo>
                <a:lnTo>
                  <a:pt x="242361" y="107284"/>
                </a:lnTo>
                <a:lnTo>
                  <a:pt x="242307" y="111232"/>
                </a:lnTo>
                <a:lnTo>
                  <a:pt x="242181" y="120487"/>
                </a:lnTo>
                <a:lnTo>
                  <a:pt x="242074" y="128382"/>
                </a:lnTo>
                <a:lnTo>
                  <a:pt x="242012" y="132929"/>
                </a:lnTo>
                <a:lnTo>
                  <a:pt x="241934" y="138672"/>
                </a:lnTo>
                <a:lnTo>
                  <a:pt x="241883" y="142447"/>
                </a:lnTo>
                <a:lnTo>
                  <a:pt x="241779" y="150091"/>
                </a:lnTo>
                <a:lnTo>
                  <a:pt x="241021" y="160280"/>
                </a:lnTo>
                <a:lnTo>
                  <a:pt x="238235" y="167462"/>
                </a:lnTo>
                <a:lnTo>
                  <a:pt x="238116" y="167769"/>
                </a:lnTo>
                <a:lnTo>
                  <a:pt x="233063" y="172557"/>
                </a:lnTo>
                <a:lnTo>
                  <a:pt x="229905" y="175380"/>
                </a:lnTo>
                <a:lnTo>
                  <a:pt x="225294" y="176791"/>
                </a:lnTo>
                <a:lnTo>
                  <a:pt x="250318" y="176791"/>
                </a:lnTo>
                <a:lnTo>
                  <a:pt x="274441" y="132929"/>
                </a:lnTo>
                <a:lnTo>
                  <a:pt x="278835" y="96499"/>
                </a:lnTo>
                <a:lnTo>
                  <a:pt x="278918" y="94289"/>
                </a:lnTo>
                <a:lnTo>
                  <a:pt x="273695" y="52405"/>
                </a:lnTo>
                <a:lnTo>
                  <a:pt x="255422" y="16615"/>
                </a:lnTo>
                <a:lnTo>
                  <a:pt x="249939" y="11786"/>
                </a:lnTo>
                <a:close/>
              </a:path>
              <a:path w="424815" h="188595">
                <a:moveTo>
                  <a:pt x="363806" y="0"/>
                </a:moveTo>
                <a:lnTo>
                  <a:pt x="326549" y="16898"/>
                </a:lnTo>
                <a:lnTo>
                  <a:pt x="307968" y="54822"/>
                </a:lnTo>
                <a:lnTo>
                  <a:pt x="303253" y="94289"/>
                </a:lnTo>
                <a:lnTo>
                  <a:pt x="303172" y="96499"/>
                </a:lnTo>
                <a:lnTo>
                  <a:pt x="309045" y="138672"/>
                </a:lnTo>
                <a:lnTo>
                  <a:pt x="328847" y="173731"/>
                </a:lnTo>
                <a:lnTo>
                  <a:pt x="363806" y="188578"/>
                </a:lnTo>
                <a:lnTo>
                  <a:pt x="371765" y="188578"/>
                </a:lnTo>
                <a:lnTo>
                  <a:pt x="379091" y="186768"/>
                </a:lnTo>
                <a:lnTo>
                  <a:pt x="392481" y="179524"/>
                </a:lnTo>
                <a:lnTo>
                  <a:pt x="395841" y="176791"/>
                </a:lnTo>
                <a:lnTo>
                  <a:pt x="359069" y="176791"/>
                </a:lnTo>
                <a:lnTo>
                  <a:pt x="354521" y="175748"/>
                </a:lnTo>
                <a:lnTo>
                  <a:pt x="339777" y="128382"/>
                </a:lnTo>
                <a:lnTo>
                  <a:pt x="339829" y="73583"/>
                </a:lnTo>
                <a:lnTo>
                  <a:pt x="341752" y="32551"/>
                </a:lnTo>
                <a:lnTo>
                  <a:pt x="341808" y="32045"/>
                </a:lnTo>
                <a:lnTo>
                  <a:pt x="341921" y="31032"/>
                </a:lnTo>
                <a:lnTo>
                  <a:pt x="343498" y="23366"/>
                </a:lnTo>
                <a:lnTo>
                  <a:pt x="346563" y="17987"/>
                </a:lnTo>
                <a:lnTo>
                  <a:pt x="351111" y="14917"/>
                </a:lnTo>
                <a:lnTo>
                  <a:pt x="354142" y="12830"/>
                </a:lnTo>
                <a:lnTo>
                  <a:pt x="358311" y="11786"/>
                </a:lnTo>
                <a:lnTo>
                  <a:pt x="395462" y="11786"/>
                </a:lnTo>
                <a:lnTo>
                  <a:pt x="394418" y="10867"/>
                </a:lnTo>
                <a:lnTo>
                  <a:pt x="387156" y="6113"/>
                </a:lnTo>
                <a:lnTo>
                  <a:pt x="379631" y="2717"/>
                </a:lnTo>
                <a:lnTo>
                  <a:pt x="371845" y="679"/>
                </a:lnTo>
                <a:lnTo>
                  <a:pt x="363806" y="0"/>
                </a:lnTo>
                <a:close/>
              </a:path>
              <a:path w="424815" h="188595">
                <a:moveTo>
                  <a:pt x="395462" y="11786"/>
                </a:moveTo>
                <a:lnTo>
                  <a:pt x="370438" y="11786"/>
                </a:lnTo>
                <a:lnTo>
                  <a:pt x="375428" y="13199"/>
                </a:lnTo>
                <a:lnTo>
                  <a:pt x="378586" y="16022"/>
                </a:lnTo>
                <a:lnTo>
                  <a:pt x="387852" y="56837"/>
                </a:lnTo>
                <a:lnTo>
                  <a:pt x="388030" y="96499"/>
                </a:lnTo>
                <a:lnTo>
                  <a:pt x="387884" y="107284"/>
                </a:lnTo>
                <a:lnTo>
                  <a:pt x="387830" y="111232"/>
                </a:lnTo>
                <a:lnTo>
                  <a:pt x="387704" y="120487"/>
                </a:lnTo>
                <a:lnTo>
                  <a:pt x="387597" y="128382"/>
                </a:lnTo>
                <a:lnTo>
                  <a:pt x="387535" y="132929"/>
                </a:lnTo>
                <a:lnTo>
                  <a:pt x="387457" y="138672"/>
                </a:lnTo>
                <a:lnTo>
                  <a:pt x="387406" y="142447"/>
                </a:lnTo>
                <a:lnTo>
                  <a:pt x="387302" y="150091"/>
                </a:lnTo>
                <a:lnTo>
                  <a:pt x="386544" y="160280"/>
                </a:lnTo>
                <a:lnTo>
                  <a:pt x="383757" y="167462"/>
                </a:lnTo>
                <a:lnTo>
                  <a:pt x="383638" y="167769"/>
                </a:lnTo>
                <a:lnTo>
                  <a:pt x="378586" y="172557"/>
                </a:lnTo>
                <a:lnTo>
                  <a:pt x="375428" y="175380"/>
                </a:lnTo>
                <a:lnTo>
                  <a:pt x="370817" y="176791"/>
                </a:lnTo>
                <a:lnTo>
                  <a:pt x="395841" y="176791"/>
                </a:lnTo>
                <a:lnTo>
                  <a:pt x="419964" y="132929"/>
                </a:lnTo>
                <a:lnTo>
                  <a:pt x="424441" y="94289"/>
                </a:lnTo>
                <a:lnTo>
                  <a:pt x="423949" y="81986"/>
                </a:lnTo>
                <a:lnTo>
                  <a:pt x="415156" y="39594"/>
                </a:lnTo>
                <a:lnTo>
                  <a:pt x="400944" y="16615"/>
                </a:lnTo>
                <a:lnTo>
                  <a:pt x="395462" y="1178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4" name="object 324"/>
          <p:cNvSpPr/>
          <p:nvPr/>
        </p:nvSpPr>
        <p:spPr>
          <a:xfrm>
            <a:off x="901714" y="2593674"/>
            <a:ext cx="424815" cy="188595"/>
          </a:xfrm>
          <a:custGeom>
            <a:avLst/>
            <a:gdLst/>
            <a:ahLst/>
            <a:cxnLst/>
            <a:rect l="l" t="t" r="r" b="b"/>
            <a:pathLst>
              <a:path w="424815" h="188594">
                <a:moveTo>
                  <a:pt x="107975" y="35358"/>
                </a:moveTo>
                <a:lnTo>
                  <a:pt x="52739" y="35358"/>
                </a:lnTo>
                <a:lnTo>
                  <a:pt x="59339" y="38458"/>
                </a:lnTo>
                <a:lnTo>
                  <a:pt x="70076" y="50857"/>
                </a:lnTo>
                <a:lnTo>
                  <a:pt x="72761" y="58623"/>
                </a:lnTo>
                <a:lnTo>
                  <a:pt x="72761" y="67955"/>
                </a:lnTo>
                <a:lnTo>
                  <a:pt x="60634" y="107271"/>
                </a:lnTo>
                <a:lnTo>
                  <a:pt x="21979" y="158910"/>
                </a:lnTo>
                <a:lnTo>
                  <a:pt x="0" y="185629"/>
                </a:lnTo>
                <a:lnTo>
                  <a:pt x="0" y="188577"/>
                </a:lnTo>
                <a:lnTo>
                  <a:pt x="107625" y="188577"/>
                </a:lnTo>
                <a:lnTo>
                  <a:pt x="117858" y="153219"/>
                </a:lnTo>
                <a:lnTo>
                  <a:pt x="45665" y="153219"/>
                </a:lnTo>
                <a:lnTo>
                  <a:pt x="64767" y="131891"/>
                </a:lnTo>
                <a:lnTo>
                  <a:pt x="91958" y="96625"/>
                </a:lnTo>
                <a:lnTo>
                  <a:pt x="108560" y="55063"/>
                </a:lnTo>
                <a:lnTo>
                  <a:pt x="109141" y="39225"/>
                </a:lnTo>
                <a:lnTo>
                  <a:pt x="107975" y="35358"/>
                </a:lnTo>
                <a:close/>
              </a:path>
              <a:path w="424815" h="188594">
                <a:moveTo>
                  <a:pt x="121268" y="141433"/>
                </a:moveTo>
                <a:lnTo>
                  <a:pt x="114257" y="141433"/>
                </a:lnTo>
                <a:lnTo>
                  <a:pt x="111352" y="145608"/>
                </a:lnTo>
                <a:lnTo>
                  <a:pt x="109015" y="148338"/>
                </a:lnTo>
                <a:lnTo>
                  <a:pt x="105478" y="150916"/>
                </a:lnTo>
                <a:lnTo>
                  <a:pt x="103236" y="151838"/>
                </a:lnTo>
                <a:lnTo>
                  <a:pt x="97804" y="152942"/>
                </a:lnTo>
                <a:lnTo>
                  <a:pt x="91898" y="153219"/>
                </a:lnTo>
                <a:lnTo>
                  <a:pt x="117858" y="153219"/>
                </a:lnTo>
                <a:lnTo>
                  <a:pt x="121268" y="141433"/>
                </a:lnTo>
                <a:close/>
              </a:path>
              <a:path w="424815" h="188594">
                <a:moveTo>
                  <a:pt x="59497" y="0"/>
                </a:moveTo>
                <a:lnTo>
                  <a:pt x="18338" y="21086"/>
                </a:lnTo>
                <a:lnTo>
                  <a:pt x="3221" y="55063"/>
                </a:lnTo>
                <a:lnTo>
                  <a:pt x="15348" y="56903"/>
                </a:lnTo>
                <a:lnTo>
                  <a:pt x="21174" y="47477"/>
                </a:lnTo>
                <a:lnTo>
                  <a:pt x="28043" y="40744"/>
                </a:lnTo>
                <a:lnTo>
                  <a:pt x="35954" y="36704"/>
                </a:lnTo>
                <a:lnTo>
                  <a:pt x="44907" y="35358"/>
                </a:lnTo>
                <a:lnTo>
                  <a:pt x="107975" y="35358"/>
                </a:lnTo>
                <a:lnTo>
                  <a:pt x="106994" y="32104"/>
                </a:lnTo>
                <a:lnTo>
                  <a:pt x="78913" y="3677"/>
                </a:lnTo>
                <a:lnTo>
                  <a:pt x="66265" y="408"/>
                </a:lnTo>
                <a:lnTo>
                  <a:pt x="59497" y="0"/>
                </a:lnTo>
                <a:close/>
              </a:path>
              <a:path w="424815" h="188594">
                <a:moveTo>
                  <a:pt x="176281" y="153219"/>
                </a:moveTo>
                <a:lnTo>
                  <a:pt x="168702" y="153219"/>
                </a:lnTo>
                <a:lnTo>
                  <a:pt x="165228" y="154661"/>
                </a:lnTo>
                <a:lnTo>
                  <a:pt x="159165" y="160431"/>
                </a:lnTo>
                <a:lnTo>
                  <a:pt x="157649" y="163749"/>
                </a:lnTo>
                <a:lnTo>
                  <a:pt x="157649" y="172311"/>
                </a:lnTo>
                <a:lnTo>
                  <a:pt x="181680" y="186643"/>
                </a:lnTo>
                <a:lnTo>
                  <a:pt x="181960" y="186643"/>
                </a:lnTo>
                <a:lnTo>
                  <a:pt x="191060" y="188093"/>
                </a:lnTo>
                <a:lnTo>
                  <a:pt x="191411" y="188093"/>
                </a:lnTo>
                <a:lnTo>
                  <a:pt x="201798" y="188577"/>
                </a:lnTo>
                <a:lnTo>
                  <a:pt x="212291" y="188093"/>
                </a:lnTo>
                <a:lnTo>
                  <a:pt x="222357" y="186643"/>
                </a:lnTo>
                <a:lnTo>
                  <a:pt x="231997" y="184226"/>
                </a:lnTo>
                <a:lnTo>
                  <a:pt x="241211" y="180842"/>
                </a:lnTo>
                <a:lnTo>
                  <a:pt x="248894" y="176791"/>
                </a:lnTo>
                <a:lnTo>
                  <a:pt x="223526" y="176791"/>
                </a:lnTo>
                <a:lnTo>
                  <a:pt x="221041" y="176365"/>
                </a:lnTo>
                <a:lnTo>
                  <a:pt x="220622" y="176365"/>
                </a:lnTo>
                <a:lnTo>
                  <a:pt x="217525" y="175134"/>
                </a:lnTo>
                <a:lnTo>
                  <a:pt x="213357" y="173661"/>
                </a:lnTo>
                <a:lnTo>
                  <a:pt x="208430" y="170959"/>
                </a:lnTo>
                <a:lnTo>
                  <a:pt x="193777" y="160769"/>
                </a:lnTo>
                <a:lnTo>
                  <a:pt x="187429" y="156902"/>
                </a:lnTo>
                <a:lnTo>
                  <a:pt x="179976" y="153955"/>
                </a:lnTo>
                <a:lnTo>
                  <a:pt x="176281" y="153219"/>
                </a:lnTo>
                <a:close/>
              </a:path>
              <a:path w="424815" h="188594">
                <a:moveTo>
                  <a:pt x="278918" y="0"/>
                </a:moveTo>
                <a:lnTo>
                  <a:pt x="194030" y="0"/>
                </a:lnTo>
                <a:lnTo>
                  <a:pt x="157649" y="82503"/>
                </a:lnTo>
                <a:lnTo>
                  <a:pt x="171676" y="82503"/>
                </a:lnTo>
                <a:lnTo>
                  <a:pt x="186598" y="83474"/>
                </a:lnTo>
                <a:lnTo>
                  <a:pt x="230315" y="100826"/>
                </a:lnTo>
                <a:lnTo>
                  <a:pt x="253142" y="134752"/>
                </a:lnTo>
                <a:lnTo>
                  <a:pt x="254664" y="148799"/>
                </a:lnTo>
                <a:lnTo>
                  <a:pt x="254664" y="156533"/>
                </a:lnTo>
                <a:lnTo>
                  <a:pt x="251980" y="163132"/>
                </a:lnTo>
                <a:lnTo>
                  <a:pt x="241242" y="174059"/>
                </a:lnTo>
                <a:lnTo>
                  <a:pt x="234768" y="176791"/>
                </a:lnTo>
                <a:lnTo>
                  <a:pt x="248894" y="176791"/>
                </a:lnTo>
                <a:lnTo>
                  <a:pt x="273376" y="146819"/>
                </a:lnTo>
                <a:lnTo>
                  <a:pt x="278918" y="119886"/>
                </a:lnTo>
                <a:lnTo>
                  <a:pt x="277603" y="106201"/>
                </a:lnTo>
                <a:lnTo>
                  <a:pt x="257885" y="72190"/>
                </a:lnTo>
                <a:lnTo>
                  <a:pt x="207435" y="49400"/>
                </a:lnTo>
                <a:lnTo>
                  <a:pt x="185124" y="47144"/>
                </a:lnTo>
                <a:lnTo>
                  <a:pt x="190240" y="35358"/>
                </a:lnTo>
                <a:lnTo>
                  <a:pt x="266791" y="35358"/>
                </a:lnTo>
                <a:lnTo>
                  <a:pt x="278918" y="0"/>
                </a:lnTo>
                <a:close/>
              </a:path>
              <a:path w="424815" h="188594">
                <a:moveTo>
                  <a:pt x="363806" y="0"/>
                </a:moveTo>
                <a:lnTo>
                  <a:pt x="326549" y="16896"/>
                </a:lnTo>
                <a:lnTo>
                  <a:pt x="307968" y="54821"/>
                </a:lnTo>
                <a:lnTo>
                  <a:pt x="303253" y="94288"/>
                </a:lnTo>
                <a:lnTo>
                  <a:pt x="303172" y="96498"/>
                </a:lnTo>
                <a:lnTo>
                  <a:pt x="309045" y="138671"/>
                </a:lnTo>
                <a:lnTo>
                  <a:pt x="328847" y="173729"/>
                </a:lnTo>
                <a:lnTo>
                  <a:pt x="363806" y="188577"/>
                </a:lnTo>
                <a:lnTo>
                  <a:pt x="371765" y="188577"/>
                </a:lnTo>
                <a:lnTo>
                  <a:pt x="379091" y="186766"/>
                </a:lnTo>
                <a:lnTo>
                  <a:pt x="392481" y="179522"/>
                </a:lnTo>
                <a:lnTo>
                  <a:pt x="395839" y="176791"/>
                </a:lnTo>
                <a:lnTo>
                  <a:pt x="359069" y="176791"/>
                </a:lnTo>
                <a:lnTo>
                  <a:pt x="354521" y="175747"/>
                </a:lnTo>
                <a:lnTo>
                  <a:pt x="339777" y="128380"/>
                </a:lnTo>
                <a:lnTo>
                  <a:pt x="339829" y="73582"/>
                </a:lnTo>
                <a:lnTo>
                  <a:pt x="341752" y="32550"/>
                </a:lnTo>
                <a:lnTo>
                  <a:pt x="351111" y="14917"/>
                </a:lnTo>
                <a:lnTo>
                  <a:pt x="354142" y="12829"/>
                </a:lnTo>
                <a:lnTo>
                  <a:pt x="358311" y="11786"/>
                </a:lnTo>
                <a:lnTo>
                  <a:pt x="395464" y="11786"/>
                </a:lnTo>
                <a:lnTo>
                  <a:pt x="394418" y="10864"/>
                </a:lnTo>
                <a:lnTo>
                  <a:pt x="387156" y="6111"/>
                </a:lnTo>
                <a:lnTo>
                  <a:pt x="379631" y="2716"/>
                </a:lnTo>
                <a:lnTo>
                  <a:pt x="371845" y="679"/>
                </a:lnTo>
                <a:lnTo>
                  <a:pt x="363806" y="0"/>
                </a:lnTo>
                <a:close/>
              </a:path>
              <a:path w="424815" h="188594">
                <a:moveTo>
                  <a:pt x="395464" y="11786"/>
                </a:moveTo>
                <a:lnTo>
                  <a:pt x="370438" y="11786"/>
                </a:lnTo>
                <a:lnTo>
                  <a:pt x="375428" y="13196"/>
                </a:lnTo>
                <a:lnTo>
                  <a:pt x="378586" y="16022"/>
                </a:lnTo>
                <a:lnTo>
                  <a:pt x="387758" y="52403"/>
                </a:lnTo>
                <a:lnTo>
                  <a:pt x="387852" y="56835"/>
                </a:lnTo>
                <a:lnTo>
                  <a:pt x="387943" y="65789"/>
                </a:lnTo>
                <a:lnTo>
                  <a:pt x="388030" y="96498"/>
                </a:lnTo>
                <a:lnTo>
                  <a:pt x="387884" y="107283"/>
                </a:lnTo>
                <a:lnTo>
                  <a:pt x="387830" y="111230"/>
                </a:lnTo>
                <a:lnTo>
                  <a:pt x="387704" y="120484"/>
                </a:lnTo>
                <a:lnTo>
                  <a:pt x="387597" y="128380"/>
                </a:lnTo>
                <a:lnTo>
                  <a:pt x="387535" y="132926"/>
                </a:lnTo>
                <a:lnTo>
                  <a:pt x="387457" y="138671"/>
                </a:lnTo>
                <a:lnTo>
                  <a:pt x="387406" y="142445"/>
                </a:lnTo>
                <a:lnTo>
                  <a:pt x="387302" y="150088"/>
                </a:lnTo>
                <a:lnTo>
                  <a:pt x="386544" y="160277"/>
                </a:lnTo>
                <a:lnTo>
                  <a:pt x="383757" y="167459"/>
                </a:lnTo>
                <a:lnTo>
                  <a:pt x="383638" y="167767"/>
                </a:lnTo>
                <a:lnTo>
                  <a:pt x="378586" y="172556"/>
                </a:lnTo>
                <a:lnTo>
                  <a:pt x="375428" y="175379"/>
                </a:lnTo>
                <a:lnTo>
                  <a:pt x="370817" y="176791"/>
                </a:lnTo>
                <a:lnTo>
                  <a:pt x="395839" y="176791"/>
                </a:lnTo>
                <a:lnTo>
                  <a:pt x="419964" y="132926"/>
                </a:lnTo>
                <a:lnTo>
                  <a:pt x="424358" y="96498"/>
                </a:lnTo>
                <a:lnTo>
                  <a:pt x="424441" y="94288"/>
                </a:lnTo>
                <a:lnTo>
                  <a:pt x="423949" y="81984"/>
                </a:lnTo>
                <a:lnTo>
                  <a:pt x="423860" y="79751"/>
                </a:lnTo>
                <a:lnTo>
                  <a:pt x="422119" y="65789"/>
                </a:lnTo>
                <a:lnTo>
                  <a:pt x="406629" y="23364"/>
                </a:lnTo>
                <a:lnTo>
                  <a:pt x="400944" y="16613"/>
                </a:lnTo>
                <a:lnTo>
                  <a:pt x="395464" y="1178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5" name="object 325"/>
          <p:cNvSpPr/>
          <p:nvPr/>
        </p:nvSpPr>
        <p:spPr>
          <a:xfrm>
            <a:off x="1362536" y="6577374"/>
            <a:ext cx="267335" cy="188595"/>
          </a:xfrm>
          <a:custGeom>
            <a:avLst/>
            <a:gdLst/>
            <a:ahLst/>
            <a:cxnLst/>
            <a:rect l="l" t="t" r="r" b="b"/>
            <a:pathLst>
              <a:path w="267335" h="188595">
                <a:moveTo>
                  <a:pt x="121268" y="0"/>
                </a:moveTo>
                <a:lnTo>
                  <a:pt x="71831" y="8822"/>
                </a:lnTo>
                <a:lnTo>
                  <a:pt x="33088" y="33539"/>
                </a:lnTo>
                <a:lnTo>
                  <a:pt x="8420" y="69933"/>
                </a:lnTo>
                <a:lnTo>
                  <a:pt x="10" y="113274"/>
                </a:lnTo>
                <a:lnTo>
                  <a:pt x="0" y="113441"/>
                </a:lnTo>
                <a:lnTo>
                  <a:pt x="437" y="122211"/>
                </a:lnTo>
                <a:lnTo>
                  <a:pt x="12624" y="160510"/>
                </a:lnTo>
                <a:lnTo>
                  <a:pt x="46138" y="186252"/>
                </a:lnTo>
                <a:lnTo>
                  <a:pt x="54611" y="188071"/>
                </a:lnTo>
                <a:lnTo>
                  <a:pt x="55351" y="188071"/>
                </a:lnTo>
                <a:lnTo>
                  <a:pt x="62718" y="188577"/>
                </a:lnTo>
                <a:lnTo>
                  <a:pt x="97659" y="176791"/>
                </a:lnTo>
                <a:lnTo>
                  <a:pt x="60634" y="176791"/>
                </a:lnTo>
                <a:lnTo>
                  <a:pt x="56339" y="175195"/>
                </a:lnTo>
                <a:lnTo>
                  <a:pt x="38832" y="139706"/>
                </a:lnTo>
                <a:lnTo>
                  <a:pt x="36380" y="113274"/>
                </a:lnTo>
                <a:lnTo>
                  <a:pt x="37138" y="108422"/>
                </a:lnTo>
                <a:lnTo>
                  <a:pt x="39316" y="102644"/>
                </a:lnTo>
                <a:lnTo>
                  <a:pt x="39412" y="102391"/>
                </a:lnTo>
                <a:lnTo>
                  <a:pt x="43201" y="95163"/>
                </a:lnTo>
                <a:lnTo>
                  <a:pt x="48507" y="86738"/>
                </a:lnTo>
                <a:lnTo>
                  <a:pt x="53939" y="83914"/>
                </a:lnTo>
                <a:lnTo>
                  <a:pt x="58360" y="82502"/>
                </a:lnTo>
                <a:lnTo>
                  <a:pt x="105220" y="82502"/>
                </a:lnTo>
                <a:lnTo>
                  <a:pt x="101402" y="78951"/>
                </a:lnTo>
                <a:lnTo>
                  <a:pt x="98707" y="77346"/>
                </a:lnTo>
                <a:lnTo>
                  <a:pt x="50024" y="77346"/>
                </a:lnTo>
                <a:lnTo>
                  <a:pt x="52433" y="68598"/>
                </a:lnTo>
                <a:lnTo>
                  <a:pt x="71955" y="35381"/>
                </a:lnTo>
                <a:lnTo>
                  <a:pt x="110367" y="14738"/>
                </a:lnTo>
                <a:lnTo>
                  <a:pt x="121268" y="11786"/>
                </a:lnTo>
                <a:lnTo>
                  <a:pt x="121268" y="0"/>
                </a:lnTo>
                <a:close/>
              </a:path>
              <a:path w="267335" h="188595">
                <a:moveTo>
                  <a:pt x="105220" y="82502"/>
                </a:moveTo>
                <a:lnTo>
                  <a:pt x="67834" y="82502"/>
                </a:lnTo>
                <a:lnTo>
                  <a:pt x="72698" y="85449"/>
                </a:lnTo>
                <a:lnTo>
                  <a:pt x="76361" y="91342"/>
                </a:lnTo>
                <a:lnTo>
                  <a:pt x="84838" y="139706"/>
                </a:lnTo>
                <a:lnTo>
                  <a:pt x="84822" y="142998"/>
                </a:lnTo>
                <a:lnTo>
                  <a:pt x="70614" y="176791"/>
                </a:lnTo>
                <a:lnTo>
                  <a:pt x="97659" y="176791"/>
                </a:lnTo>
                <a:lnTo>
                  <a:pt x="119373" y="142169"/>
                </a:lnTo>
                <a:lnTo>
                  <a:pt x="121268" y="125227"/>
                </a:lnTo>
                <a:lnTo>
                  <a:pt x="120468" y="113441"/>
                </a:lnTo>
                <a:lnTo>
                  <a:pt x="120457" y="113274"/>
                </a:lnTo>
                <a:lnTo>
                  <a:pt x="118023" y="102644"/>
                </a:lnTo>
                <a:lnTo>
                  <a:pt x="113967" y="93339"/>
                </a:lnTo>
                <a:lnTo>
                  <a:pt x="108354" y="85449"/>
                </a:lnTo>
                <a:lnTo>
                  <a:pt x="105220" y="82502"/>
                </a:lnTo>
                <a:close/>
              </a:path>
              <a:path w="267335" h="188595">
                <a:moveTo>
                  <a:pt x="75982" y="70716"/>
                </a:moveTo>
                <a:lnTo>
                  <a:pt x="70424" y="70716"/>
                </a:lnTo>
                <a:lnTo>
                  <a:pt x="64866" y="71453"/>
                </a:lnTo>
                <a:lnTo>
                  <a:pt x="59307" y="72926"/>
                </a:lnTo>
                <a:lnTo>
                  <a:pt x="56908" y="73663"/>
                </a:lnTo>
                <a:lnTo>
                  <a:pt x="53812" y="75136"/>
                </a:lnTo>
                <a:lnTo>
                  <a:pt x="50024" y="77346"/>
                </a:lnTo>
                <a:lnTo>
                  <a:pt x="98707" y="77346"/>
                </a:lnTo>
                <a:lnTo>
                  <a:pt x="93722" y="74376"/>
                </a:lnTo>
                <a:lnTo>
                  <a:pt x="85249" y="71631"/>
                </a:lnTo>
                <a:lnTo>
                  <a:pt x="75982" y="70716"/>
                </a:lnTo>
                <a:close/>
              </a:path>
              <a:path w="267335" h="188595">
                <a:moveTo>
                  <a:pt x="254664" y="141433"/>
                </a:moveTo>
                <a:lnTo>
                  <a:pt x="218283" y="141433"/>
                </a:lnTo>
                <a:lnTo>
                  <a:pt x="218283" y="188577"/>
                </a:lnTo>
                <a:lnTo>
                  <a:pt x="254664" y="188577"/>
                </a:lnTo>
                <a:lnTo>
                  <a:pt x="254664" y="141433"/>
                </a:lnTo>
                <a:close/>
              </a:path>
              <a:path w="267335" h="188595">
                <a:moveTo>
                  <a:pt x="254664" y="0"/>
                </a:moveTo>
                <a:lnTo>
                  <a:pt x="238368" y="0"/>
                </a:lnTo>
                <a:lnTo>
                  <a:pt x="145522" y="117860"/>
                </a:lnTo>
                <a:lnTo>
                  <a:pt x="145522" y="141433"/>
                </a:lnTo>
                <a:lnTo>
                  <a:pt x="266791" y="141433"/>
                </a:lnTo>
                <a:lnTo>
                  <a:pt x="266791" y="117860"/>
                </a:lnTo>
                <a:lnTo>
                  <a:pt x="157650" y="117860"/>
                </a:lnTo>
                <a:lnTo>
                  <a:pt x="218283" y="41067"/>
                </a:lnTo>
                <a:lnTo>
                  <a:pt x="254664" y="41067"/>
                </a:lnTo>
                <a:lnTo>
                  <a:pt x="254664" y="0"/>
                </a:lnTo>
                <a:close/>
              </a:path>
              <a:path w="267335" h="188595">
                <a:moveTo>
                  <a:pt x="254664" y="41067"/>
                </a:moveTo>
                <a:lnTo>
                  <a:pt x="218283" y="41067"/>
                </a:lnTo>
                <a:lnTo>
                  <a:pt x="218283" y="117860"/>
                </a:lnTo>
                <a:lnTo>
                  <a:pt x="254664" y="117860"/>
                </a:lnTo>
                <a:lnTo>
                  <a:pt x="254664" y="4106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6" name="object 326"/>
          <p:cNvSpPr/>
          <p:nvPr/>
        </p:nvSpPr>
        <p:spPr>
          <a:xfrm>
            <a:off x="1908246" y="6577374"/>
            <a:ext cx="267335" cy="188595"/>
          </a:xfrm>
          <a:custGeom>
            <a:avLst/>
            <a:gdLst/>
            <a:ahLst/>
            <a:cxnLst/>
            <a:rect l="l" t="t" r="r" b="b"/>
            <a:pathLst>
              <a:path w="267335" h="188595">
                <a:moveTo>
                  <a:pt x="121268" y="0"/>
                </a:moveTo>
                <a:lnTo>
                  <a:pt x="71831" y="8822"/>
                </a:lnTo>
                <a:lnTo>
                  <a:pt x="33088" y="33539"/>
                </a:lnTo>
                <a:lnTo>
                  <a:pt x="8420" y="69933"/>
                </a:lnTo>
                <a:lnTo>
                  <a:pt x="10" y="113274"/>
                </a:lnTo>
                <a:lnTo>
                  <a:pt x="0" y="113441"/>
                </a:lnTo>
                <a:lnTo>
                  <a:pt x="8147" y="152114"/>
                </a:lnTo>
                <a:lnTo>
                  <a:pt x="38346" y="183346"/>
                </a:lnTo>
                <a:lnTo>
                  <a:pt x="54611" y="188071"/>
                </a:lnTo>
                <a:lnTo>
                  <a:pt x="55351" y="188071"/>
                </a:lnTo>
                <a:lnTo>
                  <a:pt x="62717" y="188577"/>
                </a:lnTo>
                <a:lnTo>
                  <a:pt x="97659" y="176791"/>
                </a:lnTo>
                <a:lnTo>
                  <a:pt x="60633" y="176791"/>
                </a:lnTo>
                <a:lnTo>
                  <a:pt x="56339" y="175195"/>
                </a:lnTo>
                <a:lnTo>
                  <a:pt x="38831" y="139706"/>
                </a:lnTo>
                <a:lnTo>
                  <a:pt x="36380" y="113274"/>
                </a:lnTo>
                <a:lnTo>
                  <a:pt x="37138" y="108422"/>
                </a:lnTo>
                <a:lnTo>
                  <a:pt x="39316" y="102644"/>
                </a:lnTo>
                <a:lnTo>
                  <a:pt x="39412" y="102391"/>
                </a:lnTo>
                <a:lnTo>
                  <a:pt x="43201" y="95163"/>
                </a:lnTo>
                <a:lnTo>
                  <a:pt x="48507" y="86738"/>
                </a:lnTo>
                <a:lnTo>
                  <a:pt x="53939" y="83914"/>
                </a:lnTo>
                <a:lnTo>
                  <a:pt x="58360" y="82502"/>
                </a:lnTo>
                <a:lnTo>
                  <a:pt x="105220" y="82502"/>
                </a:lnTo>
                <a:lnTo>
                  <a:pt x="101402" y="78951"/>
                </a:lnTo>
                <a:lnTo>
                  <a:pt x="98707" y="77346"/>
                </a:lnTo>
                <a:lnTo>
                  <a:pt x="50022" y="77346"/>
                </a:lnTo>
                <a:lnTo>
                  <a:pt x="52432" y="68598"/>
                </a:lnTo>
                <a:lnTo>
                  <a:pt x="71955" y="35381"/>
                </a:lnTo>
                <a:lnTo>
                  <a:pt x="110367" y="14738"/>
                </a:lnTo>
                <a:lnTo>
                  <a:pt x="121268" y="11786"/>
                </a:lnTo>
                <a:lnTo>
                  <a:pt x="121268" y="0"/>
                </a:lnTo>
                <a:close/>
              </a:path>
              <a:path w="267335" h="188595">
                <a:moveTo>
                  <a:pt x="105220" y="82502"/>
                </a:moveTo>
                <a:lnTo>
                  <a:pt x="67834" y="82502"/>
                </a:lnTo>
                <a:lnTo>
                  <a:pt x="72697" y="85449"/>
                </a:lnTo>
                <a:lnTo>
                  <a:pt x="76361" y="91342"/>
                </a:lnTo>
                <a:lnTo>
                  <a:pt x="84837" y="139706"/>
                </a:lnTo>
                <a:lnTo>
                  <a:pt x="84821" y="142998"/>
                </a:lnTo>
                <a:lnTo>
                  <a:pt x="84626" y="148246"/>
                </a:lnTo>
                <a:lnTo>
                  <a:pt x="84520" y="151112"/>
                </a:lnTo>
                <a:lnTo>
                  <a:pt x="70613" y="176791"/>
                </a:lnTo>
                <a:lnTo>
                  <a:pt x="97659" y="176791"/>
                </a:lnTo>
                <a:lnTo>
                  <a:pt x="119373" y="142169"/>
                </a:lnTo>
                <a:lnTo>
                  <a:pt x="121268" y="125227"/>
                </a:lnTo>
                <a:lnTo>
                  <a:pt x="120468" y="113441"/>
                </a:lnTo>
                <a:lnTo>
                  <a:pt x="120457" y="113274"/>
                </a:lnTo>
                <a:lnTo>
                  <a:pt x="118023" y="102644"/>
                </a:lnTo>
                <a:lnTo>
                  <a:pt x="113967" y="93339"/>
                </a:lnTo>
                <a:lnTo>
                  <a:pt x="108354" y="85449"/>
                </a:lnTo>
                <a:lnTo>
                  <a:pt x="105220" y="82502"/>
                </a:lnTo>
                <a:close/>
              </a:path>
              <a:path w="267335" h="188595">
                <a:moveTo>
                  <a:pt x="75981" y="70716"/>
                </a:moveTo>
                <a:lnTo>
                  <a:pt x="70424" y="70716"/>
                </a:lnTo>
                <a:lnTo>
                  <a:pt x="64865" y="71453"/>
                </a:lnTo>
                <a:lnTo>
                  <a:pt x="59307" y="72926"/>
                </a:lnTo>
                <a:lnTo>
                  <a:pt x="56908" y="73663"/>
                </a:lnTo>
                <a:lnTo>
                  <a:pt x="53812" y="75136"/>
                </a:lnTo>
                <a:lnTo>
                  <a:pt x="50022" y="77346"/>
                </a:lnTo>
                <a:lnTo>
                  <a:pt x="98707" y="77346"/>
                </a:lnTo>
                <a:lnTo>
                  <a:pt x="93722" y="74376"/>
                </a:lnTo>
                <a:lnTo>
                  <a:pt x="85248" y="71631"/>
                </a:lnTo>
                <a:lnTo>
                  <a:pt x="75981" y="70716"/>
                </a:lnTo>
                <a:close/>
              </a:path>
              <a:path w="267335" h="188595">
                <a:moveTo>
                  <a:pt x="208240" y="0"/>
                </a:moveTo>
                <a:lnTo>
                  <a:pt x="162292" y="13903"/>
                </a:lnTo>
                <a:lnTo>
                  <a:pt x="145521" y="46039"/>
                </a:lnTo>
                <a:lnTo>
                  <a:pt x="145521" y="55124"/>
                </a:lnTo>
                <a:lnTo>
                  <a:pt x="171191" y="87670"/>
                </a:lnTo>
                <a:lnTo>
                  <a:pt x="181714" y="94288"/>
                </a:lnTo>
                <a:lnTo>
                  <a:pt x="172653" y="99105"/>
                </a:lnTo>
                <a:lnTo>
                  <a:pt x="146042" y="134118"/>
                </a:lnTo>
                <a:lnTo>
                  <a:pt x="145521" y="141433"/>
                </a:lnTo>
                <a:lnTo>
                  <a:pt x="146368" y="149904"/>
                </a:lnTo>
                <a:lnTo>
                  <a:pt x="146469" y="150911"/>
                </a:lnTo>
                <a:lnTo>
                  <a:pt x="178966" y="185147"/>
                </a:lnTo>
                <a:lnTo>
                  <a:pt x="203503" y="188577"/>
                </a:lnTo>
                <a:lnTo>
                  <a:pt x="215994" y="187719"/>
                </a:lnTo>
                <a:lnTo>
                  <a:pt x="216937" y="187719"/>
                </a:lnTo>
                <a:lnTo>
                  <a:pt x="229652" y="184779"/>
                </a:lnTo>
                <a:lnTo>
                  <a:pt x="240452" y="180031"/>
                </a:lnTo>
                <a:lnTo>
                  <a:pt x="244978" y="176791"/>
                </a:lnTo>
                <a:lnTo>
                  <a:pt x="202619" y="176791"/>
                </a:lnTo>
                <a:lnTo>
                  <a:pt x="198451" y="175532"/>
                </a:lnTo>
                <a:lnTo>
                  <a:pt x="190366" y="170499"/>
                </a:lnTo>
                <a:lnTo>
                  <a:pt x="187271" y="166416"/>
                </a:lnTo>
                <a:lnTo>
                  <a:pt x="182977" y="155122"/>
                </a:lnTo>
                <a:lnTo>
                  <a:pt x="181903" y="148124"/>
                </a:lnTo>
                <a:lnTo>
                  <a:pt x="181903" y="133268"/>
                </a:lnTo>
                <a:lnTo>
                  <a:pt x="182361" y="128484"/>
                </a:lnTo>
                <a:lnTo>
                  <a:pt x="182477" y="127275"/>
                </a:lnTo>
                <a:lnTo>
                  <a:pt x="182502" y="127007"/>
                </a:lnTo>
                <a:lnTo>
                  <a:pt x="192703" y="100550"/>
                </a:lnTo>
                <a:lnTo>
                  <a:pt x="252470" y="100550"/>
                </a:lnTo>
                <a:lnTo>
                  <a:pt x="247724" y="95669"/>
                </a:lnTo>
                <a:lnTo>
                  <a:pt x="239997" y="89017"/>
                </a:lnTo>
                <a:lnTo>
                  <a:pt x="230789" y="82134"/>
                </a:lnTo>
                <a:lnTo>
                  <a:pt x="239381" y="78053"/>
                </a:lnTo>
                <a:lnTo>
                  <a:pt x="241538" y="76793"/>
                </a:lnTo>
                <a:lnTo>
                  <a:pt x="220369" y="76793"/>
                </a:lnTo>
                <a:lnTo>
                  <a:pt x="209005" y="70515"/>
                </a:lnTo>
                <a:lnTo>
                  <a:pt x="181903" y="40269"/>
                </a:lnTo>
                <a:lnTo>
                  <a:pt x="181903" y="27623"/>
                </a:lnTo>
                <a:lnTo>
                  <a:pt x="184176" y="22374"/>
                </a:lnTo>
                <a:lnTo>
                  <a:pt x="193272" y="13903"/>
                </a:lnTo>
                <a:lnTo>
                  <a:pt x="198829" y="11786"/>
                </a:lnTo>
                <a:lnTo>
                  <a:pt x="250911" y="11786"/>
                </a:lnTo>
                <a:lnTo>
                  <a:pt x="243235" y="6888"/>
                </a:lnTo>
                <a:lnTo>
                  <a:pt x="233205" y="3061"/>
                </a:lnTo>
                <a:lnTo>
                  <a:pt x="222066" y="868"/>
                </a:lnTo>
                <a:lnTo>
                  <a:pt x="223340" y="868"/>
                </a:lnTo>
                <a:lnTo>
                  <a:pt x="208240" y="0"/>
                </a:lnTo>
                <a:close/>
              </a:path>
              <a:path w="267335" h="188595">
                <a:moveTo>
                  <a:pt x="252470" y="100550"/>
                </a:moveTo>
                <a:lnTo>
                  <a:pt x="192703" y="100550"/>
                </a:lnTo>
                <a:lnTo>
                  <a:pt x="209982" y="112336"/>
                </a:lnTo>
                <a:lnTo>
                  <a:pt x="222026" y="124490"/>
                </a:lnTo>
                <a:lnTo>
                  <a:pt x="228835" y="137013"/>
                </a:lnTo>
                <a:lnTo>
                  <a:pt x="230411" y="149904"/>
                </a:lnTo>
                <a:lnTo>
                  <a:pt x="230411" y="158252"/>
                </a:lnTo>
                <a:lnTo>
                  <a:pt x="228136" y="164820"/>
                </a:lnTo>
                <a:lnTo>
                  <a:pt x="219041" y="174397"/>
                </a:lnTo>
                <a:lnTo>
                  <a:pt x="213483" y="176791"/>
                </a:lnTo>
                <a:lnTo>
                  <a:pt x="244978" y="176791"/>
                </a:lnTo>
                <a:lnTo>
                  <a:pt x="266699" y="137013"/>
                </a:lnTo>
                <a:lnTo>
                  <a:pt x="266791" y="136092"/>
                </a:lnTo>
                <a:lnTo>
                  <a:pt x="266288" y="128484"/>
                </a:lnTo>
                <a:lnTo>
                  <a:pt x="264778" y="121313"/>
                </a:lnTo>
                <a:lnTo>
                  <a:pt x="262261" y="114580"/>
                </a:lnTo>
                <a:lnTo>
                  <a:pt x="258737" y="108284"/>
                </a:lnTo>
                <a:lnTo>
                  <a:pt x="253970" y="102092"/>
                </a:lnTo>
                <a:lnTo>
                  <a:pt x="252470" y="100550"/>
                </a:lnTo>
                <a:close/>
              </a:path>
              <a:path w="267335" h="188595">
                <a:moveTo>
                  <a:pt x="250911" y="11786"/>
                </a:moveTo>
                <a:lnTo>
                  <a:pt x="212599" y="11786"/>
                </a:lnTo>
                <a:lnTo>
                  <a:pt x="218220" y="14057"/>
                </a:lnTo>
                <a:lnTo>
                  <a:pt x="222316" y="18674"/>
                </a:lnTo>
                <a:lnTo>
                  <a:pt x="225827" y="23606"/>
                </a:lnTo>
                <a:lnTo>
                  <a:pt x="228374" y="29603"/>
                </a:lnTo>
                <a:lnTo>
                  <a:pt x="229901" y="36589"/>
                </a:lnTo>
                <a:lnTo>
                  <a:pt x="230411" y="44565"/>
                </a:lnTo>
                <a:lnTo>
                  <a:pt x="230411" y="50950"/>
                </a:lnTo>
                <a:lnTo>
                  <a:pt x="229589" y="56843"/>
                </a:lnTo>
                <a:lnTo>
                  <a:pt x="226305" y="67647"/>
                </a:lnTo>
                <a:lnTo>
                  <a:pt x="223779" y="72496"/>
                </a:lnTo>
                <a:lnTo>
                  <a:pt x="220369" y="76793"/>
                </a:lnTo>
                <a:lnTo>
                  <a:pt x="241538" y="76793"/>
                </a:lnTo>
                <a:lnTo>
                  <a:pt x="266791" y="50213"/>
                </a:lnTo>
                <a:lnTo>
                  <a:pt x="266791" y="41619"/>
                </a:lnTo>
                <a:lnTo>
                  <a:pt x="265843" y="33361"/>
                </a:lnTo>
                <a:lnTo>
                  <a:pt x="263001" y="25713"/>
                </a:lnTo>
                <a:lnTo>
                  <a:pt x="258264" y="18674"/>
                </a:lnTo>
                <a:lnTo>
                  <a:pt x="251632" y="12246"/>
                </a:lnTo>
                <a:lnTo>
                  <a:pt x="250911" y="1178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7" name="object 327"/>
          <p:cNvSpPr/>
          <p:nvPr/>
        </p:nvSpPr>
        <p:spPr>
          <a:xfrm>
            <a:off x="2453956" y="6577374"/>
            <a:ext cx="255270" cy="188595"/>
          </a:xfrm>
          <a:custGeom>
            <a:avLst/>
            <a:gdLst/>
            <a:ahLst/>
            <a:cxnLst/>
            <a:rect l="l" t="t" r="r" b="b"/>
            <a:pathLst>
              <a:path w="255269" h="188595">
                <a:moveTo>
                  <a:pt x="121931" y="35358"/>
                </a:moveTo>
                <a:lnTo>
                  <a:pt x="97582" y="35358"/>
                </a:lnTo>
                <a:lnTo>
                  <a:pt x="43201" y="188577"/>
                </a:lnTo>
                <a:lnTo>
                  <a:pt x="66508" y="188577"/>
                </a:lnTo>
                <a:lnTo>
                  <a:pt x="121931" y="35358"/>
                </a:lnTo>
                <a:close/>
              </a:path>
              <a:path w="255269" h="188595">
                <a:moveTo>
                  <a:pt x="241371" y="35358"/>
                </a:moveTo>
                <a:lnTo>
                  <a:pt x="186135" y="35358"/>
                </a:lnTo>
                <a:lnTo>
                  <a:pt x="192733" y="38458"/>
                </a:lnTo>
                <a:lnTo>
                  <a:pt x="203471" y="50858"/>
                </a:lnTo>
                <a:lnTo>
                  <a:pt x="206156" y="58623"/>
                </a:lnTo>
                <a:lnTo>
                  <a:pt x="206156" y="67954"/>
                </a:lnTo>
                <a:lnTo>
                  <a:pt x="194029" y="107271"/>
                </a:lnTo>
                <a:lnTo>
                  <a:pt x="155376" y="158910"/>
                </a:lnTo>
                <a:lnTo>
                  <a:pt x="133395" y="185630"/>
                </a:lnTo>
                <a:lnTo>
                  <a:pt x="133395" y="188577"/>
                </a:lnTo>
                <a:lnTo>
                  <a:pt x="241020" y="188577"/>
                </a:lnTo>
                <a:lnTo>
                  <a:pt x="251253" y="153219"/>
                </a:lnTo>
                <a:lnTo>
                  <a:pt x="179059" y="153219"/>
                </a:lnTo>
                <a:lnTo>
                  <a:pt x="198162" y="131891"/>
                </a:lnTo>
                <a:lnTo>
                  <a:pt x="225353" y="96625"/>
                </a:lnTo>
                <a:lnTo>
                  <a:pt x="241956" y="55063"/>
                </a:lnTo>
                <a:lnTo>
                  <a:pt x="242465" y="38983"/>
                </a:lnTo>
                <a:lnTo>
                  <a:pt x="241492" y="35761"/>
                </a:lnTo>
                <a:lnTo>
                  <a:pt x="241371" y="35358"/>
                </a:lnTo>
                <a:close/>
              </a:path>
              <a:path w="255269" h="188595">
                <a:moveTo>
                  <a:pt x="254664" y="141433"/>
                </a:moveTo>
                <a:lnTo>
                  <a:pt x="247652" y="141433"/>
                </a:lnTo>
                <a:lnTo>
                  <a:pt x="244748" y="145607"/>
                </a:lnTo>
                <a:lnTo>
                  <a:pt x="242409" y="148338"/>
                </a:lnTo>
                <a:lnTo>
                  <a:pt x="238874" y="150917"/>
                </a:lnTo>
                <a:lnTo>
                  <a:pt x="236631" y="151838"/>
                </a:lnTo>
                <a:lnTo>
                  <a:pt x="231199" y="152942"/>
                </a:lnTo>
                <a:lnTo>
                  <a:pt x="225294" y="153219"/>
                </a:lnTo>
                <a:lnTo>
                  <a:pt x="251253" y="153219"/>
                </a:lnTo>
                <a:lnTo>
                  <a:pt x="254664" y="141433"/>
                </a:lnTo>
                <a:close/>
              </a:path>
              <a:path w="255269" h="188595">
                <a:moveTo>
                  <a:pt x="134721" y="0"/>
                </a:moveTo>
                <a:lnTo>
                  <a:pt x="14400" y="0"/>
                </a:lnTo>
                <a:lnTo>
                  <a:pt x="74" y="58623"/>
                </a:lnTo>
                <a:lnTo>
                  <a:pt x="0" y="58930"/>
                </a:lnTo>
                <a:lnTo>
                  <a:pt x="5494" y="58930"/>
                </a:lnTo>
                <a:lnTo>
                  <a:pt x="9158" y="50858"/>
                </a:lnTo>
                <a:lnTo>
                  <a:pt x="9283" y="50581"/>
                </a:lnTo>
                <a:lnTo>
                  <a:pt x="44717" y="35761"/>
                </a:lnTo>
                <a:lnTo>
                  <a:pt x="56085" y="35358"/>
                </a:lnTo>
                <a:lnTo>
                  <a:pt x="121931" y="35358"/>
                </a:lnTo>
                <a:lnTo>
                  <a:pt x="134721" y="0"/>
                </a:lnTo>
                <a:close/>
              </a:path>
              <a:path w="255269" h="188595">
                <a:moveTo>
                  <a:pt x="192892" y="0"/>
                </a:moveTo>
                <a:lnTo>
                  <a:pt x="151733" y="21085"/>
                </a:lnTo>
                <a:lnTo>
                  <a:pt x="136616" y="55063"/>
                </a:lnTo>
                <a:lnTo>
                  <a:pt x="148743" y="56904"/>
                </a:lnTo>
                <a:lnTo>
                  <a:pt x="154570" y="47478"/>
                </a:lnTo>
                <a:lnTo>
                  <a:pt x="161438" y="40744"/>
                </a:lnTo>
                <a:lnTo>
                  <a:pt x="169349" y="36704"/>
                </a:lnTo>
                <a:lnTo>
                  <a:pt x="178302" y="35358"/>
                </a:lnTo>
                <a:lnTo>
                  <a:pt x="241371" y="35358"/>
                </a:lnTo>
                <a:lnTo>
                  <a:pt x="240389" y="32104"/>
                </a:lnTo>
                <a:lnTo>
                  <a:pt x="212309" y="3677"/>
                </a:lnTo>
                <a:lnTo>
                  <a:pt x="199660" y="408"/>
                </a:lnTo>
                <a:lnTo>
                  <a:pt x="19289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8" name="object 328"/>
          <p:cNvSpPr/>
          <p:nvPr/>
        </p:nvSpPr>
        <p:spPr>
          <a:xfrm>
            <a:off x="2987539" y="6577374"/>
            <a:ext cx="267335" cy="188595"/>
          </a:xfrm>
          <a:custGeom>
            <a:avLst/>
            <a:gdLst/>
            <a:ahLst/>
            <a:cxnLst/>
            <a:rect l="l" t="t" r="r" b="b"/>
            <a:pathLst>
              <a:path w="267335" h="188595">
                <a:moveTo>
                  <a:pt x="121932" y="35358"/>
                </a:moveTo>
                <a:lnTo>
                  <a:pt x="97582" y="35358"/>
                </a:lnTo>
                <a:lnTo>
                  <a:pt x="43201" y="188577"/>
                </a:lnTo>
                <a:lnTo>
                  <a:pt x="66507" y="188577"/>
                </a:lnTo>
                <a:lnTo>
                  <a:pt x="121932" y="35358"/>
                </a:lnTo>
                <a:close/>
              </a:path>
              <a:path w="267335" h="188595">
                <a:moveTo>
                  <a:pt x="134722" y="0"/>
                </a:moveTo>
                <a:lnTo>
                  <a:pt x="14400" y="0"/>
                </a:lnTo>
                <a:lnTo>
                  <a:pt x="0" y="58930"/>
                </a:lnTo>
                <a:lnTo>
                  <a:pt x="5495" y="58930"/>
                </a:lnTo>
                <a:lnTo>
                  <a:pt x="9284" y="50581"/>
                </a:lnTo>
                <a:lnTo>
                  <a:pt x="14022" y="44872"/>
                </a:lnTo>
                <a:lnTo>
                  <a:pt x="56087" y="35358"/>
                </a:lnTo>
                <a:lnTo>
                  <a:pt x="121932" y="35358"/>
                </a:lnTo>
                <a:lnTo>
                  <a:pt x="134722" y="0"/>
                </a:lnTo>
                <a:close/>
              </a:path>
              <a:path w="267335" h="188595">
                <a:moveTo>
                  <a:pt x="266791" y="0"/>
                </a:moveTo>
                <a:lnTo>
                  <a:pt x="217354" y="8822"/>
                </a:lnTo>
                <a:lnTo>
                  <a:pt x="178610" y="33539"/>
                </a:lnTo>
                <a:lnTo>
                  <a:pt x="153942" y="69933"/>
                </a:lnTo>
                <a:lnTo>
                  <a:pt x="145533" y="113274"/>
                </a:lnTo>
                <a:lnTo>
                  <a:pt x="145522" y="113441"/>
                </a:lnTo>
                <a:lnTo>
                  <a:pt x="145959" y="122211"/>
                </a:lnTo>
                <a:lnTo>
                  <a:pt x="158146" y="160510"/>
                </a:lnTo>
                <a:lnTo>
                  <a:pt x="191660" y="186252"/>
                </a:lnTo>
                <a:lnTo>
                  <a:pt x="200133" y="188071"/>
                </a:lnTo>
                <a:lnTo>
                  <a:pt x="200873" y="188071"/>
                </a:lnTo>
                <a:lnTo>
                  <a:pt x="208240" y="188577"/>
                </a:lnTo>
                <a:lnTo>
                  <a:pt x="243181" y="176791"/>
                </a:lnTo>
                <a:lnTo>
                  <a:pt x="206157" y="176791"/>
                </a:lnTo>
                <a:lnTo>
                  <a:pt x="201861" y="175195"/>
                </a:lnTo>
                <a:lnTo>
                  <a:pt x="184354" y="139706"/>
                </a:lnTo>
                <a:lnTo>
                  <a:pt x="181902" y="113274"/>
                </a:lnTo>
                <a:lnTo>
                  <a:pt x="182660" y="108422"/>
                </a:lnTo>
                <a:lnTo>
                  <a:pt x="184838" y="102644"/>
                </a:lnTo>
                <a:lnTo>
                  <a:pt x="184933" y="102391"/>
                </a:lnTo>
                <a:lnTo>
                  <a:pt x="188723" y="95163"/>
                </a:lnTo>
                <a:lnTo>
                  <a:pt x="194029" y="86738"/>
                </a:lnTo>
                <a:lnTo>
                  <a:pt x="199462" y="83914"/>
                </a:lnTo>
                <a:lnTo>
                  <a:pt x="203881" y="82502"/>
                </a:lnTo>
                <a:lnTo>
                  <a:pt x="250743" y="82502"/>
                </a:lnTo>
                <a:lnTo>
                  <a:pt x="246925" y="78951"/>
                </a:lnTo>
                <a:lnTo>
                  <a:pt x="244230" y="77346"/>
                </a:lnTo>
                <a:lnTo>
                  <a:pt x="195545" y="77346"/>
                </a:lnTo>
                <a:lnTo>
                  <a:pt x="197955" y="68598"/>
                </a:lnTo>
                <a:lnTo>
                  <a:pt x="217478" y="35381"/>
                </a:lnTo>
                <a:lnTo>
                  <a:pt x="255890" y="14738"/>
                </a:lnTo>
                <a:lnTo>
                  <a:pt x="266791" y="11786"/>
                </a:lnTo>
                <a:lnTo>
                  <a:pt x="266791" y="0"/>
                </a:lnTo>
                <a:close/>
              </a:path>
              <a:path w="267335" h="188595">
                <a:moveTo>
                  <a:pt x="250743" y="82502"/>
                </a:moveTo>
                <a:lnTo>
                  <a:pt x="213356" y="82502"/>
                </a:lnTo>
                <a:lnTo>
                  <a:pt x="218220" y="85449"/>
                </a:lnTo>
                <a:lnTo>
                  <a:pt x="221882" y="91342"/>
                </a:lnTo>
                <a:lnTo>
                  <a:pt x="225614" y="99640"/>
                </a:lnTo>
                <a:lnTo>
                  <a:pt x="228279" y="110724"/>
                </a:lnTo>
                <a:lnTo>
                  <a:pt x="229770" y="123661"/>
                </a:lnTo>
                <a:lnTo>
                  <a:pt x="229878" y="124594"/>
                </a:lnTo>
                <a:lnTo>
                  <a:pt x="230361" y="139706"/>
                </a:lnTo>
                <a:lnTo>
                  <a:pt x="230345" y="142998"/>
                </a:lnTo>
                <a:lnTo>
                  <a:pt x="230150" y="148246"/>
                </a:lnTo>
                <a:lnTo>
                  <a:pt x="230043" y="151112"/>
                </a:lnTo>
                <a:lnTo>
                  <a:pt x="216136" y="176791"/>
                </a:lnTo>
                <a:lnTo>
                  <a:pt x="243181" y="176791"/>
                </a:lnTo>
                <a:lnTo>
                  <a:pt x="264896" y="142169"/>
                </a:lnTo>
                <a:lnTo>
                  <a:pt x="266791" y="125227"/>
                </a:lnTo>
                <a:lnTo>
                  <a:pt x="265991" y="113441"/>
                </a:lnTo>
                <a:lnTo>
                  <a:pt x="265980" y="113274"/>
                </a:lnTo>
                <a:lnTo>
                  <a:pt x="263546" y="102644"/>
                </a:lnTo>
                <a:lnTo>
                  <a:pt x="259490" y="93339"/>
                </a:lnTo>
                <a:lnTo>
                  <a:pt x="253877" y="85449"/>
                </a:lnTo>
                <a:lnTo>
                  <a:pt x="250743" y="82502"/>
                </a:lnTo>
                <a:close/>
              </a:path>
              <a:path w="267335" h="188595">
                <a:moveTo>
                  <a:pt x="221505" y="70716"/>
                </a:moveTo>
                <a:lnTo>
                  <a:pt x="215945" y="70716"/>
                </a:lnTo>
                <a:lnTo>
                  <a:pt x="210388" y="71453"/>
                </a:lnTo>
                <a:lnTo>
                  <a:pt x="204830" y="72926"/>
                </a:lnTo>
                <a:lnTo>
                  <a:pt x="202430" y="73663"/>
                </a:lnTo>
                <a:lnTo>
                  <a:pt x="199335" y="75136"/>
                </a:lnTo>
                <a:lnTo>
                  <a:pt x="195545" y="77346"/>
                </a:lnTo>
                <a:lnTo>
                  <a:pt x="244230" y="77346"/>
                </a:lnTo>
                <a:lnTo>
                  <a:pt x="239245" y="74376"/>
                </a:lnTo>
                <a:lnTo>
                  <a:pt x="230772" y="71631"/>
                </a:lnTo>
                <a:lnTo>
                  <a:pt x="221505" y="7071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9" name="object 329"/>
          <p:cNvSpPr/>
          <p:nvPr/>
        </p:nvSpPr>
        <p:spPr>
          <a:xfrm>
            <a:off x="3533249" y="6577374"/>
            <a:ext cx="267335" cy="188595"/>
          </a:xfrm>
          <a:custGeom>
            <a:avLst/>
            <a:gdLst/>
            <a:ahLst/>
            <a:cxnLst/>
            <a:rect l="l" t="t" r="r" b="b"/>
            <a:pathLst>
              <a:path w="267335" h="188595">
                <a:moveTo>
                  <a:pt x="62718" y="0"/>
                </a:moveTo>
                <a:lnTo>
                  <a:pt x="16769" y="13903"/>
                </a:lnTo>
                <a:lnTo>
                  <a:pt x="0" y="46039"/>
                </a:lnTo>
                <a:lnTo>
                  <a:pt x="0" y="55124"/>
                </a:lnTo>
                <a:lnTo>
                  <a:pt x="25668" y="87670"/>
                </a:lnTo>
                <a:lnTo>
                  <a:pt x="36191" y="94288"/>
                </a:lnTo>
                <a:lnTo>
                  <a:pt x="27131" y="99105"/>
                </a:lnTo>
                <a:lnTo>
                  <a:pt x="2193" y="127007"/>
                </a:lnTo>
                <a:lnTo>
                  <a:pt x="2084" y="127275"/>
                </a:lnTo>
                <a:lnTo>
                  <a:pt x="521" y="134118"/>
                </a:lnTo>
                <a:lnTo>
                  <a:pt x="0" y="141433"/>
                </a:lnTo>
                <a:lnTo>
                  <a:pt x="846" y="149904"/>
                </a:lnTo>
                <a:lnTo>
                  <a:pt x="947" y="150911"/>
                </a:lnTo>
                <a:lnTo>
                  <a:pt x="33442" y="185147"/>
                </a:lnTo>
                <a:lnTo>
                  <a:pt x="57980" y="188577"/>
                </a:lnTo>
                <a:lnTo>
                  <a:pt x="70471" y="187719"/>
                </a:lnTo>
                <a:lnTo>
                  <a:pt x="71414" y="187719"/>
                </a:lnTo>
                <a:lnTo>
                  <a:pt x="84129" y="184779"/>
                </a:lnTo>
                <a:lnTo>
                  <a:pt x="94930" y="180031"/>
                </a:lnTo>
                <a:lnTo>
                  <a:pt x="99455" y="176791"/>
                </a:lnTo>
                <a:lnTo>
                  <a:pt x="57096" y="176791"/>
                </a:lnTo>
                <a:lnTo>
                  <a:pt x="52928" y="175532"/>
                </a:lnTo>
                <a:lnTo>
                  <a:pt x="44843" y="170499"/>
                </a:lnTo>
                <a:lnTo>
                  <a:pt x="41748" y="166416"/>
                </a:lnTo>
                <a:lnTo>
                  <a:pt x="37453" y="155122"/>
                </a:lnTo>
                <a:lnTo>
                  <a:pt x="36380" y="148124"/>
                </a:lnTo>
                <a:lnTo>
                  <a:pt x="36380" y="133268"/>
                </a:lnTo>
                <a:lnTo>
                  <a:pt x="36838" y="128484"/>
                </a:lnTo>
                <a:lnTo>
                  <a:pt x="36954" y="127275"/>
                </a:lnTo>
                <a:lnTo>
                  <a:pt x="36979" y="127007"/>
                </a:lnTo>
                <a:lnTo>
                  <a:pt x="47180" y="100550"/>
                </a:lnTo>
                <a:lnTo>
                  <a:pt x="106948" y="100550"/>
                </a:lnTo>
                <a:lnTo>
                  <a:pt x="102201" y="95669"/>
                </a:lnTo>
                <a:lnTo>
                  <a:pt x="94474" y="89017"/>
                </a:lnTo>
                <a:lnTo>
                  <a:pt x="85266" y="82134"/>
                </a:lnTo>
                <a:lnTo>
                  <a:pt x="93858" y="78053"/>
                </a:lnTo>
                <a:lnTo>
                  <a:pt x="96015" y="76793"/>
                </a:lnTo>
                <a:lnTo>
                  <a:pt x="74846" y="76793"/>
                </a:lnTo>
                <a:lnTo>
                  <a:pt x="63482" y="70515"/>
                </a:lnTo>
                <a:lnTo>
                  <a:pt x="36380" y="40269"/>
                </a:lnTo>
                <a:lnTo>
                  <a:pt x="36380" y="27623"/>
                </a:lnTo>
                <a:lnTo>
                  <a:pt x="38654" y="22374"/>
                </a:lnTo>
                <a:lnTo>
                  <a:pt x="47749" y="13903"/>
                </a:lnTo>
                <a:lnTo>
                  <a:pt x="53308" y="11786"/>
                </a:lnTo>
                <a:lnTo>
                  <a:pt x="105389" y="11786"/>
                </a:lnTo>
                <a:lnTo>
                  <a:pt x="97713" y="6888"/>
                </a:lnTo>
                <a:lnTo>
                  <a:pt x="87682" y="3061"/>
                </a:lnTo>
                <a:lnTo>
                  <a:pt x="76544" y="868"/>
                </a:lnTo>
                <a:lnTo>
                  <a:pt x="77817" y="868"/>
                </a:lnTo>
                <a:lnTo>
                  <a:pt x="62718" y="0"/>
                </a:lnTo>
                <a:close/>
              </a:path>
              <a:path w="267335" h="188595">
                <a:moveTo>
                  <a:pt x="106948" y="100550"/>
                </a:moveTo>
                <a:lnTo>
                  <a:pt x="47180" y="100550"/>
                </a:lnTo>
                <a:lnTo>
                  <a:pt x="64459" y="112336"/>
                </a:lnTo>
                <a:lnTo>
                  <a:pt x="76503" y="124490"/>
                </a:lnTo>
                <a:lnTo>
                  <a:pt x="83312" y="137013"/>
                </a:lnTo>
                <a:lnTo>
                  <a:pt x="84888" y="149904"/>
                </a:lnTo>
                <a:lnTo>
                  <a:pt x="84888" y="158252"/>
                </a:lnTo>
                <a:lnTo>
                  <a:pt x="82613" y="164820"/>
                </a:lnTo>
                <a:lnTo>
                  <a:pt x="73519" y="174397"/>
                </a:lnTo>
                <a:lnTo>
                  <a:pt x="67960" y="176791"/>
                </a:lnTo>
                <a:lnTo>
                  <a:pt x="99455" y="176791"/>
                </a:lnTo>
                <a:lnTo>
                  <a:pt x="121176" y="137013"/>
                </a:lnTo>
                <a:lnTo>
                  <a:pt x="121268" y="136092"/>
                </a:lnTo>
                <a:lnTo>
                  <a:pt x="108448" y="102092"/>
                </a:lnTo>
                <a:lnTo>
                  <a:pt x="106948" y="100550"/>
                </a:lnTo>
                <a:close/>
              </a:path>
              <a:path w="267335" h="188595">
                <a:moveTo>
                  <a:pt x="105389" y="11786"/>
                </a:moveTo>
                <a:lnTo>
                  <a:pt x="67076" y="11786"/>
                </a:lnTo>
                <a:lnTo>
                  <a:pt x="72697" y="14057"/>
                </a:lnTo>
                <a:lnTo>
                  <a:pt x="76794" y="18674"/>
                </a:lnTo>
                <a:lnTo>
                  <a:pt x="80304" y="23606"/>
                </a:lnTo>
                <a:lnTo>
                  <a:pt x="82850" y="29603"/>
                </a:lnTo>
                <a:lnTo>
                  <a:pt x="84378" y="36589"/>
                </a:lnTo>
                <a:lnTo>
                  <a:pt x="84888" y="44565"/>
                </a:lnTo>
                <a:lnTo>
                  <a:pt x="84888" y="50950"/>
                </a:lnTo>
                <a:lnTo>
                  <a:pt x="84065" y="56843"/>
                </a:lnTo>
                <a:lnTo>
                  <a:pt x="80782" y="67647"/>
                </a:lnTo>
                <a:lnTo>
                  <a:pt x="78256" y="72496"/>
                </a:lnTo>
                <a:lnTo>
                  <a:pt x="74846" y="76793"/>
                </a:lnTo>
                <a:lnTo>
                  <a:pt x="96015" y="76793"/>
                </a:lnTo>
                <a:lnTo>
                  <a:pt x="121268" y="50213"/>
                </a:lnTo>
                <a:lnTo>
                  <a:pt x="121268" y="41619"/>
                </a:lnTo>
                <a:lnTo>
                  <a:pt x="120321" y="33361"/>
                </a:lnTo>
                <a:lnTo>
                  <a:pt x="117478" y="25713"/>
                </a:lnTo>
                <a:lnTo>
                  <a:pt x="112742" y="18674"/>
                </a:lnTo>
                <a:lnTo>
                  <a:pt x="106111" y="12246"/>
                </a:lnTo>
                <a:lnTo>
                  <a:pt x="105389" y="11786"/>
                </a:lnTo>
                <a:close/>
              </a:path>
              <a:path w="267335" h="188595">
                <a:moveTo>
                  <a:pt x="206155" y="0"/>
                </a:moveTo>
                <a:lnTo>
                  <a:pt x="168899" y="16896"/>
                </a:lnTo>
                <a:lnTo>
                  <a:pt x="150318" y="54821"/>
                </a:lnTo>
                <a:lnTo>
                  <a:pt x="145604" y="94288"/>
                </a:lnTo>
                <a:lnTo>
                  <a:pt x="145522" y="96498"/>
                </a:lnTo>
                <a:lnTo>
                  <a:pt x="145890" y="107283"/>
                </a:lnTo>
                <a:lnTo>
                  <a:pt x="153847" y="145841"/>
                </a:lnTo>
                <a:lnTo>
                  <a:pt x="176195" y="178143"/>
                </a:lnTo>
                <a:lnTo>
                  <a:pt x="206155" y="188577"/>
                </a:lnTo>
                <a:lnTo>
                  <a:pt x="214114" y="188577"/>
                </a:lnTo>
                <a:lnTo>
                  <a:pt x="221441" y="186766"/>
                </a:lnTo>
                <a:lnTo>
                  <a:pt x="234831" y="179523"/>
                </a:lnTo>
                <a:lnTo>
                  <a:pt x="238190" y="176791"/>
                </a:lnTo>
                <a:lnTo>
                  <a:pt x="201418" y="176791"/>
                </a:lnTo>
                <a:lnTo>
                  <a:pt x="196872" y="175747"/>
                </a:lnTo>
                <a:lnTo>
                  <a:pt x="182127" y="128380"/>
                </a:lnTo>
                <a:lnTo>
                  <a:pt x="182179" y="73582"/>
                </a:lnTo>
                <a:lnTo>
                  <a:pt x="182478" y="57687"/>
                </a:lnTo>
                <a:lnTo>
                  <a:pt x="182584" y="54821"/>
                </a:lnTo>
                <a:lnTo>
                  <a:pt x="183153" y="42172"/>
                </a:lnTo>
                <a:lnTo>
                  <a:pt x="183234" y="40359"/>
                </a:lnTo>
                <a:lnTo>
                  <a:pt x="184101" y="32549"/>
                </a:lnTo>
                <a:lnTo>
                  <a:pt x="184158" y="32043"/>
                </a:lnTo>
                <a:lnTo>
                  <a:pt x="184270" y="31030"/>
                </a:lnTo>
                <a:lnTo>
                  <a:pt x="185848" y="23364"/>
                </a:lnTo>
                <a:lnTo>
                  <a:pt x="188913" y="17985"/>
                </a:lnTo>
                <a:lnTo>
                  <a:pt x="193461" y="14916"/>
                </a:lnTo>
                <a:lnTo>
                  <a:pt x="196493" y="12829"/>
                </a:lnTo>
                <a:lnTo>
                  <a:pt x="200661" y="11786"/>
                </a:lnTo>
                <a:lnTo>
                  <a:pt x="237813" y="11786"/>
                </a:lnTo>
                <a:lnTo>
                  <a:pt x="236767" y="10865"/>
                </a:lnTo>
                <a:lnTo>
                  <a:pt x="229506" y="6111"/>
                </a:lnTo>
                <a:lnTo>
                  <a:pt x="221981" y="2716"/>
                </a:lnTo>
                <a:lnTo>
                  <a:pt x="214195" y="679"/>
                </a:lnTo>
                <a:lnTo>
                  <a:pt x="206155" y="0"/>
                </a:lnTo>
                <a:close/>
              </a:path>
              <a:path w="267335" h="188595">
                <a:moveTo>
                  <a:pt x="237813" y="11786"/>
                </a:moveTo>
                <a:lnTo>
                  <a:pt x="212787" y="11786"/>
                </a:lnTo>
                <a:lnTo>
                  <a:pt x="217778" y="13197"/>
                </a:lnTo>
                <a:lnTo>
                  <a:pt x="220936" y="16021"/>
                </a:lnTo>
                <a:lnTo>
                  <a:pt x="230202" y="56835"/>
                </a:lnTo>
                <a:lnTo>
                  <a:pt x="230380" y="96498"/>
                </a:lnTo>
                <a:lnTo>
                  <a:pt x="230234" y="107283"/>
                </a:lnTo>
                <a:lnTo>
                  <a:pt x="230180" y="111231"/>
                </a:lnTo>
                <a:lnTo>
                  <a:pt x="230055" y="120484"/>
                </a:lnTo>
                <a:lnTo>
                  <a:pt x="229947" y="128380"/>
                </a:lnTo>
                <a:lnTo>
                  <a:pt x="229886" y="132927"/>
                </a:lnTo>
                <a:lnTo>
                  <a:pt x="229807" y="138670"/>
                </a:lnTo>
                <a:lnTo>
                  <a:pt x="229756" y="142446"/>
                </a:lnTo>
                <a:lnTo>
                  <a:pt x="229652" y="150088"/>
                </a:lnTo>
                <a:lnTo>
                  <a:pt x="213166" y="176791"/>
                </a:lnTo>
                <a:lnTo>
                  <a:pt x="238190" y="176791"/>
                </a:lnTo>
                <a:lnTo>
                  <a:pt x="262314" y="132927"/>
                </a:lnTo>
                <a:lnTo>
                  <a:pt x="266707" y="96498"/>
                </a:lnTo>
                <a:lnTo>
                  <a:pt x="266790" y="94288"/>
                </a:lnTo>
                <a:lnTo>
                  <a:pt x="266299" y="81984"/>
                </a:lnTo>
                <a:lnTo>
                  <a:pt x="266210" y="79751"/>
                </a:lnTo>
                <a:lnTo>
                  <a:pt x="264469" y="65790"/>
                </a:lnTo>
                <a:lnTo>
                  <a:pt x="248979" y="23364"/>
                </a:lnTo>
                <a:lnTo>
                  <a:pt x="243294" y="16614"/>
                </a:lnTo>
                <a:lnTo>
                  <a:pt x="237813" y="1178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0" name="object 330"/>
          <p:cNvSpPr/>
          <p:nvPr/>
        </p:nvSpPr>
        <p:spPr>
          <a:xfrm>
            <a:off x="4078958" y="6577374"/>
            <a:ext cx="267335" cy="188595"/>
          </a:xfrm>
          <a:custGeom>
            <a:avLst/>
            <a:gdLst/>
            <a:ahLst/>
            <a:cxnLst/>
            <a:rect l="l" t="t" r="r" b="b"/>
            <a:pathLst>
              <a:path w="267335" h="188595">
                <a:moveTo>
                  <a:pt x="62718" y="0"/>
                </a:moveTo>
                <a:lnTo>
                  <a:pt x="16769" y="13903"/>
                </a:lnTo>
                <a:lnTo>
                  <a:pt x="0" y="46039"/>
                </a:lnTo>
                <a:lnTo>
                  <a:pt x="0" y="55124"/>
                </a:lnTo>
                <a:lnTo>
                  <a:pt x="25669" y="87670"/>
                </a:lnTo>
                <a:lnTo>
                  <a:pt x="36192" y="94288"/>
                </a:lnTo>
                <a:lnTo>
                  <a:pt x="27132" y="99105"/>
                </a:lnTo>
                <a:lnTo>
                  <a:pt x="521" y="134118"/>
                </a:lnTo>
                <a:lnTo>
                  <a:pt x="0" y="141433"/>
                </a:lnTo>
                <a:lnTo>
                  <a:pt x="846" y="149904"/>
                </a:lnTo>
                <a:lnTo>
                  <a:pt x="23519" y="180859"/>
                </a:lnTo>
                <a:lnTo>
                  <a:pt x="57981" y="188577"/>
                </a:lnTo>
                <a:lnTo>
                  <a:pt x="70473" y="187719"/>
                </a:lnTo>
                <a:lnTo>
                  <a:pt x="71416" y="187719"/>
                </a:lnTo>
                <a:lnTo>
                  <a:pt x="84130" y="184779"/>
                </a:lnTo>
                <a:lnTo>
                  <a:pt x="94931" y="180031"/>
                </a:lnTo>
                <a:lnTo>
                  <a:pt x="99457" y="176791"/>
                </a:lnTo>
                <a:lnTo>
                  <a:pt x="57097" y="176791"/>
                </a:lnTo>
                <a:lnTo>
                  <a:pt x="52929" y="175532"/>
                </a:lnTo>
                <a:lnTo>
                  <a:pt x="44844" y="170499"/>
                </a:lnTo>
                <a:lnTo>
                  <a:pt x="41749" y="166416"/>
                </a:lnTo>
                <a:lnTo>
                  <a:pt x="37453" y="155122"/>
                </a:lnTo>
                <a:lnTo>
                  <a:pt x="36381" y="148124"/>
                </a:lnTo>
                <a:lnTo>
                  <a:pt x="36381" y="133268"/>
                </a:lnTo>
                <a:lnTo>
                  <a:pt x="36839" y="128484"/>
                </a:lnTo>
                <a:lnTo>
                  <a:pt x="36955" y="127275"/>
                </a:lnTo>
                <a:lnTo>
                  <a:pt x="36981" y="127007"/>
                </a:lnTo>
                <a:lnTo>
                  <a:pt x="47181" y="100550"/>
                </a:lnTo>
                <a:lnTo>
                  <a:pt x="106949" y="100550"/>
                </a:lnTo>
                <a:lnTo>
                  <a:pt x="102202" y="95669"/>
                </a:lnTo>
                <a:lnTo>
                  <a:pt x="94475" y="89017"/>
                </a:lnTo>
                <a:lnTo>
                  <a:pt x="85267" y="82134"/>
                </a:lnTo>
                <a:lnTo>
                  <a:pt x="93859" y="78053"/>
                </a:lnTo>
                <a:lnTo>
                  <a:pt x="96016" y="76793"/>
                </a:lnTo>
                <a:lnTo>
                  <a:pt x="74844" y="76793"/>
                </a:lnTo>
                <a:lnTo>
                  <a:pt x="63482" y="70515"/>
                </a:lnTo>
                <a:lnTo>
                  <a:pt x="36381" y="40269"/>
                </a:lnTo>
                <a:lnTo>
                  <a:pt x="36381" y="27623"/>
                </a:lnTo>
                <a:lnTo>
                  <a:pt x="38654" y="22374"/>
                </a:lnTo>
                <a:lnTo>
                  <a:pt x="47750" y="13903"/>
                </a:lnTo>
                <a:lnTo>
                  <a:pt x="53308" y="11786"/>
                </a:lnTo>
                <a:lnTo>
                  <a:pt x="105388" y="11786"/>
                </a:lnTo>
                <a:lnTo>
                  <a:pt x="97713" y="6888"/>
                </a:lnTo>
                <a:lnTo>
                  <a:pt x="87683" y="3061"/>
                </a:lnTo>
                <a:lnTo>
                  <a:pt x="76544" y="868"/>
                </a:lnTo>
                <a:lnTo>
                  <a:pt x="77818" y="868"/>
                </a:lnTo>
                <a:lnTo>
                  <a:pt x="62718" y="0"/>
                </a:lnTo>
                <a:close/>
              </a:path>
              <a:path w="267335" h="188595">
                <a:moveTo>
                  <a:pt x="106949" y="100550"/>
                </a:moveTo>
                <a:lnTo>
                  <a:pt x="47181" y="100550"/>
                </a:lnTo>
                <a:lnTo>
                  <a:pt x="64460" y="112336"/>
                </a:lnTo>
                <a:lnTo>
                  <a:pt x="76504" y="124490"/>
                </a:lnTo>
                <a:lnTo>
                  <a:pt x="83314" y="137013"/>
                </a:lnTo>
                <a:lnTo>
                  <a:pt x="84889" y="149904"/>
                </a:lnTo>
                <a:lnTo>
                  <a:pt x="84889" y="158252"/>
                </a:lnTo>
                <a:lnTo>
                  <a:pt x="82614" y="164820"/>
                </a:lnTo>
                <a:lnTo>
                  <a:pt x="73520" y="174397"/>
                </a:lnTo>
                <a:lnTo>
                  <a:pt x="67961" y="176791"/>
                </a:lnTo>
                <a:lnTo>
                  <a:pt x="99457" y="176791"/>
                </a:lnTo>
                <a:lnTo>
                  <a:pt x="121177" y="137013"/>
                </a:lnTo>
                <a:lnTo>
                  <a:pt x="121269" y="136092"/>
                </a:lnTo>
                <a:lnTo>
                  <a:pt x="108449" y="102092"/>
                </a:lnTo>
                <a:lnTo>
                  <a:pt x="106949" y="100550"/>
                </a:lnTo>
                <a:close/>
              </a:path>
              <a:path w="267335" h="188595">
                <a:moveTo>
                  <a:pt x="105388" y="11786"/>
                </a:moveTo>
                <a:lnTo>
                  <a:pt x="67077" y="11786"/>
                </a:lnTo>
                <a:lnTo>
                  <a:pt x="72698" y="14057"/>
                </a:lnTo>
                <a:lnTo>
                  <a:pt x="76795" y="18674"/>
                </a:lnTo>
                <a:lnTo>
                  <a:pt x="80306" y="23606"/>
                </a:lnTo>
                <a:lnTo>
                  <a:pt x="82852" y="29603"/>
                </a:lnTo>
                <a:lnTo>
                  <a:pt x="84380" y="36589"/>
                </a:lnTo>
                <a:lnTo>
                  <a:pt x="84889" y="44565"/>
                </a:lnTo>
                <a:lnTo>
                  <a:pt x="84889" y="50950"/>
                </a:lnTo>
                <a:lnTo>
                  <a:pt x="84066" y="56843"/>
                </a:lnTo>
                <a:lnTo>
                  <a:pt x="80782" y="67647"/>
                </a:lnTo>
                <a:lnTo>
                  <a:pt x="78257" y="72496"/>
                </a:lnTo>
                <a:lnTo>
                  <a:pt x="74844" y="76793"/>
                </a:lnTo>
                <a:lnTo>
                  <a:pt x="96016" y="76793"/>
                </a:lnTo>
                <a:lnTo>
                  <a:pt x="121269" y="50213"/>
                </a:lnTo>
                <a:lnTo>
                  <a:pt x="121269" y="41619"/>
                </a:lnTo>
                <a:lnTo>
                  <a:pt x="120322" y="33361"/>
                </a:lnTo>
                <a:lnTo>
                  <a:pt x="117480" y="25713"/>
                </a:lnTo>
                <a:lnTo>
                  <a:pt x="112742" y="18674"/>
                </a:lnTo>
                <a:lnTo>
                  <a:pt x="106109" y="12246"/>
                </a:lnTo>
                <a:lnTo>
                  <a:pt x="105388" y="11786"/>
                </a:lnTo>
                <a:close/>
              </a:path>
              <a:path w="267335" h="188595">
                <a:moveTo>
                  <a:pt x="254665" y="141433"/>
                </a:moveTo>
                <a:lnTo>
                  <a:pt x="218285" y="141433"/>
                </a:lnTo>
                <a:lnTo>
                  <a:pt x="218285" y="188577"/>
                </a:lnTo>
                <a:lnTo>
                  <a:pt x="254665" y="188577"/>
                </a:lnTo>
                <a:lnTo>
                  <a:pt x="254665" y="141433"/>
                </a:lnTo>
                <a:close/>
              </a:path>
              <a:path w="267335" h="188595">
                <a:moveTo>
                  <a:pt x="254665" y="0"/>
                </a:moveTo>
                <a:lnTo>
                  <a:pt x="238370" y="0"/>
                </a:lnTo>
                <a:lnTo>
                  <a:pt x="145521" y="117860"/>
                </a:lnTo>
                <a:lnTo>
                  <a:pt x="145521" y="141433"/>
                </a:lnTo>
                <a:lnTo>
                  <a:pt x="266791" y="141433"/>
                </a:lnTo>
                <a:lnTo>
                  <a:pt x="266791" y="117860"/>
                </a:lnTo>
                <a:lnTo>
                  <a:pt x="157650" y="117860"/>
                </a:lnTo>
                <a:lnTo>
                  <a:pt x="218285" y="41067"/>
                </a:lnTo>
                <a:lnTo>
                  <a:pt x="254665" y="41067"/>
                </a:lnTo>
                <a:lnTo>
                  <a:pt x="254665" y="0"/>
                </a:lnTo>
                <a:close/>
              </a:path>
              <a:path w="267335" h="188595">
                <a:moveTo>
                  <a:pt x="254665" y="41067"/>
                </a:moveTo>
                <a:lnTo>
                  <a:pt x="218285" y="41067"/>
                </a:lnTo>
                <a:lnTo>
                  <a:pt x="218285" y="117860"/>
                </a:lnTo>
                <a:lnTo>
                  <a:pt x="254665" y="117860"/>
                </a:lnTo>
                <a:lnTo>
                  <a:pt x="254665" y="4106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1" name="object 331"/>
          <p:cNvSpPr/>
          <p:nvPr/>
        </p:nvSpPr>
        <p:spPr>
          <a:xfrm>
            <a:off x="4612542" y="6577374"/>
            <a:ext cx="267335" cy="188595"/>
          </a:xfrm>
          <a:custGeom>
            <a:avLst/>
            <a:gdLst/>
            <a:ahLst/>
            <a:cxnLst/>
            <a:rect l="l" t="t" r="r" b="b"/>
            <a:pathLst>
              <a:path w="267335" h="188595">
                <a:moveTo>
                  <a:pt x="62717" y="0"/>
                </a:moveTo>
                <a:lnTo>
                  <a:pt x="16769" y="13903"/>
                </a:lnTo>
                <a:lnTo>
                  <a:pt x="0" y="46039"/>
                </a:lnTo>
                <a:lnTo>
                  <a:pt x="0" y="55124"/>
                </a:lnTo>
                <a:lnTo>
                  <a:pt x="25667" y="87670"/>
                </a:lnTo>
                <a:lnTo>
                  <a:pt x="36189" y="94288"/>
                </a:lnTo>
                <a:lnTo>
                  <a:pt x="27130" y="99105"/>
                </a:lnTo>
                <a:lnTo>
                  <a:pt x="2193" y="127007"/>
                </a:lnTo>
                <a:lnTo>
                  <a:pt x="2084" y="127275"/>
                </a:lnTo>
                <a:lnTo>
                  <a:pt x="521" y="134118"/>
                </a:lnTo>
                <a:lnTo>
                  <a:pt x="0" y="141433"/>
                </a:lnTo>
                <a:lnTo>
                  <a:pt x="846" y="149904"/>
                </a:lnTo>
                <a:lnTo>
                  <a:pt x="23518" y="180859"/>
                </a:lnTo>
                <a:lnTo>
                  <a:pt x="57980" y="188577"/>
                </a:lnTo>
                <a:lnTo>
                  <a:pt x="70472" y="187719"/>
                </a:lnTo>
                <a:lnTo>
                  <a:pt x="71415" y="187719"/>
                </a:lnTo>
                <a:lnTo>
                  <a:pt x="84129" y="184779"/>
                </a:lnTo>
                <a:lnTo>
                  <a:pt x="94930" y="180031"/>
                </a:lnTo>
                <a:lnTo>
                  <a:pt x="99456" y="176791"/>
                </a:lnTo>
                <a:lnTo>
                  <a:pt x="57096" y="176791"/>
                </a:lnTo>
                <a:lnTo>
                  <a:pt x="52927" y="175532"/>
                </a:lnTo>
                <a:lnTo>
                  <a:pt x="44843" y="170499"/>
                </a:lnTo>
                <a:lnTo>
                  <a:pt x="41748" y="166416"/>
                </a:lnTo>
                <a:lnTo>
                  <a:pt x="37453" y="155122"/>
                </a:lnTo>
                <a:lnTo>
                  <a:pt x="36379" y="148124"/>
                </a:lnTo>
                <a:lnTo>
                  <a:pt x="36379" y="133268"/>
                </a:lnTo>
                <a:lnTo>
                  <a:pt x="36838" y="128484"/>
                </a:lnTo>
                <a:lnTo>
                  <a:pt x="36954" y="127275"/>
                </a:lnTo>
                <a:lnTo>
                  <a:pt x="47180" y="100550"/>
                </a:lnTo>
                <a:lnTo>
                  <a:pt x="106948" y="100550"/>
                </a:lnTo>
                <a:lnTo>
                  <a:pt x="102201" y="95669"/>
                </a:lnTo>
                <a:lnTo>
                  <a:pt x="94474" y="89017"/>
                </a:lnTo>
                <a:lnTo>
                  <a:pt x="85266" y="82134"/>
                </a:lnTo>
                <a:lnTo>
                  <a:pt x="93858" y="78053"/>
                </a:lnTo>
                <a:lnTo>
                  <a:pt x="96015" y="76793"/>
                </a:lnTo>
                <a:lnTo>
                  <a:pt x="74844" y="76793"/>
                </a:lnTo>
                <a:lnTo>
                  <a:pt x="63482" y="70515"/>
                </a:lnTo>
                <a:lnTo>
                  <a:pt x="36379" y="40269"/>
                </a:lnTo>
                <a:lnTo>
                  <a:pt x="36379" y="27623"/>
                </a:lnTo>
                <a:lnTo>
                  <a:pt x="38653" y="22374"/>
                </a:lnTo>
                <a:lnTo>
                  <a:pt x="47749" y="13903"/>
                </a:lnTo>
                <a:lnTo>
                  <a:pt x="53306" y="11786"/>
                </a:lnTo>
                <a:lnTo>
                  <a:pt x="105388" y="11786"/>
                </a:lnTo>
                <a:lnTo>
                  <a:pt x="97712" y="6888"/>
                </a:lnTo>
                <a:lnTo>
                  <a:pt x="87682" y="3061"/>
                </a:lnTo>
                <a:lnTo>
                  <a:pt x="76543" y="868"/>
                </a:lnTo>
                <a:lnTo>
                  <a:pt x="77817" y="868"/>
                </a:lnTo>
                <a:lnTo>
                  <a:pt x="62717" y="0"/>
                </a:lnTo>
                <a:close/>
              </a:path>
              <a:path w="267335" h="188595">
                <a:moveTo>
                  <a:pt x="106948" y="100550"/>
                </a:moveTo>
                <a:lnTo>
                  <a:pt x="47180" y="100550"/>
                </a:lnTo>
                <a:lnTo>
                  <a:pt x="64458" y="112336"/>
                </a:lnTo>
                <a:lnTo>
                  <a:pt x="76502" y="124490"/>
                </a:lnTo>
                <a:lnTo>
                  <a:pt x="83311" y="137013"/>
                </a:lnTo>
                <a:lnTo>
                  <a:pt x="84886" y="149904"/>
                </a:lnTo>
                <a:lnTo>
                  <a:pt x="84886" y="158252"/>
                </a:lnTo>
                <a:lnTo>
                  <a:pt x="82613" y="164820"/>
                </a:lnTo>
                <a:lnTo>
                  <a:pt x="73517" y="174397"/>
                </a:lnTo>
                <a:lnTo>
                  <a:pt x="67960" y="176791"/>
                </a:lnTo>
                <a:lnTo>
                  <a:pt x="99456" y="176791"/>
                </a:lnTo>
                <a:lnTo>
                  <a:pt x="121176" y="137013"/>
                </a:lnTo>
                <a:lnTo>
                  <a:pt x="121268" y="136092"/>
                </a:lnTo>
                <a:lnTo>
                  <a:pt x="108448" y="102092"/>
                </a:lnTo>
                <a:lnTo>
                  <a:pt x="106948" y="100550"/>
                </a:lnTo>
                <a:close/>
              </a:path>
              <a:path w="267335" h="188595">
                <a:moveTo>
                  <a:pt x="105388" y="11786"/>
                </a:moveTo>
                <a:lnTo>
                  <a:pt x="67076" y="11786"/>
                </a:lnTo>
                <a:lnTo>
                  <a:pt x="72697" y="14057"/>
                </a:lnTo>
                <a:lnTo>
                  <a:pt x="76793" y="18674"/>
                </a:lnTo>
                <a:lnTo>
                  <a:pt x="80304" y="23606"/>
                </a:lnTo>
                <a:lnTo>
                  <a:pt x="82850" y="29603"/>
                </a:lnTo>
                <a:lnTo>
                  <a:pt x="84377" y="36589"/>
                </a:lnTo>
                <a:lnTo>
                  <a:pt x="84886" y="44565"/>
                </a:lnTo>
                <a:lnTo>
                  <a:pt x="84886" y="50950"/>
                </a:lnTo>
                <a:lnTo>
                  <a:pt x="84066" y="56843"/>
                </a:lnTo>
                <a:lnTo>
                  <a:pt x="80782" y="67647"/>
                </a:lnTo>
                <a:lnTo>
                  <a:pt x="78254" y="72496"/>
                </a:lnTo>
                <a:lnTo>
                  <a:pt x="74844" y="76793"/>
                </a:lnTo>
                <a:lnTo>
                  <a:pt x="96015" y="76793"/>
                </a:lnTo>
                <a:lnTo>
                  <a:pt x="121268" y="50213"/>
                </a:lnTo>
                <a:lnTo>
                  <a:pt x="121268" y="41619"/>
                </a:lnTo>
                <a:lnTo>
                  <a:pt x="120321" y="33361"/>
                </a:lnTo>
                <a:lnTo>
                  <a:pt x="117478" y="25713"/>
                </a:lnTo>
                <a:lnTo>
                  <a:pt x="112741" y="18674"/>
                </a:lnTo>
                <a:lnTo>
                  <a:pt x="106109" y="12246"/>
                </a:lnTo>
                <a:lnTo>
                  <a:pt x="105388" y="11786"/>
                </a:lnTo>
                <a:close/>
              </a:path>
              <a:path w="267335" h="188595">
                <a:moveTo>
                  <a:pt x="208240" y="0"/>
                </a:moveTo>
                <a:lnTo>
                  <a:pt x="162290" y="13903"/>
                </a:lnTo>
                <a:lnTo>
                  <a:pt x="145521" y="46039"/>
                </a:lnTo>
                <a:lnTo>
                  <a:pt x="145521" y="55124"/>
                </a:lnTo>
                <a:lnTo>
                  <a:pt x="171190" y="87670"/>
                </a:lnTo>
                <a:lnTo>
                  <a:pt x="181712" y="94288"/>
                </a:lnTo>
                <a:lnTo>
                  <a:pt x="172653" y="99105"/>
                </a:lnTo>
                <a:lnTo>
                  <a:pt x="146042" y="134118"/>
                </a:lnTo>
                <a:lnTo>
                  <a:pt x="145521" y="141433"/>
                </a:lnTo>
                <a:lnTo>
                  <a:pt x="146368" y="149904"/>
                </a:lnTo>
                <a:lnTo>
                  <a:pt x="169041" y="180859"/>
                </a:lnTo>
                <a:lnTo>
                  <a:pt x="203503" y="188577"/>
                </a:lnTo>
                <a:lnTo>
                  <a:pt x="215994" y="187719"/>
                </a:lnTo>
                <a:lnTo>
                  <a:pt x="216937" y="187719"/>
                </a:lnTo>
                <a:lnTo>
                  <a:pt x="229651" y="184779"/>
                </a:lnTo>
                <a:lnTo>
                  <a:pt x="240452" y="180031"/>
                </a:lnTo>
                <a:lnTo>
                  <a:pt x="244977" y="176791"/>
                </a:lnTo>
                <a:lnTo>
                  <a:pt x="202619" y="176791"/>
                </a:lnTo>
                <a:lnTo>
                  <a:pt x="198450" y="175532"/>
                </a:lnTo>
                <a:lnTo>
                  <a:pt x="190365" y="170499"/>
                </a:lnTo>
                <a:lnTo>
                  <a:pt x="187271" y="166416"/>
                </a:lnTo>
                <a:lnTo>
                  <a:pt x="182976" y="155122"/>
                </a:lnTo>
                <a:lnTo>
                  <a:pt x="181903" y="148124"/>
                </a:lnTo>
                <a:lnTo>
                  <a:pt x="181903" y="133268"/>
                </a:lnTo>
                <a:lnTo>
                  <a:pt x="182361" y="128484"/>
                </a:lnTo>
                <a:lnTo>
                  <a:pt x="182477" y="127275"/>
                </a:lnTo>
                <a:lnTo>
                  <a:pt x="182502" y="127007"/>
                </a:lnTo>
                <a:lnTo>
                  <a:pt x="192703" y="100550"/>
                </a:lnTo>
                <a:lnTo>
                  <a:pt x="252470" y="100550"/>
                </a:lnTo>
                <a:lnTo>
                  <a:pt x="247724" y="95669"/>
                </a:lnTo>
                <a:lnTo>
                  <a:pt x="239997" y="89017"/>
                </a:lnTo>
                <a:lnTo>
                  <a:pt x="230789" y="82134"/>
                </a:lnTo>
                <a:lnTo>
                  <a:pt x="239381" y="78053"/>
                </a:lnTo>
                <a:lnTo>
                  <a:pt x="241537" y="76793"/>
                </a:lnTo>
                <a:lnTo>
                  <a:pt x="220367" y="76793"/>
                </a:lnTo>
                <a:lnTo>
                  <a:pt x="209004" y="70515"/>
                </a:lnTo>
                <a:lnTo>
                  <a:pt x="181903" y="40269"/>
                </a:lnTo>
                <a:lnTo>
                  <a:pt x="181903" y="27623"/>
                </a:lnTo>
                <a:lnTo>
                  <a:pt x="184176" y="22374"/>
                </a:lnTo>
                <a:lnTo>
                  <a:pt x="193272" y="13903"/>
                </a:lnTo>
                <a:lnTo>
                  <a:pt x="198829" y="11786"/>
                </a:lnTo>
                <a:lnTo>
                  <a:pt x="250910" y="11786"/>
                </a:lnTo>
                <a:lnTo>
                  <a:pt x="243235" y="6888"/>
                </a:lnTo>
                <a:lnTo>
                  <a:pt x="233205" y="3061"/>
                </a:lnTo>
                <a:lnTo>
                  <a:pt x="222066" y="868"/>
                </a:lnTo>
                <a:lnTo>
                  <a:pt x="223340" y="868"/>
                </a:lnTo>
                <a:lnTo>
                  <a:pt x="208240" y="0"/>
                </a:lnTo>
                <a:close/>
              </a:path>
              <a:path w="267335" h="188595">
                <a:moveTo>
                  <a:pt x="252470" y="100550"/>
                </a:moveTo>
                <a:lnTo>
                  <a:pt x="192703" y="100550"/>
                </a:lnTo>
                <a:lnTo>
                  <a:pt x="209981" y="112336"/>
                </a:lnTo>
                <a:lnTo>
                  <a:pt x="222025" y="124490"/>
                </a:lnTo>
                <a:lnTo>
                  <a:pt x="228834" y="137013"/>
                </a:lnTo>
                <a:lnTo>
                  <a:pt x="230409" y="149904"/>
                </a:lnTo>
                <a:lnTo>
                  <a:pt x="230409" y="158252"/>
                </a:lnTo>
                <a:lnTo>
                  <a:pt x="228136" y="164820"/>
                </a:lnTo>
                <a:lnTo>
                  <a:pt x="219040" y="174397"/>
                </a:lnTo>
                <a:lnTo>
                  <a:pt x="213483" y="176791"/>
                </a:lnTo>
                <a:lnTo>
                  <a:pt x="244977" y="176791"/>
                </a:lnTo>
                <a:lnTo>
                  <a:pt x="266698" y="137013"/>
                </a:lnTo>
                <a:lnTo>
                  <a:pt x="266791" y="136092"/>
                </a:lnTo>
                <a:lnTo>
                  <a:pt x="266288" y="128484"/>
                </a:lnTo>
                <a:lnTo>
                  <a:pt x="264778" y="121313"/>
                </a:lnTo>
                <a:lnTo>
                  <a:pt x="262261" y="114580"/>
                </a:lnTo>
                <a:lnTo>
                  <a:pt x="258737" y="108284"/>
                </a:lnTo>
                <a:lnTo>
                  <a:pt x="253970" y="102092"/>
                </a:lnTo>
                <a:lnTo>
                  <a:pt x="252470" y="100550"/>
                </a:lnTo>
                <a:close/>
              </a:path>
              <a:path w="267335" h="188595">
                <a:moveTo>
                  <a:pt x="250910" y="11786"/>
                </a:moveTo>
                <a:lnTo>
                  <a:pt x="212599" y="11786"/>
                </a:lnTo>
                <a:lnTo>
                  <a:pt x="218220" y="14057"/>
                </a:lnTo>
                <a:lnTo>
                  <a:pt x="222316" y="18674"/>
                </a:lnTo>
                <a:lnTo>
                  <a:pt x="225826" y="23606"/>
                </a:lnTo>
                <a:lnTo>
                  <a:pt x="228372" y="29603"/>
                </a:lnTo>
                <a:lnTo>
                  <a:pt x="229900" y="36589"/>
                </a:lnTo>
                <a:lnTo>
                  <a:pt x="230409" y="44565"/>
                </a:lnTo>
                <a:lnTo>
                  <a:pt x="230409" y="50950"/>
                </a:lnTo>
                <a:lnTo>
                  <a:pt x="229588" y="56843"/>
                </a:lnTo>
                <a:lnTo>
                  <a:pt x="226303" y="67647"/>
                </a:lnTo>
                <a:lnTo>
                  <a:pt x="223777" y="72496"/>
                </a:lnTo>
                <a:lnTo>
                  <a:pt x="220367" y="76793"/>
                </a:lnTo>
                <a:lnTo>
                  <a:pt x="241537" y="76793"/>
                </a:lnTo>
                <a:lnTo>
                  <a:pt x="266791" y="50213"/>
                </a:lnTo>
                <a:lnTo>
                  <a:pt x="266791" y="41619"/>
                </a:lnTo>
                <a:lnTo>
                  <a:pt x="265843" y="33361"/>
                </a:lnTo>
                <a:lnTo>
                  <a:pt x="263000" y="25713"/>
                </a:lnTo>
                <a:lnTo>
                  <a:pt x="258263" y="18674"/>
                </a:lnTo>
                <a:lnTo>
                  <a:pt x="251631" y="12246"/>
                </a:lnTo>
                <a:lnTo>
                  <a:pt x="250910" y="1178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2" name="object 332"/>
          <p:cNvSpPr/>
          <p:nvPr/>
        </p:nvSpPr>
        <p:spPr>
          <a:xfrm>
            <a:off x="5158251" y="6577374"/>
            <a:ext cx="255270" cy="188595"/>
          </a:xfrm>
          <a:custGeom>
            <a:avLst/>
            <a:gdLst/>
            <a:ahLst/>
            <a:cxnLst/>
            <a:rect l="l" t="t" r="r" b="b"/>
            <a:pathLst>
              <a:path w="255270" h="188595">
                <a:moveTo>
                  <a:pt x="114877" y="111599"/>
                </a:moveTo>
                <a:lnTo>
                  <a:pt x="82235" y="111599"/>
                </a:lnTo>
                <a:lnTo>
                  <a:pt x="79873" y="119823"/>
                </a:lnTo>
                <a:lnTo>
                  <a:pt x="76764" y="127552"/>
                </a:lnTo>
                <a:lnTo>
                  <a:pt x="49443" y="158669"/>
                </a:lnTo>
                <a:lnTo>
                  <a:pt x="11754" y="174224"/>
                </a:lnTo>
                <a:lnTo>
                  <a:pt x="0" y="176791"/>
                </a:lnTo>
                <a:lnTo>
                  <a:pt x="0" y="188577"/>
                </a:lnTo>
                <a:lnTo>
                  <a:pt x="51088" y="178460"/>
                </a:lnTo>
                <a:lnTo>
                  <a:pt x="89815" y="153034"/>
                </a:lnTo>
                <a:lnTo>
                  <a:pt x="113382" y="116226"/>
                </a:lnTo>
                <a:lnTo>
                  <a:pt x="114877" y="111599"/>
                </a:lnTo>
                <a:close/>
              </a:path>
              <a:path w="255270" h="188595">
                <a:moveTo>
                  <a:pt x="58740" y="0"/>
                </a:moveTo>
                <a:lnTo>
                  <a:pt x="50192" y="569"/>
                </a:lnTo>
                <a:lnTo>
                  <a:pt x="50832" y="569"/>
                </a:lnTo>
                <a:lnTo>
                  <a:pt x="43699" y="2025"/>
                </a:lnTo>
                <a:lnTo>
                  <a:pt x="11777" y="23934"/>
                </a:lnTo>
                <a:lnTo>
                  <a:pt x="0" y="63165"/>
                </a:lnTo>
                <a:lnTo>
                  <a:pt x="898" y="74583"/>
                </a:lnTo>
                <a:lnTo>
                  <a:pt x="23212" y="109625"/>
                </a:lnTo>
                <a:lnTo>
                  <a:pt x="53055" y="117860"/>
                </a:lnTo>
                <a:lnTo>
                  <a:pt x="57856" y="117860"/>
                </a:lnTo>
                <a:lnTo>
                  <a:pt x="62402" y="117400"/>
                </a:lnTo>
                <a:lnTo>
                  <a:pt x="70993" y="115558"/>
                </a:lnTo>
                <a:lnTo>
                  <a:pt x="76173" y="113931"/>
                </a:lnTo>
                <a:lnTo>
                  <a:pt x="82235" y="111599"/>
                </a:lnTo>
                <a:lnTo>
                  <a:pt x="114877" y="111599"/>
                </a:lnTo>
                <a:lnTo>
                  <a:pt x="116663" y="106074"/>
                </a:lnTo>
                <a:lnTo>
                  <a:pt x="59055" y="106074"/>
                </a:lnTo>
                <a:lnTo>
                  <a:pt x="52691" y="103220"/>
                </a:lnTo>
                <a:lnTo>
                  <a:pt x="52563" y="103220"/>
                </a:lnTo>
                <a:lnTo>
                  <a:pt x="47560" y="97235"/>
                </a:lnTo>
                <a:lnTo>
                  <a:pt x="36380" y="46960"/>
                </a:lnTo>
                <a:lnTo>
                  <a:pt x="36727" y="38356"/>
                </a:lnTo>
                <a:lnTo>
                  <a:pt x="50149" y="11786"/>
                </a:lnTo>
                <a:lnTo>
                  <a:pt x="93158" y="11786"/>
                </a:lnTo>
                <a:lnTo>
                  <a:pt x="89529" y="9115"/>
                </a:lnTo>
                <a:lnTo>
                  <a:pt x="82170" y="5127"/>
                </a:lnTo>
                <a:lnTo>
                  <a:pt x="74585" y="2278"/>
                </a:lnTo>
                <a:lnTo>
                  <a:pt x="66775" y="569"/>
                </a:lnTo>
                <a:lnTo>
                  <a:pt x="58740" y="0"/>
                </a:lnTo>
                <a:close/>
              </a:path>
              <a:path w="255270" h="188595">
                <a:moveTo>
                  <a:pt x="93158" y="11786"/>
                </a:moveTo>
                <a:lnTo>
                  <a:pt x="60003" y="11786"/>
                </a:lnTo>
                <a:lnTo>
                  <a:pt x="63539" y="12768"/>
                </a:lnTo>
                <a:lnTo>
                  <a:pt x="66319" y="14732"/>
                </a:lnTo>
                <a:lnTo>
                  <a:pt x="83183" y="52945"/>
                </a:lnTo>
                <a:lnTo>
                  <a:pt x="84334" y="63165"/>
                </a:lnTo>
                <a:lnTo>
                  <a:pt x="84403" y="63775"/>
                </a:lnTo>
                <a:lnTo>
                  <a:pt x="84461" y="64293"/>
                </a:lnTo>
                <a:lnTo>
                  <a:pt x="84834" y="74583"/>
                </a:lnTo>
                <a:lnTo>
                  <a:pt x="84888" y="102023"/>
                </a:lnTo>
                <a:lnTo>
                  <a:pt x="77688" y="104724"/>
                </a:lnTo>
                <a:lnTo>
                  <a:pt x="71813" y="106074"/>
                </a:lnTo>
                <a:lnTo>
                  <a:pt x="116663" y="106074"/>
                </a:lnTo>
                <a:lnTo>
                  <a:pt x="121269" y="74583"/>
                </a:lnTo>
                <a:lnTo>
                  <a:pt x="120749" y="64293"/>
                </a:lnTo>
                <a:lnTo>
                  <a:pt x="107970" y="27347"/>
                </a:lnTo>
                <a:lnTo>
                  <a:pt x="96411" y="14180"/>
                </a:lnTo>
                <a:lnTo>
                  <a:pt x="93158" y="11786"/>
                </a:lnTo>
                <a:close/>
              </a:path>
              <a:path w="255270" h="188595">
                <a:moveTo>
                  <a:pt x="241371" y="35358"/>
                </a:moveTo>
                <a:lnTo>
                  <a:pt x="186135" y="35358"/>
                </a:lnTo>
                <a:lnTo>
                  <a:pt x="192735" y="38458"/>
                </a:lnTo>
                <a:lnTo>
                  <a:pt x="203473" y="50858"/>
                </a:lnTo>
                <a:lnTo>
                  <a:pt x="206157" y="58623"/>
                </a:lnTo>
                <a:lnTo>
                  <a:pt x="206157" y="67954"/>
                </a:lnTo>
                <a:lnTo>
                  <a:pt x="194030" y="107271"/>
                </a:lnTo>
                <a:lnTo>
                  <a:pt x="155376" y="158910"/>
                </a:lnTo>
                <a:lnTo>
                  <a:pt x="133396" y="185630"/>
                </a:lnTo>
                <a:lnTo>
                  <a:pt x="133396" y="188577"/>
                </a:lnTo>
                <a:lnTo>
                  <a:pt x="241021" y="188577"/>
                </a:lnTo>
                <a:lnTo>
                  <a:pt x="251254" y="153219"/>
                </a:lnTo>
                <a:lnTo>
                  <a:pt x="179061" y="153219"/>
                </a:lnTo>
                <a:lnTo>
                  <a:pt x="198163" y="131891"/>
                </a:lnTo>
                <a:lnTo>
                  <a:pt x="225353" y="96625"/>
                </a:lnTo>
                <a:lnTo>
                  <a:pt x="241956" y="55063"/>
                </a:lnTo>
                <a:lnTo>
                  <a:pt x="242538" y="39225"/>
                </a:lnTo>
                <a:lnTo>
                  <a:pt x="241371" y="35358"/>
                </a:lnTo>
                <a:close/>
              </a:path>
              <a:path w="255270" h="188595">
                <a:moveTo>
                  <a:pt x="254665" y="141433"/>
                </a:moveTo>
                <a:lnTo>
                  <a:pt x="247653" y="141433"/>
                </a:lnTo>
                <a:lnTo>
                  <a:pt x="244749" y="145607"/>
                </a:lnTo>
                <a:lnTo>
                  <a:pt x="242411" y="148338"/>
                </a:lnTo>
                <a:lnTo>
                  <a:pt x="238875" y="150917"/>
                </a:lnTo>
                <a:lnTo>
                  <a:pt x="236632" y="151838"/>
                </a:lnTo>
                <a:lnTo>
                  <a:pt x="231200" y="152942"/>
                </a:lnTo>
                <a:lnTo>
                  <a:pt x="225295" y="153219"/>
                </a:lnTo>
                <a:lnTo>
                  <a:pt x="251254" y="153219"/>
                </a:lnTo>
                <a:lnTo>
                  <a:pt x="254665" y="141433"/>
                </a:lnTo>
                <a:close/>
              </a:path>
              <a:path w="255270" h="188595">
                <a:moveTo>
                  <a:pt x="192893" y="0"/>
                </a:moveTo>
                <a:lnTo>
                  <a:pt x="151734" y="21085"/>
                </a:lnTo>
                <a:lnTo>
                  <a:pt x="136616" y="55063"/>
                </a:lnTo>
                <a:lnTo>
                  <a:pt x="148744" y="56904"/>
                </a:lnTo>
                <a:lnTo>
                  <a:pt x="154570" y="47478"/>
                </a:lnTo>
                <a:lnTo>
                  <a:pt x="161439" y="40744"/>
                </a:lnTo>
                <a:lnTo>
                  <a:pt x="169350" y="36704"/>
                </a:lnTo>
                <a:lnTo>
                  <a:pt x="178302" y="35358"/>
                </a:lnTo>
                <a:lnTo>
                  <a:pt x="241371" y="35358"/>
                </a:lnTo>
                <a:lnTo>
                  <a:pt x="240390" y="32104"/>
                </a:lnTo>
                <a:lnTo>
                  <a:pt x="212309" y="3677"/>
                </a:lnTo>
                <a:lnTo>
                  <a:pt x="199661" y="408"/>
                </a:lnTo>
                <a:lnTo>
                  <a:pt x="19289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3" name="object 333"/>
          <p:cNvSpPr/>
          <p:nvPr/>
        </p:nvSpPr>
        <p:spPr>
          <a:xfrm>
            <a:off x="5691832" y="6577374"/>
            <a:ext cx="267335" cy="188595"/>
          </a:xfrm>
          <a:custGeom>
            <a:avLst/>
            <a:gdLst/>
            <a:ahLst/>
            <a:cxnLst/>
            <a:rect l="l" t="t" r="r" b="b"/>
            <a:pathLst>
              <a:path w="267335" h="188595">
                <a:moveTo>
                  <a:pt x="114877" y="111599"/>
                </a:moveTo>
                <a:lnTo>
                  <a:pt x="82237" y="111599"/>
                </a:lnTo>
                <a:lnTo>
                  <a:pt x="79874" y="119823"/>
                </a:lnTo>
                <a:lnTo>
                  <a:pt x="76765" y="127552"/>
                </a:lnTo>
                <a:lnTo>
                  <a:pt x="49444" y="158669"/>
                </a:lnTo>
                <a:lnTo>
                  <a:pt x="11754" y="174224"/>
                </a:lnTo>
                <a:lnTo>
                  <a:pt x="0" y="176791"/>
                </a:lnTo>
                <a:lnTo>
                  <a:pt x="0" y="188577"/>
                </a:lnTo>
                <a:lnTo>
                  <a:pt x="51091" y="178460"/>
                </a:lnTo>
                <a:lnTo>
                  <a:pt x="89816" y="153034"/>
                </a:lnTo>
                <a:lnTo>
                  <a:pt x="113382" y="116226"/>
                </a:lnTo>
                <a:lnTo>
                  <a:pt x="114877" y="111599"/>
                </a:lnTo>
                <a:close/>
              </a:path>
              <a:path w="267335" h="188595">
                <a:moveTo>
                  <a:pt x="58740" y="0"/>
                </a:moveTo>
                <a:lnTo>
                  <a:pt x="50193" y="569"/>
                </a:lnTo>
                <a:lnTo>
                  <a:pt x="50833" y="569"/>
                </a:lnTo>
                <a:lnTo>
                  <a:pt x="43701" y="2025"/>
                </a:lnTo>
                <a:lnTo>
                  <a:pt x="11778" y="23934"/>
                </a:lnTo>
                <a:lnTo>
                  <a:pt x="0" y="63165"/>
                </a:lnTo>
                <a:lnTo>
                  <a:pt x="899" y="74583"/>
                </a:lnTo>
                <a:lnTo>
                  <a:pt x="947" y="75199"/>
                </a:lnTo>
                <a:lnTo>
                  <a:pt x="23213" y="109625"/>
                </a:lnTo>
                <a:lnTo>
                  <a:pt x="53056" y="117860"/>
                </a:lnTo>
                <a:lnTo>
                  <a:pt x="57856" y="117860"/>
                </a:lnTo>
                <a:lnTo>
                  <a:pt x="62403" y="117400"/>
                </a:lnTo>
                <a:lnTo>
                  <a:pt x="70995" y="115558"/>
                </a:lnTo>
                <a:lnTo>
                  <a:pt x="76174" y="113931"/>
                </a:lnTo>
                <a:lnTo>
                  <a:pt x="82237" y="111599"/>
                </a:lnTo>
                <a:lnTo>
                  <a:pt x="114877" y="111599"/>
                </a:lnTo>
                <a:lnTo>
                  <a:pt x="116663" y="106074"/>
                </a:lnTo>
                <a:lnTo>
                  <a:pt x="59057" y="106074"/>
                </a:lnTo>
                <a:lnTo>
                  <a:pt x="52693" y="103220"/>
                </a:lnTo>
                <a:lnTo>
                  <a:pt x="52564" y="103220"/>
                </a:lnTo>
                <a:lnTo>
                  <a:pt x="47561" y="97235"/>
                </a:lnTo>
                <a:lnTo>
                  <a:pt x="36381" y="46960"/>
                </a:lnTo>
                <a:lnTo>
                  <a:pt x="36728" y="38356"/>
                </a:lnTo>
                <a:lnTo>
                  <a:pt x="50152" y="11786"/>
                </a:lnTo>
                <a:lnTo>
                  <a:pt x="93160" y="11786"/>
                </a:lnTo>
                <a:lnTo>
                  <a:pt x="89532" y="9115"/>
                </a:lnTo>
                <a:lnTo>
                  <a:pt x="82172" y="5127"/>
                </a:lnTo>
                <a:lnTo>
                  <a:pt x="74586" y="2278"/>
                </a:lnTo>
                <a:lnTo>
                  <a:pt x="66776" y="569"/>
                </a:lnTo>
                <a:lnTo>
                  <a:pt x="58740" y="0"/>
                </a:lnTo>
                <a:close/>
              </a:path>
              <a:path w="267335" h="188595">
                <a:moveTo>
                  <a:pt x="93160" y="11786"/>
                </a:moveTo>
                <a:lnTo>
                  <a:pt x="60003" y="11786"/>
                </a:lnTo>
                <a:lnTo>
                  <a:pt x="63541" y="12768"/>
                </a:lnTo>
                <a:lnTo>
                  <a:pt x="66320" y="14732"/>
                </a:lnTo>
                <a:lnTo>
                  <a:pt x="83184" y="52945"/>
                </a:lnTo>
                <a:lnTo>
                  <a:pt x="84405" y="63775"/>
                </a:lnTo>
                <a:lnTo>
                  <a:pt x="84464" y="64293"/>
                </a:lnTo>
                <a:lnTo>
                  <a:pt x="84837" y="74583"/>
                </a:lnTo>
                <a:lnTo>
                  <a:pt x="84890" y="102023"/>
                </a:lnTo>
                <a:lnTo>
                  <a:pt x="77689" y="104724"/>
                </a:lnTo>
                <a:lnTo>
                  <a:pt x="71815" y="106074"/>
                </a:lnTo>
                <a:lnTo>
                  <a:pt x="116663" y="106074"/>
                </a:lnTo>
                <a:lnTo>
                  <a:pt x="121269" y="74583"/>
                </a:lnTo>
                <a:lnTo>
                  <a:pt x="120749" y="64293"/>
                </a:lnTo>
                <a:lnTo>
                  <a:pt x="107971" y="27347"/>
                </a:lnTo>
                <a:lnTo>
                  <a:pt x="96412" y="14180"/>
                </a:lnTo>
                <a:lnTo>
                  <a:pt x="93160" y="11786"/>
                </a:lnTo>
                <a:close/>
              </a:path>
              <a:path w="267335" h="188595">
                <a:moveTo>
                  <a:pt x="266792" y="0"/>
                </a:moveTo>
                <a:lnTo>
                  <a:pt x="217356" y="8822"/>
                </a:lnTo>
                <a:lnTo>
                  <a:pt x="178613" y="33539"/>
                </a:lnTo>
                <a:lnTo>
                  <a:pt x="153944" y="69933"/>
                </a:lnTo>
                <a:lnTo>
                  <a:pt x="145534" y="113274"/>
                </a:lnTo>
                <a:lnTo>
                  <a:pt x="145524" y="113441"/>
                </a:lnTo>
                <a:lnTo>
                  <a:pt x="145961" y="122211"/>
                </a:lnTo>
                <a:lnTo>
                  <a:pt x="146033" y="123661"/>
                </a:lnTo>
                <a:lnTo>
                  <a:pt x="147561" y="133514"/>
                </a:lnTo>
                <a:lnTo>
                  <a:pt x="169517" y="174092"/>
                </a:lnTo>
                <a:lnTo>
                  <a:pt x="200135" y="188071"/>
                </a:lnTo>
                <a:lnTo>
                  <a:pt x="200876" y="188071"/>
                </a:lnTo>
                <a:lnTo>
                  <a:pt x="208243" y="188577"/>
                </a:lnTo>
                <a:lnTo>
                  <a:pt x="243183" y="176791"/>
                </a:lnTo>
                <a:lnTo>
                  <a:pt x="206157" y="176791"/>
                </a:lnTo>
                <a:lnTo>
                  <a:pt x="201863" y="175195"/>
                </a:lnTo>
                <a:lnTo>
                  <a:pt x="184356" y="139706"/>
                </a:lnTo>
                <a:lnTo>
                  <a:pt x="181910" y="113441"/>
                </a:lnTo>
                <a:lnTo>
                  <a:pt x="181905" y="113274"/>
                </a:lnTo>
                <a:lnTo>
                  <a:pt x="182662" y="108422"/>
                </a:lnTo>
                <a:lnTo>
                  <a:pt x="184841" y="102644"/>
                </a:lnTo>
                <a:lnTo>
                  <a:pt x="184936" y="102391"/>
                </a:lnTo>
                <a:lnTo>
                  <a:pt x="188726" y="95163"/>
                </a:lnTo>
                <a:lnTo>
                  <a:pt x="194031" y="86738"/>
                </a:lnTo>
                <a:lnTo>
                  <a:pt x="199463" y="83914"/>
                </a:lnTo>
                <a:lnTo>
                  <a:pt x="203884" y="82502"/>
                </a:lnTo>
                <a:lnTo>
                  <a:pt x="250744" y="82502"/>
                </a:lnTo>
                <a:lnTo>
                  <a:pt x="246926" y="78951"/>
                </a:lnTo>
                <a:lnTo>
                  <a:pt x="244231" y="77346"/>
                </a:lnTo>
                <a:lnTo>
                  <a:pt x="195546" y="77346"/>
                </a:lnTo>
                <a:lnTo>
                  <a:pt x="197957" y="68598"/>
                </a:lnTo>
                <a:lnTo>
                  <a:pt x="217481" y="35381"/>
                </a:lnTo>
                <a:lnTo>
                  <a:pt x="255891" y="14738"/>
                </a:lnTo>
                <a:lnTo>
                  <a:pt x="266792" y="11786"/>
                </a:lnTo>
                <a:lnTo>
                  <a:pt x="266792" y="0"/>
                </a:lnTo>
                <a:close/>
              </a:path>
              <a:path w="267335" h="188595">
                <a:moveTo>
                  <a:pt x="250744" y="82502"/>
                </a:moveTo>
                <a:lnTo>
                  <a:pt x="213358" y="82502"/>
                </a:lnTo>
                <a:lnTo>
                  <a:pt x="218222" y="85449"/>
                </a:lnTo>
                <a:lnTo>
                  <a:pt x="221885" y="91342"/>
                </a:lnTo>
                <a:lnTo>
                  <a:pt x="225615" y="99640"/>
                </a:lnTo>
                <a:lnTo>
                  <a:pt x="228280" y="110724"/>
                </a:lnTo>
                <a:lnTo>
                  <a:pt x="229771" y="123661"/>
                </a:lnTo>
                <a:lnTo>
                  <a:pt x="229879" y="124594"/>
                </a:lnTo>
                <a:lnTo>
                  <a:pt x="230362" y="139706"/>
                </a:lnTo>
                <a:lnTo>
                  <a:pt x="230347" y="142998"/>
                </a:lnTo>
                <a:lnTo>
                  <a:pt x="230151" y="148246"/>
                </a:lnTo>
                <a:lnTo>
                  <a:pt x="230045" y="151112"/>
                </a:lnTo>
                <a:lnTo>
                  <a:pt x="216137" y="176791"/>
                </a:lnTo>
                <a:lnTo>
                  <a:pt x="243183" y="176791"/>
                </a:lnTo>
                <a:lnTo>
                  <a:pt x="264898" y="142169"/>
                </a:lnTo>
                <a:lnTo>
                  <a:pt x="266792" y="125227"/>
                </a:lnTo>
                <a:lnTo>
                  <a:pt x="265992" y="113441"/>
                </a:lnTo>
                <a:lnTo>
                  <a:pt x="265981" y="113274"/>
                </a:lnTo>
                <a:lnTo>
                  <a:pt x="263547" y="102644"/>
                </a:lnTo>
                <a:lnTo>
                  <a:pt x="259491" y="93339"/>
                </a:lnTo>
                <a:lnTo>
                  <a:pt x="253878" y="85449"/>
                </a:lnTo>
                <a:lnTo>
                  <a:pt x="250744" y="82502"/>
                </a:lnTo>
                <a:close/>
              </a:path>
              <a:path w="267335" h="188595">
                <a:moveTo>
                  <a:pt x="221505" y="70716"/>
                </a:moveTo>
                <a:lnTo>
                  <a:pt x="215948" y="70716"/>
                </a:lnTo>
                <a:lnTo>
                  <a:pt x="210390" y="71453"/>
                </a:lnTo>
                <a:lnTo>
                  <a:pt x="204833" y="72926"/>
                </a:lnTo>
                <a:lnTo>
                  <a:pt x="202432" y="73663"/>
                </a:lnTo>
                <a:lnTo>
                  <a:pt x="199336" y="75136"/>
                </a:lnTo>
                <a:lnTo>
                  <a:pt x="195546" y="77346"/>
                </a:lnTo>
                <a:lnTo>
                  <a:pt x="244231" y="77346"/>
                </a:lnTo>
                <a:lnTo>
                  <a:pt x="239246" y="74376"/>
                </a:lnTo>
                <a:lnTo>
                  <a:pt x="230773" y="71631"/>
                </a:lnTo>
                <a:lnTo>
                  <a:pt x="221505" y="7071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34" name="object 334"/>
          <p:cNvGrpSpPr/>
          <p:nvPr/>
        </p:nvGrpSpPr>
        <p:grpSpPr>
          <a:xfrm>
            <a:off x="8196181" y="1503432"/>
            <a:ext cx="1867535" cy="789940"/>
            <a:chOff x="8196181" y="1503432"/>
            <a:chExt cx="1867535" cy="789940"/>
          </a:xfrm>
        </p:grpSpPr>
        <p:sp>
          <p:nvSpPr>
            <p:cNvPr id="335" name="object 335"/>
            <p:cNvSpPr/>
            <p:nvPr/>
          </p:nvSpPr>
          <p:spPr>
            <a:xfrm>
              <a:off x="8202100" y="1509352"/>
              <a:ext cx="1855470" cy="778510"/>
            </a:xfrm>
            <a:custGeom>
              <a:avLst/>
              <a:gdLst/>
              <a:ahLst/>
              <a:cxnLst/>
              <a:rect l="l" t="t" r="r" b="b"/>
              <a:pathLst>
                <a:path w="1855470" h="778510">
                  <a:moveTo>
                    <a:pt x="0" y="0"/>
                  </a:moveTo>
                  <a:lnTo>
                    <a:pt x="1855413" y="0"/>
                  </a:lnTo>
                  <a:lnTo>
                    <a:pt x="1855413" y="777882"/>
                  </a:lnTo>
                  <a:lnTo>
                    <a:pt x="0" y="777882"/>
                  </a:lnTo>
                  <a:lnTo>
                    <a:pt x="0" y="0"/>
                  </a:lnTo>
                  <a:close/>
                </a:path>
              </a:pathLst>
            </a:custGeom>
            <a:ln w="118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6" name="object 336"/>
            <p:cNvSpPr/>
            <p:nvPr/>
          </p:nvSpPr>
          <p:spPr>
            <a:xfrm>
              <a:off x="8299115" y="1638999"/>
              <a:ext cx="182245" cy="177165"/>
            </a:xfrm>
            <a:custGeom>
              <a:avLst/>
              <a:gdLst/>
              <a:ahLst/>
              <a:cxnLst/>
              <a:rect l="l" t="t" r="r" b="b"/>
              <a:pathLst>
                <a:path w="182245" h="177164">
                  <a:moveTo>
                    <a:pt x="181903" y="176791"/>
                  </a:moveTo>
                  <a:lnTo>
                    <a:pt x="0" y="176791"/>
                  </a:lnTo>
                  <a:lnTo>
                    <a:pt x="0" y="0"/>
                  </a:lnTo>
                  <a:lnTo>
                    <a:pt x="181903" y="0"/>
                  </a:lnTo>
                  <a:lnTo>
                    <a:pt x="181903" y="176791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7" name="object 337"/>
            <p:cNvSpPr/>
            <p:nvPr/>
          </p:nvSpPr>
          <p:spPr>
            <a:xfrm>
              <a:off x="8299115" y="1638999"/>
              <a:ext cx="182245" cy="177165"/>
            </a:xfrm>
            <a:custGeom>
              <a:avLst/>
              <a:gdLst/>
              <a:ahLst/>
              <a:cxnLst/>
              <a:rect l="l" t="t" r="r" b="b"/>
              <a:pathLst>
                <a:path w="182245" h="177164">
                  <a:moveTo>
                    <a:pt x="0" y="0"/>
                  </a:moveTo>
                  <a:lnTo>
                    <a:pt x="181903" y="0"/>
                  </a:lnTo>
                  <a:lnTo>
                    <a:pt x="181903" y="176791"/>
                  </a:lnTo>
                  <a:lnTo>
                    <a:pt x="0" y="176791"/>
                  </a:lnTo>
                  <a:lnTo>
                    <a:pt x="0" y="0"/>
                  </a:lnTo>
                  <a:close/>
                </a:path>
              </a:pathLst>
            </a:custGeom>
            <a:ln w="1195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8" name="object 338"/>
            <p:cNvSpPr/>
            <p:nvPr/>
          </p:nvSpPr>
          <p:spPr>
            <a:xfrm>
              <a:off x="8578033" y="1638999"/>
              <a:ext cx="1407160" cy="247650"/>
            </a:xfrm>
            <a:custGeom>
              <a:avLst/>
              <a:gdLst/>
              <a:ahLst/>
              <a:cxnLst/>
              <a:rect l="l" t="t" r="r" b="b"/>
              <a:pathLst>
                <a:path w="1407159" h="247650">
                  <a:moveTo>
                    <a:pt x="12127" y="117861"/>
                  </a:moveTo>
                  <a:lnTo>
                    <a:pt x="0" y="117861"/>
                  </a:lnTo>
                  <a:lnTo>
                    <a:pt x="0" y="188577"/>
                  </a:lnTo>
                  <a:lnTo>
                    <a:pt x="12127" y="188577"/>
                  </a:lnTo>
                  <a:lnTo>
                    <a:pt x="13768" y="184649"/>
                  </a:lnTo>
                  <a:lnTo>
                    <a:pt x="15853" y="181701"/>
                  </a:lnTo>
                  <a:lnTo>
                    <a:pt x="20905" y="177773"/>
                  </a:lnTo>
                  <a:lnTo>
                    <a:pt x="23307" y="176791"/>
                  </a:lnTo>
                  <a:lnTo>
                    <a:pt x="66697" y="176791"/>
                  </a:lnTo>
                  <a:lnTo>
                    <a:pt x="57851" y="175847"/>
                  </a:lnTo>
                  <a:lnTo>
                    <a:pt x="26017" y="153288"/>
                  </a:lnTo>
                  <a:lnTo>
                    <a:pt x="15501" y="131373"/>
                  </a:lnTo>
                  <a:lnTo>
                    <a:pt x="12127" y="117861"/>
                  </a:lnTo>
                  <a:close/>
                </a:path>
                <a:path w="1407159" h="247650">
                  <a:moveTo>
                    <a:pt x="61329" y="0"/>
                  </a:moveTo>
                  <a:lnTo>
                    <a:pt x="55519" y="0"/>
                  </a:lnTo>
                  <a:lnTo>
                    <a:pt x="44007" y="943"/>
                  </a:lnTo>
                  <a:lnTo>
                    <a:pt x="8846" y="23042"/>
                  </a:lnTo>
                  <a:lnTo>
                    <a:pt x="0" y="51565"/>
                  </a:lnTo>
                  <a:lnTo>
                    <a:pt x="47" y="60070"/>
                  </a:lnTo>
                  <a:lnTo>
                    <a:pt x="27190" y="93553"/>
                  </a:lnTo>
                  <a:lnTo>
                    <a:pt x="69911" y="117861"/>
                  </a:lnTo>
                  <a:lnTo>
                    <a:pt x="76029" y="121475"/>
                  </a:lnTo>
                  <a:lnTo>
                    <a:pt x="97014" y="146467"/>
                  </a:lnTo>
                  <a:lnTo>
                    <a:pt x="97014" y="157515"/>
                  </a:lnTo>
                  <a:lnTo>
                    <a:pt x="94267" y="163595"/>
                  </a:lnTo>
                  <a:lnTo>
                    <a:pt x="83277" y="174151"/>
                  </a:lnTo>
                  <a:lnTo>
                    <a:pt x="75919" y="176791"/>
                  </a:lnTo>
                  <a:lnTo>
                    <a:pt x="28357" y="176791"/>
                  </a:lnTo>
                  <a:lnTo>
                    <a:pt x="31896" y="177773"/>
                  </a:lnTo>
                  <a:lnTo>
                    <a:pt x="43769" y="183175"/>
                  </a:lnTo>
                  <a:lnTo>
                    <a:pt x="50084" y="185507"/>
                  </a:lnTo>
                  <a:lnTo>
                    <a:pt x="60191" y="187963"/>
                  </a:lnTo>
                  <a:lnTo>
                    <a:pt x="65561" y="188577"/>
                  </a:lnTo>
                  <a:lnTo>
                    <a:pt x="71245" y="188577"/>
                  </a:lnTo>
                  <a:lnTo>
                    <a:pt x="115771" y="172279"/>
                  </a:lnTo>
                  <a:lnTo>
                    <a:pt x="133395" y="133330"/>
                  </a:lnTo>
                  <a:lnTo>
                    <a:pt x="132501" y="124703"/>
                  </a:lnTo>
                  <a:lnTo>
                    <a:pt x="101041" y="87521"/>
                  </a:lnTo>
                  <a:lnTo>
                    <a:pt x="66757" y="67713"/>
                  </a:lnTo>
                  <a:lnTo>
                    <a:pt x="59355" y="63489"/>
                  </a:lnTo>
                  <a:lnTo>
                    <a:pt x="36379" y="38980"/>
                  </a:lnTo>
                  <a:lnTo>
                    <a:pt x="36379" y="29036"/>
                  </a:lnTo>
                  <a:lnTo>
                    <a:pt x="38750" y="23602"/>
                  </a:lnTo>
                  <a:lnTo>
                    <a:pt x="48223" y="14149"/>
                  </a:lnTo>
                  <a:lnTo>
                    <a:pt x="54635" y="11785"/>
                  </a:lnTo>
                  <a:lnTo>
                    <a:pt x="97646" y="11785"/>
                  </a:lnTo>
                  <a:lnTo>
                    <a:pt x="93477" y="10405"/>
                  </a:lnTo>
                  <a:lnTo>
                    <a:pt x="81603" y="4880"/>
                  </a:lnTo>
                  <a:lnTo>
                    <a:pt x="76551" y="3008"/>
                  </a:lnTo>
                  <a:lnTo>
                    <a:pt x="72383" y="2025"/>
                  </a:lnTo>
                  <a:lnTo>
                    <a:pt x="66949" y="674"/>
                  </a:lnTo>
                  <a:lnTo>
                    <a:pt x="61329" y="0"/>
                  </a:lnTo>
                  <a:close/>
                </a:path>
                <a:path w="1407159" h="247650">
                  <a:moveTo>
                    <a:pt x="121268" y="0"/>
                  </a:moveTo>
                  <a:lnTo>
                    <a:pt x="109142" y="0"/>
                  </a:lnTo>
                  <a:lnTo>
                    <a:pt x="108066" y="4880"/>
                  </a:lnTo>
                  <a:lnTo>
                    <a:pt x="108005" y="5157"/>
                  </a:lnTo>
                  <a:lnTo>
                    <a:pt x="106689" y="8494"/>
                  </a:lnTo>
                  <a:lnTo>
                    <a:pt x="104119" y="11111"/>
                  </a:lnTo>
                  <a:lnTo>
                    <a:pt x="102320" y="11785"/>
                  </a:lnTo>
                  <a:lnTo>
                    <a:pt x="62718" y="11785"/>
                  </a:lnTo>
                  <a:lnTo>
                    <a:pt x="70528" y="12597"/>
                  </a:lnTo>
                  <a:lnTo>
                    <a:pt x="103196" y="39801"/>
                  </a:lnTo>
                  <a:lnTo>
                    <a:pt x="109142" y="58930"/>
                  </a:lnTo>
                  <a:lnTo>
                    <a:pt x="121268" y="58930"/>
                  </a:lnTo>
                  <a:lnTo>
                    <a:pt x="121268" y="0"/>
                  </a:lnTo>
                  <a:close/>
                </a:path>
                <a:path w="1407159" h="247650">
                  <a:moveTo>
                    <a:pt x="193018" y="0"/>
                  </a:moveTo>
                  <a:lnTo>
                    <a:pt x="182914" y="0"/>
                  </a:lnTo>
                  <a:lnTo>
                    <a:pt x="178619" y="1750"/>
                  </a:lnTo>
                  <a:lnTo>
                    <a:pt x="171545" y="8747"/>
                  </a:lnTo>
                  <a:lnTo>
                    <a:pt x="169777" y="12890"/>
                  </a:lnTo>
                  <a:lnTo>
                    <a:pt x="169777" y="22589"/>
                  </a:lnTo>
                  <a:lnTo>
                    <a:pt x="171545" y="26763"/>
                  </a:lnTo>
                  <a:lnTo>
                    <a:pt x="178619" y="33639"/>
                  </a:lnTo>
                  <a:lnTo>
                    <a:pt x="182914" y="35358"/>
                  </a:lnTo>
                  <a:lnTo>
                    <a:pt x="192892" y="35358"/>
                  </a:lnTo>
                  <a:lnTo>
                    <a:pt x="197156" y="33639"/>
                  </a:lnTo>
                  <a:lnTo>
                    <a:pt x="204358" y="26763"/>
                  </a:lnTo>
                  <a:lnTo>
                    <a:pt x="206157" y="22589"/>
                  </a:lnTo>
                  <a:lnTo>
                    <a:pt x="206157" y="12890"/>
                  </a:lnTo>
                  <a:lnTo>
                    <a:pt x="204387" y="8747"/>
                  </a:lnTo>
                  <a:lnTo>
                    <a:pt x="197314" y="1750"/>
                  </a:lnTo>
                  <a:lnTo>
                    <a:pt x="193018" y="0"/>
                  </a:lnTo>
                  <a:close/>
                </a:path>
                <a:path w="1407159" h="247650">
                  <a:moveTo>
                    <a:pt x="218285" y="176791"/>
                  </a:moveTo>
                  <a:lnTo>
                    <a:pt x="157650" y="176791"/>
                  </a:lnTo>
                  <a:lnTo>
                    <a:pt x="157650" y="188577"/>
                  </a:lnTo>
                  <a:lnTo>
                    <a:pt x="218285" y="188577"/>
                  </a:lnTo>
                  <a:lnTo>
                    <a:pt x="218285" y="176791"/>
                  </a:lnTo>
                  <a:close/>
                </a:path>
                <a:path w="1407159" h="247650">
                  <a:moveTo>
                    <a:pt x="206157" y="58930"/>
                  </a:moveTo>
                  <a:lnTo>
                    <a:pt x="157650" y="58930"/>
                  </a:lnTo>
                  <a:lnTo>
                    <a:pt x="157650" y="70716"/>
                  </a:lnTo>
                  <a:lnTo>
                    <a:pt x="162449" y="70962"/>
                  </a:lnTo>
                  <a:lnTo>
                    <a:pt x="165671" y="71760"/>
                  </a:lnTo>
                  <a:lnTo>
                    <a:pt x="168954" y="74461"/>
                  </a:lnTo>
                  <a:lnTo>
                    <a:pt x="169777" y="77591"/>
                  </a:lnTo>
                  <a:lnTo>
                    <a:pt x="169777" y="169917"/>
                  </a:lnTo>
                  <a:lnTo>
                    <a:pt x="168927" y="173046"/>
                  </a:lnTo>
                  <a:lnTo>
                    <a:pt x="167692" y="174029"/>
                  </a:lnTo>
                  <a:lnTo>
                    <a:pt x="165418" y="175747"/>
                  </a:lnTo>
                  <a:lnTo>
                    <a:pt x="161621" y="176791"/>
                  </a:lnTo>
                  <a:lnTo>
                    <a:pt x="214471" y="176791"/>
                  </a:lnTo>
                  <a:lnTo>
                    <a:pt x="210262" y="175747"/>
                  </a:lnTo>
                  <a:lnTo>
                    <a:pt x="206978" y="173046"/>
                  </a:lnTo>
                  <a:lnTo>
                    <a:pt x="206157" y="169917"/>
                  </a:lnTo>
                  <a:lnTo>
                    <a:pt x="206157" y="58930"/>
                  </a:lnTo>
                  <a:close/>
                </a:path>
                <a:path w="1407159" h="247650">
                  <a:moveTo>
                    <a:pt x="324339" y="70716"/>
                  </a:moveTo>
                  <a:lnTo>
                    <a:pt x="289718" y="70716"/>
                  </a:lnTo>
                  <a:lnTo>
                    <a:pt x="230409" y="185632"/>
                  </a:lnTo>
                  <a:lnTo>
                    <a:pt x="230409" y="188577"/>
                  </a:lnTo>
                  <a:lnTo>
                    <a:pt x="327426" y="188577"/>
                  </a:lnTo>
                  <a:lnTo>
                    <a:pt x="327426" y="176791"/>
                  </a:lnTo>
                  <a:lnTo>
                    <a:pt x="274939" y="176791"/>
                  </a:lnTo>
                  <a:lnTo>
                    <a:pt x="324339" y="70716"/>
                  </a:lnTo>
                  <a:close/>
                </a:path>
                <a:path w="1407159" h="247650">
                  <a:moveTo>
                    <a:pt x="327426" y="141433"/>
                  </a:moveTo>
                  <a:lnTo>
                    <a:pt x="315299" y="141433"/>
                  </a:lnTo>
                  <a:lnTo>
                    <a:pt x="313184" y="150693"/>
                  </a:lnTo>
                  <a:lnTo>
                    <a:pt x="310632" y="158398"/>
                  </a:lnTo>
                  <a:lnTo>
                    <a:pt x="307642" y="164551"/>
                  </a:lnTo>
                  <a:lnTo>
                    <a:pt x="304213" y="169150"/>
                  </a:lnTo>
                  <a:lnTo>
                    <a:pt x="299350" y="174244"/>
                  </a:lnTo>
                  <a:lnTo>
                    <a:pt x="291423" y="176791"/>
                  </a:lnTo>
                  <a:lnTo>
                    <a:pt x="327426" y="176791"/>
                  </a:lnTo>
                  <a:lnTo>
                    <a:pt x="327426" y="141433"/>
                  </a:lnTo>
                  <a:close/>
                </a:path>
                <a:path w="1407159" h="247650">
                  <a:moveTo>
                    <a:pt x="327426" y="58930"/>
                  </a:moveTo>
                  <a:lnTo>
                    <a:pt x="242536" y="58930"/>
                  </a:lnTo>
                  <a:lnTo>
                    <a:pt x="242536" y="94288"/>
                  </a:lnTo>
                  <a:lnTo>
                    <a:pt x="254662" y="94288"/>
                  </a:lnTo>
                  <a:lnTo>
                    <a:pt x="255927" y="86923"/>
                  </a:lnTo>
                  <a:lnTo>
                    <a:pt x="257190" y="81796"/>
                  </a:lnTo>
                  <a:lnTo>
                    <a:pt x="259717" y="76027"/>
                  </a:lnTo>
                  <a:lnTo>
                    <a:pt x="261327" y="73940"/>
                  </a:lnTo>
                  <a:lnTo>
                    <a:pt x="265243" y="71361"/>
                  </a:lnTo>
                  <a:lnTo>
                    <a:pt x="268495" y="70716"/>
                  </a:lnTo>
                  <a:lnTo>
                    <a:pt x="324339" y="70716"/>
                  </a:lnTo>
                  <a:lnTo>
                    <a:pt x="327426" y="64086"/>
                  </a:lnTo>
                  <a:lnTo>
                    <a:pt x="327426" y="58930"/>
                  </a:lnTo>
                  <a:close/>
                </a:path>
                <a:path w="1407159" h="247650">
                  <a:moveTo>
                    <a:pt x="410796" y="58930"/>
                  </a:moveTo>
                  <a:lnTo>
                    <a:pt x="369300" y="77071"/>
                  </a:lnTo>
                  <a:lnTo>
                    <a:pt x="351679" y="125779"/>
                  </a:lnTo>
                  <a:lnTo>
                    <a:pt x="352425" y="137784"/>
                  </a:lnTo>
                  <a:lnTo>
                    <a:pt x="371978" y="176216"/>
                  </a:lnTo>
                  <a:lnTo>
                    <a:pt x="407577" y="188577"/>
                  </a:lnTo>
                  <a:lnTo>
                    <a:pt x="415760" y="187909"/>
                  </a:lnTo>
                  <a:lnTo>
                    <a:pt x="448489" y="165004"/>
                  </a:lnTo>
                  <a:lnTo>
                    <a:pt x="413386" y="165004"/>
                  </a:lnTo>
                  <a:lnTo>
                    <a:pt x="406377" y="164023"/>
                  </a:lnTo>
                  <a:lnTo>
                    <a:pt x="389267" y="129325"/>
                  </a:lnTo>
                  <a:lnTo>
                    <a:pt x="388059" y="117861"/>
                  </a:lnTo>
                  <a:lnTo>
                    <a:pt x="460820" y="117861"/>
                  </a:lnTo>
                  <a:lnTo>
                    <a:pt x="459611" y="106074"/>
                  </a:lnTo>
                  <a:lnTo>
                    <a:pt x="388059" y="106074"/>
                  </a:lnTo>
                  <a:lnTo>
                    <a:pt x="388059" y="102391"/>
                  </a:lnTo>
                  <a:lnTo>
                    <a:pt x="402713" y="70716"/>
                  </a:lnTo>
                  <a:lnTo>
                    <a:pt x="441526" y="70716"/>
                  </a:lnTo>
                  <a:lnTo>
                    <a:pt x="437479" y="67269"/>
                  </a:lnTo>
                  <a:lnTo>
                    <a:pt x="429225" y="62636"/>
                  </a:lnTo>
                  <a:lnTo>
                    <a:pt x="420331" y="59857"/>
                  </a:lnTo>
                  <a:lnTo>
                    <a:pt x="410796" y="58930"/>
                  </a:lnTo>
                  <a:close/>
                </a:path>
                <a:path w="1407159" h="247650">
                  <a:moveTo>
                    <a:pt x="460820" y="141433"/>
                  </a:moveTo>
                  <a:lnTo>
                    <a:pt x="448693" y="141433"/>
                  </a:lnTo>
                  <a:lnTo>
                    <a:pt x="444019" y="150274"/>
                  </a:lnTo>
                  <a:lnTo>
                    <a:pt x="439600" y="156410"/>
                  </a:lnTo>
                  <a:lnTo>
                    <a:pt x="431261" y="163286"/>
                  </a:lnTo>
                  <a:lnTo>
                    <a:pt x="426653" y="165004"/>
                  </a:lnTo>
                  <a:lnTo>
                    <a:pt x="448489" y="165004"/>
                  </a:lnTo>
                  <a:lnTo>
                    <a:pt x="449641" y="163439"/>
                  </a:lnTo>
                  <a:lnTo>
                    <a:pt x="455373" y="153380"/>
                  </a:lnTo>
                  <a:lnTo>
                    <a:pt x="460820" y="141433"/>
                  </a:lnTo>
                  <a:close/>
                </a:path>
                <a:path w="1407159" h="247650">
                  <a:moveTo>
                    <a:pt x="441526" y="70716"/>
                  </a:moveTo>
                  <a:lnTo>
                    <a:pt x="410418" y="70716"/>
                  </a:lnTo>
                  <a:lnTo>
                    <a:pt x="412883" y="71329"/>
                  </a:lnTo>
                  <a:lnTo>
                    <a:pt x="414775" y="72558"/>
                  </a:lnTo>
                  <a:lnTo>
                    <a:pt x="418061" y="74891"/>
                  </a:lnTo>
                  <a:lnTo>
                    <a:pt x="420491" y="78176"/>
                  </a:lnTo>
                  <a:lnTo>
                    <a:pt x="423651" y="86645"/>
                  </a:lnTo>
                  <a:lnTo>
                    <a:pt x="424441" y="94534"/>
                  </a:lnTo>
                  <a:lnTo>
                    <a:pt x="424441" y="106074"/>
                  </a:lnTo>
                  <a:lnTo>
                    <a:pt x="459611" y="106074"/>
                  </a:lnTo>
                  <a:lnTo>
                    <a:pt x="459411" y="104124"/>
                  </a:lnTo>
                  <a:lnTo>
                    <a:pt x="456320" y="92194"/>
                  </a:lnTo>
                  <a:lnTo>
                    <a:pt x="451548" y="82071"/>
                  </a:lnTo>
                  <a:lnTo>
                    <a:pt x="445094" y="73755"/>
                  </a:lnTo>
                  <a:lnTo>
                    <a:pt x="441526" y="70716"/>
                  </a:lnTo>
                  <a:close/>
                </a:path>
                <a:path w="1407159" h="247650">
                  <a:moveTo>
                    <a:pt x="642724" y="0"/>
                  </a:moveTo>
                  <a:lnTo>
                    <a:pt x="595472" y="29471"/>
                  </a:lnTo>
                  <a:lnTo>
                    <a:pt x="571692" y="62643"/>
                  </a:lnTo>
                  <a:lnTo>
                    <a:pt x="559376" y="101637"/>
                  </a:lnTo>
                  <a:lnTo>
                    <a:pt x="557837" y="123017"/>
                  </a:lnTo>
                  <a:lnTo>
                    <a:pt x="559382" y="144661"/>
                  </a:lnTo>
                  <a:lnTo>
                    <a:pt x="571745" y="184117"/>
                  </a:lnTo>
                  <a:lnTo>
                    <a:pt x="595596" y="217657"/>
                  </a:lnTo>
                  <a:lnTo>
                    <a:pt x="642724" y="247507"/>
                  </a:lnTo>
                  <a:lnTo>
                    <a:pt x="642724" y="235722"/>
                  </a:lnTo>
                  <a:lnTo>
                    <a:pt x="635749" y="232085"/>
                  </a:lnTo>
                  <a:lnTo>
                    <a:pt x="629603" y="228171"/>
                  </a:lnTo>
                  <a:lnTo>
                    <a:pt x="604893" y="194913"/>
                  </a:lnTo>
                  <a:lnTo>
                    <a:pt x="594648" y="142474"/>
                  </a:lnTo>
                  <a:lnTo>
                    <a:pt x="594216" y="124122"/>
                  </a:lnTo>
                  <a:lnTo>
                    <a:pt x="594690" y="104555"/>
                  </a:lnTo>
                  <a:lnTo>
                    <a:pt x="601797" y="59667"/>
                  </a:lnTo>
                  <a:lnTo>
                    <a:pt x="622899" y="25010"/>
                  </a:lnTo>
                  <a:lnTo>
                    <a:pt x="642724" y="11785"/>
                  </a:lnTo>
                  <a:lnTo>
                    <a:pt x="642724" y="0"/>
                  </a:lnTo>
                  <a:close/>
                </a:path>
                <a:path w="1407159" h="247650">
                  <a:moveTo>
                    <a:pt x="714348" y="58930"/>
                  </a:moveTo>
                  <a:lnTo>
                    <a:pt x="708285" y="58930"/>
                  </a:lnTo>
                  <a:lnTo>
                    <a:pt x="701209" y="59431"/>
                  </a:lnTo>
                  <a:lnTo>
                    <a:pt x="665840" y="83205"/>
                  </a:lnTo>
                  <a:lnTo>
                    <a:pt x="654851" y="125963"/>
                  </a:lnTo>
                  <a:lnTo>
                    <a:pt x="655573" y="137818"/>
                  </a:lnTo>
                  <a:lnTo>
                    <a:pt x="674198" y="176791"/>
                  </a:lnTo>
                  <a:lnTo>
                    <a:pt x="705255" y="188577"/>
                  </a:lnTo>
                  <a:lnTo>
                    <a:pt x="711569" y="188577"/>
                  </a:lnTo>
                  <a:lnTo>
                    <a:pt x="717285" y="187135"/>
                  </a:lnTo>
                  <a:lnTo>
                    <a:pt x="727518" y="181364"/>
                  </a:lnTo>
                  <a:lnTo>
                    <a:pt x="732439" y="176791"/>
                  </a:lnTo>
                  <a:lnTo>
                    <a:pt x="711065" y="176791"/>
                  </a:lnTo>
                  <a:lnTo>
                    <a:pt x="708132" y="175994"/>
                  </a:lnTo>
                  <a:lnTo>
                    <a:pt x="707988" y="175994"/>
                  </a:lnTo>
                  <a:lnTo>
                    <a:pt x="705632" y="174212"/>
                  </a:lnTo>
                  <a:lnTo>
                    <a:pt x="701211" y="170653"/>
                  </a:lnTo>
                  <a:lnTo>
                    <a:pt x="697707" y="165004"/>
                  </a:lnTo>
                  <a:lnTo>
                    <a:pt x="695198" y="157515"/>
                  </a:lnTo>
                  <a:lnTo>
                    <a:pt x="695116" y="157271"/>
                  </a:lnTo>
                  <a:lnTo>
                    <a:pt x="693417" y="150676"/>
                  </a:lnTo>
                  <a:lnTo>
                    <a:pt x="692203" y="142492"/>
                  </a:lnTo>
                  <a:lnTo>
                    <a:pt x="691475" y="132720"/>
                  </a:lnTo>
                  <a:lnTo>
                    <a:pt x="691452" y="110943"/>
                  </a:lnTo>
                  <a:lnTo>
                    <a:pt x="692109" y="101977"/>
                  </a:lnTo>
                  <a:lnTo>
                    <a:pt x="709169" y="70716"/>
                  </a:lnTo>
                  <a:lnTo>
                    <a:pt x="739740" y="70716"/>
                  </a:lnTo>
                  <a:lnTo>
                    <a:pt x="734307" y="66297"/>
                  </a:lnTo>
                  <a:lnTo>
                    <a:pt x="729223" y="63226"/>
                  </a:lnTo>
                  <a:lnTo>
                    <a:pt x="719749" y="59790"/>
                  </a:lnTo>
                  <a:lnTo>
                    <a:pt x="714348" y="58930"/>
                  </a:lnTo>
                  <a:close/>
                </a:path>
                <a:path w="1407159" h="247650">
                  <a:moveTo>
                    <a:pt x="788247" y="168136"/>
                  </a:moveTo>
                  <a:lnTo>
                    <a:pt x="739740" y="168136"/>
                  </a:lnTo>
                  <a:lnTo>
                    <a:pt x="739740" y="188577"/>
                  </a:lnTo>
                  <a:lnTo>
                    <a:pt x="788247" y="176791"/>
                  </a:lnTo>
                  <a:lnTo>
                    <a:pt x="788247" y="168136"/>
                  </a:lnTo>
                  <a:close/>
                </a:path>
                <a:path w="1407159" h="247650">
                  <a:moveTo>
                    <a:pt x="776119" y="0"/>
                  </a:moveTo>
                  <a:lnTo>
                    <a:pt x="727612" y="0"/>
                  </a:lnTo>
                  <a:lnTo>
                    <a:pt x="727612" y="11785"/>
                  </a:lnTo>
                  <a:lnTo>
                    <a:pt x="731528" y="11785"/>
                  </a:lnTo>
                  <a:lnTo>
                    <a:pt x="734212" y="12094"/>
                  </a:lnTo>
                  <a:lnTo>
                    <a:pt x="737118" y="13321"/>
                  </a:lnTo>
                  <a:lnTo>
                    <a:pt x="738224" y="14241"/>
                  </a:lnTo>
                  <a:lnTo>
                    <a:pt x="739487" y="16329"/>
                  </a:lnTo>
                  <a:lnTo>
                    <a:pt x="739740" y="19030"/>
                  </a:lnTo>
                  <a:lnTo>
                    <a:pt x="739740" y="70716"/>
                  </a:lnTo>
                  <a:lnTo>
                    <a:pt x="712833" y="70716"/>
                  </a:lnTo>
                  <a:lnTo>
                    <a:pt x="720483" y="72189"/>
                  </a:lnTo>
                  <a:lnTo>
                    <a:pt x="727518" y="76609"/>
                  </a:lnTo>
                  <a:lnTo>
                    <a:pt x="733937" y="83976"/>
                  </a:lnTo>
                  <a:lnTo>
                    <a:pt x="739740" y="94288"/>
                  </a:lnTo>
                  <a:lnTo>
                    <a:pt x="739740" y="158744"/>
                  </a:lnTo>
                  <a:lnTo>
                    <a:pt x="733865" y="166640"/>
                  </a:lnTo>
                  <a:lnTo>
                    <a:pt x="727802" y="172279"/>
                  </a:lnTo>
                  <a:lnTo>
                    <a:pt x="721549" y="175663"/>
                  </a:lnTo>
                  <a:lnTo>
                    <a:pt x="715106" y="176791"/>
                  </a:lnTo>
                  <a:lnTo>
                    <a:pt x="732439" y="176791"/>
                  </a:lnTo>
                  <a:lnTo>
                    <a:pt x="733298" y="175994"/>
                  </a:lnTo>
                  <a:lnTo>
                    <a:pt x="739740" y="168136"/>
                  </a:lnTo>
                  <a:lnTo>
                    <a:pt x="788247" y="168136"/>
                  </a:lnTo>
                  <a:lnTo>
                    <a:pt x="788247" y="165004"/>
                  </a:lnTo>
                  <a:lnTo>
                    <a:pt x="785170" y="165004"/>
                  </a:lnTo>
                  <a:lnTo>
                    <a:pt x="781583" y="164484"/>
                  </a:lnTo>
                  <a:lnTo>
                    <a:pt x="776210" y="158744"/>
                  </a:lnTo>
                  <a:lnTo>
                    <a:pt x="776119" y="0"/>
                  </a:lnTo>
                  <a:close/>
                </a:path>
                <a:path w="1407159" h="247650">
                  <a:moveTo>
                    <a:pt x="847872" y="0"/>
                  </a:moveTo>
                  <a:lnTo>
                    <a:pt x="837764" y="0"/>
                  </a:lnTo>
                  <a:lnTo>
                    <a:pt x="833470" y="1750"/>
                  </a:lnTo>
                  <a:lnTo>
                    <a:pt x="826396" y="8747"/>
                  </a:lnTo>
                  <a:lnTo>
                    <a:pt x="824628" y="12890"/>
                  </a:lnTo>
                  <a:lnTo>
                    <a:pt x="824628" y="22589"/>
                  </a:lnTo>
                  <a:lnTo>
                    <a:pt x="826396" y="26763"/>
                  </a:lnTo>
                  <a:lnTo>
                    <a:pt x="833470" y="33639"/>
                  </a:lnTo>
                  <a:lnTo>
                    <a:pt x="837764" y="35358"/>
                  </a:lnTo>
                  <a:lnTo>
                    <a:pt x="847745" y="35358"/>
                  </a:lnTo>
                  <a:lnTo>
                    <a:pt x="852008" y="33639"/>
                  </a:lnTo>
                  <a:lnTo>
                    <a:pt x="859208" y="26763"/>
                  </a:lnTo>
                  <a:lnTo>
                    <a:pt x="861007" y="22589"/>
                  </a:lnTo>
                  <a:lnTo>
                    <a:pt x="861007" y="12890"/>
                  </a:lnTo>
                  <a:lnTo>
                    <a:pt x="859241" y="8747"/>
                  </a:lnTo>
                  <a:lnTo>
                    <a:pt x="852166" y="1750"/>
                  </a:lnTo>
                  <a:lnTo>
                    <a:pt x="847872" y="0"/>
                  </a:lnTo>
                  <a:close/>
                </a:path>
                <a:path w="1407159" h="247650">
                  <a:moveTo>
                    <a:pt x="873135" y="176791"/>
                  </a:moveTo>
                  <a:lnTo>
                    <a:pt x="812500" y="176791"/>
                  </a:lnTo>
                  <a:lnTo>
                    <a:pt x="812500" y="188577"/>
                  </a:lnTo>
                  <a:lnTo>
                    <a:pt x="873135" y="188577"/>
                  </a:lnTo>
                  <a:lnTo>
                    <a:pt x="873135" y="176791"/>
                  </a:lnTo>
                  <a:close/>
                </a:path>
                <a:path w="1407159" h="247650">
                  <a:moveTo>
                    <a:pt x="861007" y="58930"/>
                  </a:moveTo>
                  <a:lnTo>
                    <a:pt x="812500" y="58930"/>
                  </a:lnTo>
                  <a:lnTo>
                    <a:pt x="812500" y="70716"/>
                  </a:lnTo>
                  <a:lnTo>
                    <a:pt x="817302" y="70962"/>
                  </a:lnTo>
                  <a:lnTo>
                    <a:pt x="820521" y="71760"/>
                  </a:lnTo>
                  <a:lnTo>
                    <a:pt x="823807" y="74461"/>
                  </a:lnTo>
                  <a:lnTo>
                    <a:pt x="824628" y="77591"/>
                  </a:lnTo>
                  <a:lnTo>
                    <a:pt x="824628" y="169917"/>
                  </a:lnTo>
                  <a:lnTo>
                    <a:pt x="823780" y="173046"/>
                  </a:lnTo>
                  <a:lnTo>
                    <a:pt x="822542" y="174029"/>
                  </a:lnTo>
                  <a:lnTo>
                    <a:pt x="820270" y="175747"/>
                  </a:lnTo>
                  <a:lnTo>
                    <a:pt x="816474" y="176791"/>
                  </a:lnTo>
                  <a:lnTo>
                    <a:pt x="869324" y="176791"/>
                  </a:lnTo>
                  <a:lnTo>
                    <a:pt x="865113" y="175747"/>
                  </a:lnTo>
                  <a:lnTo>
                    <a:pt x="861829" y="173046"/>
                  </a:lnTo>
                  <a:lnTo>
                    <a:pt x="861007" y="169917"/>
                  </a:lnTo>
                  <a:lnTo>
                    <a:pt x="861007" y="58930"/>
                  </a:lnTo>
                  <a:close/>
                </a:path>
                <a:path w="1407159" h="247650">
                  <a:moveTo>
                    <a:pt x="1030784" y="58930"/>
                  </a:moveTo>
                  <a:lnTo>
                    <a:pt x="958402" y="58930"/>
                  </a:lnTo>
                  <a:lnTo>
                    <a:pt x="945564" y="59799"/>
                  </a:lnTo>
                  <a:lnTo>
                    <a:pt x="906982" y="80115"/>
                  </a:lnTo>
                  <a:lnTo>
                    <a:pt x="897389" y="105891"/>
                  </a:lnTo>
                  <a:lnTo>
                    <a:pt x="897827" y="112946"/>
                  </a:lnTo>
                  <a:lnTo>
                    <a:pt x="919819" y="145680"/>
                  </a:lnTo>
                  <a:lnTo>
                    <a:pt x="927138" y="149351"/>
                  </a:lnTo>
                  <a:lnTo>
                    <a:pt x="919896" y="152822"/>
                  </a:lnTo>
                  <a:lnTo>
                    <a:pt x="897574" y="176975"/>
                  </a:lnTo>
                  <a:lnTo>
                    <a:pt x="897505" y="177159"/>
                  </a:lnTo>
                  <a:lnTo>
                    <a:pt x="908758" y="208834"/>
                  </a:lnTo>
                  <a:lnTo>
                    <a:pt x="907749" y="210799"/>
                  </a:lnTo>
                  <a:lnTo>
                    <a:pt x="905565" y="213254"/>
                  </a:lnTo>
                  <a:lnTo>
                    <a:pt x="899030" y="218993"/>
                  </a:lnTo>
                  <a:lnTo>
                    <a:pt x="897514" y="221971"/>
                  </a:lnTo>
                  <a:lnTo>
                    <a:pt x="934104" y="245943"/>
                  </a:lnTo>
                  <a:lnTo>
                    <a:pt x="959540" y="247507"/>
                  </a:lnTo>
                  <a:lnTo>
                    <a:pt x="971500" y="247116"/>
                  </a:lnTo>
                  <a:lnTo>
                    <a:pt x="1011458" y="238423"/>
                  </a:lnTo>
                  <a:lnTo>
                    <a:pt x="1015550" y="235722"/>
                  </a:lnTo>
                  <a:lnTo>
                    <a:pt x="962759" y="235722"/>
                  </a:lnTo>
                  <a:lnTo>
                    <a:pt x="951355" y="235491"/>
                  </a:lnTo>
                  <a:lnTo>
                    <a:pt x="950302" y="235491"/>
                  </a:lnTo>
                  <a:lnTo>
                    <a:pt x="941349" y="234801"/>
                  </a:lnTo>
                  <a:lnTo>
                    <a:pt x="940507" y="234801"/>
                  </a:lnTo>
                  <a:lnTo>
                    <a:pt x="932544" y="233390"/>
                  </a:lnTo>
                  <a:lnTo>
                    <a:pt x="927990" y="231578"/>
                  </a:lnTo>
                  <a:lnTo>
                    <a:pt x="923759" y="228815"/>
                  </a:lnTo>
                  <a:lnTo>
                    <a:pt x="921642" y="225717"/>
                  </a:lnTo>
                  <a:lnTo>
                    <a:pt x="921642" y="218718"/>
                  </a:lnTo>
                  <a:lnTo>
                    <a:pt x="924483" y="215893"/>
                  </a:lnTo>
                  <a:lnTo>
                    <a:pt x="930170" y="213807"/>
                  </a:lnTo>
                  <a:lnTo>
                    <a:pt x="933130" y="212771"/>
                  </a:lnTo>
                  <a:lnTo>
                    <a:pt x="932507" y="212771"/>
                  </a:lnTo>
                  <a:lnTo>
                    <a:pt x="939074" y="212218"/>
                  </a:lnTo>
                  <a:lnTo>
                    <a:pt x="1030784" y="212218"/>
                  </a:lnTo>
                  <a:lnTo>
                    <a:pt x="1030784" y="208099"/>
                  </a:lnTo>
                  <a:lnTo>
                    <a:pt x="995303" y="178264"/>
                  </a:lnTo>
                  <a:lnTo>
                    <a:pt x="974951" y="176975"/>
                  </a:lnTo>
                  <a:lnTo>
                    <a:pt x="933580" y="176975"/>
                  </a:lnTo>
                  <a:lnTo>
                    <a:pt x="928905" y="175962"/>
                  </a:lnTo>
                  <a:lnTo>
                    <a:pt x="923095" y="171912"/>
                  </a:lnTo>
                  <a:lnTo>
                    <a:pt x="921642" y="169302"/>
                  </a:lnTo>
                  <a:lnTo>
                    <a:pt x="921642" y="162427"/>
                  </a:lnTo>
                  <a:lnTo>
                    <a:pt x="923253" y="159265"/>
                  </a:lnTo>
                  <a:lnTo>
                    <a:pt x="929695" y="153987"/>
                  </a:lnTo>
                  <a:lnTo>
                    <a:pt x="933644" y="152666"/>
                  </a:lnTo>
                  <a:lnTo>
                    <a:pt x="964841" y="152666"/>
                  </a:lnTo>
                  <a:lnTo>
                    <a:pt x="970647" y="151607"/>
                  </a:lnTo>
                  <a:lnTo>
                    <a:pt x="977712" y="149593"/>
                  </a:lnTo>
                  <a:lnTo>
                    <a:pt x="985215" y="146773"/>
                  </a:lnTo>
                  <a:lnTo>
                    <a:pt x="992533" y="143240"/>
                  </a:lnTo>
                  <a:lnTo>
                    <a:pt x="995293" y="141479"/>
                  </a:lnTo>
                  <a:lnTo>
                    <a:pt x="951122" y="141479"/>
                  </a:lnTo>
                  <a:lnTo>
                    <a:pt x="945530" y="139132"/>
                  </a:lnTo>
                  <a:lnTo>
                    <a:pt x="933813" y="109505"/>
                  </a:lnTo>
                  <a:lnTo>
                    <a:pt x="933885" y="105891"/>
                  </a:lnTo>
                  <a:lnTo>
                    <a:pt x="951391" y="70716"/>
                  </a:lnTo>
                  <a:lnTo>
                    <a:pt x="1030784" y="70716"/>
                  </a:lnTo>
                  <a:lnTo>
                    <a:pt x="1030784" y="58930"/>
                  </a:lnTo>
                  <a:close/>
                </a:path>
                <a:path w="1407159" h="247650">
                  <a:moveTo>
                    <a:pt x="1030784" y="212218"/>
                  </a:moveTo>
                  <a:lnTo>
                    <a:pt x="965467" y="212218"/>
                  </a:lnTo>
                  <a:lnTo>
                    <a:pt x="977754" y="212425"/>
                  </a:lnTo>
                  <a:lnTo>
                    <a:pt x="986737" y="212771"/>
                  </a:lnTo>
                  <a:lnTo>
                    <a:pt x="1006532" y="219946"/>
                  </a:lnTo>
                  <a:lnTo>
                    <a:pt x="1006532" y="226084"/>
                  </a:lnTo>
                  <a:lnTo>
                    <a:pt x="962759" y="235722"/>
                  </a:lnTo>
                  <a:lnTo>
                    <a:pt x="1015550" y="235722"/>
                  </a:lnTo>
                  <a:lnTo>
                    <a:pt x="1018152" y="234003"/>
                  </a:lnTo>
                  <a:lnTo>
                    <a:pt x="1028258" y="221971"/>
                  </a:lnTo>
                  <a:lnTo>
                    <a:pt x="1030784" y="215341"/>
                  </a:lnTo>
                  <a:lnTo>
                    <a:pt x="1030784" y="212218"/>
                  </a:lnTo>
                  <a:close/>
                </a:path>
                <a:path w="1407159" h="247650">
                  <a:moveTo>
                    <a:pt x="967308" y="176791"/>
                  </a:moveTo>
                  <a:lnTo>
                    <a:pt x="940022" y="176975"/>
                  </a:lnTo>
                  <a:lnTo>
                    <a:pt x="974951" y="176975"/>
                  </a:lnTo>
                  <a:lnTo>
                    <a:pt x="967308" y="176791"/>
                  </a:lnTo>
                  <a:close/>
                </a:path>
                <a:path w="1407159" h="247650">
                  <a:moveTo>
                    <a:pt x="964841" y="152666"/>
                  </a:moveTo>
                  <a:lnTo>
                    <a:pt x="938317" y="152666"/>
                  </a:lnTo>
                  <a:lnTo>
                    <a:pt x="957075" y="153219"/>
                  </a:lnTo>
                  <a:lnTo>
                    <a:pt x="957833" y="153219"/>
                  </a:lnTo>
                  <a:lnTo>
                    <a:pt x="963931" y="152822"/>
                  </a:lnTo>
                  <a:lnTo>
                    <a:pt x="964841" y="152666"/>
                  </a:lnTo>
                  <a:close/>
                </a:path>
                <a:path w="1407159" h="247650">
                  <a:moveTo>
                    <a:pt x="1006152" y="70716"/>
                  </a:moveTo>
                  <a:lnTo>
                    <a:pt x="965161" y="70716"/>
                  </a:lnTo>
                  <a:lnTo>
                    <a:pt x="970774" y="72835"/>
                  </a:lnTo>
                  <a:lnTo>
                    <a:pt x="970615" y="72835"/>
                  </a:lnTo>
                  <a:lnTo>
                    <a:pt x="982198" y="105891"/>
                  </a:lnTo>
                  <a:lnTo>
                    <a:pt x="982183" y="109505"/>
                  </a:lnTo>
                  <a:lnTo>
                    <a:pt x="964411" y="141479"/>
                  </a:lnTo>
                  <a:lnTo>
                    <a:pt x="995293" y="141479"/>
                  </a:lnTo>
                  <a:lnTo>
                    <a:pt x="1018095" y="109505"/>
                  </a:lnTo>
                  <a:lnTo>
                    <a:pt x="1018658" y="102024"/>
                  </a:lnTo>
                  <a:lnTo>
                    <a:pt x="1018658" y="95885"/>
                  </a:lnTo>
                  <a:lnTo>
                    <a:pt x="1017583" y="90053"/>
                  </a:lnTo>
                  <a:lnTo>
                    <a:pt x="1015437" y="84528"/>
                  </a:lnTo>
                  <a:lnTo>
                    <a:pt x="1013668" y="80354"/>
                  </a:lnTo>
                  <a:lnTo>
                    <a:pt x="1010573" y="75750"/>
                  </a:lnTo>
                  <a:lnTo>
                    <a:pt x="1006152" y="70716"/>
                  </a:lnTo>
                  <a:close/>
                </a:path>
                <a:path w="1407159" h="247650">
                  <a:moveTo>
                    <a:pt x="1078282" y="0"/>
                  </a:moveTo>
                  <a:lnTo>
                    <a:pt x="1068175" y="0"/>
                  </a:lnTo>
                  <a:lnTo>
                    <a:pt x="1063881" y="1750"/>
                  </a:lnTo>
                  <a:lnTo>
                    <a:pt x="1056806" y="8747"/>
                  </a:lnTo>
                  <a:lnTo>
                    <a:pt x="1055038" y="12890"/>
                  </a:lnTo>
                  <a:lnTo>
                    <a:pt x="1055038" y="22589"/>
                  </a:lnTo>
                  <a:lnTo>
                    <a:pt x="1056806" y="26763"/>
                  </a:lnTo>
                  <a:lnTo>
                    <a:pt x="1063881" y="33639"/>
                  </a:lnTo>
                  <a:lnTo>
                    <a:pt x="1068175" y="35358"/>
                  </a:lnTo>
                  <a:lnTo>
                    <a:pt x="1078157" y="35358"/>
                  </a:lnTo>
                  <a:lnTo>
                    <a:pt x="1082418" y="33639"/>
                  </a:lnTo>
                  <a:lnTo>
                    <a:pt x="1089618" y="26763"/>
                  </a:lnTo>
                  <a:lnTo>
                    <a:pt x="1091418" y="22589"/>
                  </a:lnTo>
                  <a:lnTo>
                    <a:pt x="1091418" y="12890"/>
                  </a:lnTo>
                  <a:lnTo>
                    <a:pt x="1089651" y="8747"/>
                  </a:lnTo>
                  <a:lnTo>
                    <a:pt x="1082577" y="1750"/>
                  </a:lnTo>
                  <a:lnTo>
                    <a:pt x="1078282" y="0"/>
                  </a:lnTo>
                  <a:close/>
                </a:path>
                <a:path w="1407159" h="247650">
                  <a:moveTo>
                    <a:pt x="1103547" y="176791"/>
                  </a:moveTo>
                  <a:lnTo>
                    <a:pt x="1042912" y="176791"/>
                  </a:lnTo>
                  <a:lnTo>
                    <a:pt x="1042912" y="188577"/>
                  </a:lnTo>
                  <a:lnTo>
                    <a:pt x="1103547" y="188577"/>
                  </a:lnTo>
                  <a:lnTo>
                    <a:pt x="1103547" y="176791"/>
                  </a:lnTo>
                  <a:close/>
                </a:path>
                <a:path w="1407159" h="247650">
                  <a:moveTo>
                    <a:pt x="1091418" y="58930"/>
                  </a:moveTo>
                  <a:lnTo>
                    <a:pt x="1042912" y="58930"/>
                  </a:lnTo>
                  <a:lnTo>
                    <a:pt x="1042912" y="70716"/>
                  </a:lnTo>
                  <a:lnTo>
                    <a:pt x="1047711" y="70962"/>
                  </a:lnTo>
                  <a:lnTo>
                    <a:pt x="1050933" y="71760"/>
                  </a:lnTo>
                  <a:lnTo>
                    <a:pt x="1054218" y="74461"/>
                  </a:lnTo>
                  <a:lnTo>
                    <a:pt x="1055038" y="77591"/>
                  </a:lnTo>
                  <a:lnTo>
                    <a:pt x="1055038" y="169917"/>
                  </a:lnTo>
                  <a:lnTo>
                    <a:pt x="1054190" y="173046"/>
                  </a:lnTo>
                  <a:lnTo>
                    <a:pt x="1052954" y="174029"/>
                  </a:lnTo>
                  <a:lnTo>
                    <a:pt x="1050679" y="175747"/>
                  </a:lnTo>
                  <a:lnTo>
                    <a:pt x="1046885" y="176791"/>
                  </a:lnTo>
                  <a:lnTo>
                    <a:pt x="1099735" y="176791"/>
                  </a:lnTo>
                  <a:lnTo>
                    <a:pt x="1095524" y="175747"/>
                  </a:lnTo>
                  <a:lnTo>
                    <a:pt x="1092241" y="173046"/>
                  </a:lnTo>
                  <a:lnTo>
                    <a:pt x="1091418" y="169917"/>
                  </a:lnTo>
                  <a:lnTo>
                    <a:pt x="1091418" y="58930"/>
                  </a:lnTo>
                  <a:close/>
                </a:path>
                <a:path w="1407159" h="247650">
                  <a:moveTo>
                    <a:pt x="1176308" y="70716"/>
                  </a:moveTo>
                  <a:lnTo>
                    <a:pt x="1139926" y="70716"/>
                  </a:lnTo>
                  <a:lnTo>
                    <a:pt x="1140021" y="150272"/>
                  </a:lnTo>
                  <a:lnTo>
                    <a:pt x="1140135" y="153219"/>
                  </a:lnTo>
                  <a:lnTo>
                    <a:pt x="1140252" y="156256"/>
                  </a:lnTo>
                  <a:lnTo>
                    <a:pt x="1140305" y="157638"/>
                  </a:lnTo>
                  <a:lnTo>
                    <a:pt x="1140542" y="160309"/>
                  </a:lnTo>
                  <a:lnTo>
                    <a:pt x="1140610" y="161076"/>
                  </a:lnTo>
                  <a:lnTo>
                    <a:pt x="1140686" y="161936"/>
                  </a:lnTo>
                  <a:lnTo>
                    <a:pt x="1166012" y="188577"/>
                  </a:lnTo>
                  <a:lnTo>
                    <a:pt x="1174601" y="188577"/>
                  </a:lnTo>
                  <a:lnTo>
                    <a:pt x="1186859" y="186597"/>
                  </a:lnTo>
                  <a:lnTo>
                    <a:pt x="1197293" y="180658"/>
                  </a:lnTo>
                  <a:lnTo>
                    <a:pt x="1205902" y="170759"/>
                  </a:lnTo>
                  <a:lnTo>
                    <a:pt x="1208720" y="165004"/>
                  </a:lnTo>
                  <a:lnTo>
                    <a:pt x="1183634" y="165004"/>
                  </a:lnTo>
                  <a:lnTo>
                    <a:pt x="1182150" y="164391"/>
                  </a:lnTo>
                  <a:lnTo>
                    <a:pt x="1178991" y="161936"/>
                  </a:lnTo>
                  <a:lnTo>
                    <a:pt x="1177886" y="160309"/>
                  </a:lnTo>
                  <a:lnTo>
                    <a:pt x="1176624" y="156256"/>
                  </a:lnTo>
                  <a:lnTo>
                    <a:pt x="1176411" y="153219"/>
                  </a:lnTo>
                  <a:lnTo>
                    <a:pt x="1176308" y="70716"/>
                  </a:lnTo>
                  <a:close/>
                </a:path>
                <a:path w="1407159" h="247650">
                  <a:moveTo>
                    <a:pt x="1200561" y="153219"/>
                  </a:moveTo>
                  <a:lnTo>
                    <a:pt x="1195635" y="161076"/>
                  </a:lnTo>
                  <a:lnTo>
                    <a:pt x="1190456" y="165004"/>
                  </a:lnTo>
                  <a:lnTo>
                    <a:pt x="1208720" y="165004"/>
                  </a:lnTo>
                  <a:lnTo>
                    <a:pt x="1212688" y="156902"/>
                  </a:lnTo>
                  <a:lnTo>
                    <a:pt x="1200561" y="153219"/>
                  </a:lnTo>
                  <a:close/>
                </a:path>
                <a:path w="1407159" h="247650">
                  <a:moveTo>
                    <a:pt x="1176308" y="11785"/>
                  </a:moveTo>
                  <a:lnTo>
                    <a:pt x="1172329" y="11785"/>
                  </a:lnTo>
                  <a:lnTo>
                    <a:pt x="1168178" y="19692"/>
                  </a:lnTo>
                  <a:lnTo>
                    <a:pt x="1163684" y="27209"/>
                  </a:lnTo>
                  <a:lnTo>
                    <a:pt x="1135100" y="60059"/>
                  </a:lnTo>
                  <a:lnTo>
                    <a:pt x="1127799" y="66113"/>
                  </a:lnTo>
                  <a:lnTo>
                    <a:pt x="1127799" y="70716"/>
                  </a:lnTo>
                  <a:lnTo>
                    <a:pt x="1200561" y="70716"/>
                  </a:lnTo>
                  <a:lnTo>
                    <a:pt x="1200561" y="58930"/>
                  </a:lnTo>
                  <a:lnTo>
                    <a:pt x="1176308" y="58930"/>
                  </a:lnTo>
                  <a:lnTo>
                    <a:pt x="1176308" y="11785"/>
                  </a:lnTo>
                  <a:close/>
                </a:path>
                <a:path w="1407159" h="247650">
                  <a:moveTo>
                    <a:pt x="1236940" y="153219"/>
                  </a:moveTo>
                  <a:lnTo>
                    <a:pt x="1224814" y="153219"/>
                  </a:lnTo>
                  <a:lnTo>
                    <a:pt x="1224814" y="188577"/>
                  </a:lnTo>
                  <a:lnTo>
                    <a:pt x="1236940" y="188577"/>
                  </a:lnTo>
                  <a:lnTo>
                    <a:pt x="1238838" y="180721"/>
                  </a:lnTo>
                  <a:lnTo>
                    <a:pt x="1241110" y="176791"/>
                  </a:lnTo>
                  <a:lnTo>
                    <a:pt x="1265680" y="176791"/>
                  </a:lnTo>
                  <a:lnTo>
                    <a:pt x="1259363" y="174828"/>
                  </a:lnTo>
                  <a:lnTo>
                    <a:pt x="1245974" y="166970"/>
                  </a:lnTo>
                  <a:lnTo>
                    <a:pt x="1240731" y="161076"/>
                  </a:lnTo>
                  <a:lnTo>
                    <a:pt x="1236940" y="153219"/>
                  </a:lnTo>
                  <a:close/>
                </a:path>
                <a:path w="1407159" h="247650">
                  <a:moveTo>
                    <a:pt x="1262711" y="58930"/>
                  </a:moveTo>
                  <a:lnTo>
                    <a:pt x="1257026" y="58930"/>
                  </a:lnTo>
                  <a:lnTo>
                    <a:pt x="1249631" y="59632"/>
                  </a:lnTo>
                  <a:lnTo>
                    <a:pt x="1224898" y="94288"/>
                  </a:lnTo>
                  <a:lnTo>
                    <a:pt x="1224814" y="103865"/>
                  </a:lnTo>
                  <a:lnTo>
                    <a:pt x="1227909" y="111599"/>
                  </a:lnTo>
                  <a:lnTo>
                    <a:pt x="1262142" y="139409"/>
                  </a:lnTo>
                  <a:lnTo>
                    <a:pt x="1271995" y="145545"/>
                  </a:lnTo>
                  <a:lnTo>
                    <a:pt x="1278343" y="150119"/>
                  </a:lnTo>
                  <a:lnTo>
                    <a:pt x="1284027" y="156135"/>
                  </a:lnTo>
                  <a:lnTo>
                    <a:pt x="1285449" y="159664"/>
                  </a:lnTo>
                  <a:lnTo>
                    <a:pt x="1285449" y="167399"/>
                  </a:lnTo>
                  <a:lnTo>
                    <a:pt x="1284155" y="170500"/>
                  </a:lnTo>
                  <a:lnTo>
                    <a:pt x="1278976" y="175534"/>
                  </a:lnTo>
                  <a:lnTo>
                    <a:pt x="1275659" y="176791"/>
                  </a:lnTo>
                  <a:lnTo>
                    <a:pt x="1244773" y="176791"/>
                  </a:lnTo>
                  <a:lnTo>
                    <a:pt x="1246479" y="177590"/>
                  </a:lnTo>
                  <a:lnTo>
                    <a:pt x="1258227" y="185446"/>
                  </a:lnTo>
                  <a:lnTo>
                    <a:pt x="1265744" y="188577"/>
                  </a:lnTo>
                  <a:lnTo>
                    <a:pt x="1278628" y="188577"/>
                  </a:lnTo>
                  <a:lnTo>
                    <a:pt x="1308567" y="162151"/>
                  </a:lnTo>
                  <a:lnTo>
                    <a:pt x="1309704" y="141617"/>
                  </a:lnTo>
                  <a:lnTo>
                    <a:pt x="1307556" y="134956"/>
                  </a:lnTo>
                  <a:lnTo>
                    <a:pt x="1276544" y="107271"/>
                  </a:lnTo>
                  <a:lnTo>
                    <a:pt x="1267401" y="101338"/>
                  </a:lnTo>
                  <a:lnTo>
                    <a:pt x="1260248" y="96337"/>
                  </a:lnTo>
                  <a:lnTo>
                    <a:pt x="1255084" y="92269"/>
                  </a:lnTo>
                  <a:lnTo>
                    <a:pt x="1251911" y="89133"/>
                  </a:lnTo>
                  <a:lnTo>
                    <a:pt x="1250015" y="86923"/>
                  </a:lnTo>
                  <a:lnTo>
                    <a:pt x="1249069" y="84711"/>
                  </a:lnTo>
                  <a:lnTo>
                    <a:pt x="1249177" y="79004"/>
                  </a:lnTo>
                  <a:lnTo>
                    <a:pt x="1250048" y="76549"/>
                  </a:lnTo>
                  <a:lnTo>
                    <a:pt x="1253963" y="71882"/>
                  </a:lnTo>
                  <a:lnTo>
                    <a:pt x="1256332" y="70716"/>
                  </a:lnTo>
                  <a:lnTo>
                    <a:pt x="1276984" y="70716"/>
                  </a:lnTo>
                  <a:lnTo>
                    <a:pt x="1275407" y="69611"/>
                  </a:lnTo>
                  <a:lnTo>
                    <a:pt x="1273511" y="67402"/>
                  </a:lnTo>
                  <a:lnTo>
                    <a:pt x="1268205" y="61755"/>
                  </a:lnTo>
                  <a:lnTo>
                    <a:pt x="1262711" y="58930"/>
                  </a:lnTo>
                  <a:close/>
                </a:path>
                <a:path w="1407159" h="247650">
                  <a:moveTo>
                    <a:pt x="1297575" y="58930"/>
                  </a:moveTo>
                  <a:lnTo>
                    <a:pt x="1285449" y="58930"/>
                  </a:lnTo>
                  <a:lnTo>
                    <a:pt x="1283681" y="64455"/>
                  </a:lnTo>
                  <a:lnTo>
                    <a:pt x="1282386" y="67800"/>
                  </a:lnTo>
                  <a:lnTo>
                    <a:pt x="1281112" y="69611"/>
                  </a:lnTo>
                  <a:lnTo>
                    <a:pt x="1280686" y="70164"/>
                  </a:lnTo>
                  <a:lnTo>
                    <a:pt x="1279638" y="70716"/>
                  </a:lnTo>
                  <a:lnTo>
                    <a:pt x="1263533" y="70716"/>
                  </a:lnTo>
                  <a:lnTo>
                    <a:pt x="1267984" y="72373"/>
                  </a:lnTo>
                  <a:lnTo>
                    <a:pt x="1276954" y="79004"/>
                  </a:lnTo>
                  <a:lnTo>
                    <a:pt x="1281281" y="85204"/>
                  </a:lnTo>
                  <a:lnTo>
                    <a:pt x="1285449" y="94288"/>
                  </a:lnTo>
                  <a:lnTo>
                    <a:pt x="1297575" y="94288"/>
                  </a:lnTo>
                  <a:lnTo>
                    <a:pt x="1297575" y="58930"/>
                  </a:lnTo>
                  <a:close/>
                </a:path>
                <a:path w="1407159" h="247650">
                  <a:moveTo>
                    <a:pt x="1321831" y="0"/>
                  </a:moveTo>
                  <a:lnTo>
                    <a:pt x="1321831" y="11785"/>
                  </a:lnTo>
                  <a:lnTo>
                    <a:pt x="1328806" y="15423"/>
                  </a:lnTo>
                  <a:lnTo>
                    <a:pt x="1334952" y="19336"/>
                  </a:lnTo>
                  <a:lnTo>
                    <a:pt x="1359661" y="52543"/>
                  </a:lnTo>
                  <a:lnTo>
                    <a:pt x="1369906" y="104855"/>
                  </a:lnTo>
                  <a:lnTo>
                    <a:pt x="1370338" y="123201"/>
                  </a:lnTo>
                  <a:lnTo>
                    <a:pt x="1369865" y="142780"/>
                  </a:lnTo>
                  <a:lnTo>
                    <a:pt x="1362759" y="187840"/>
                  </a:lnTo>
                  <a:lnTo>
                    <a:pt x="1341655" y="222393"/>
                  </a:lnTo>
                  <a:lnTo>
                    <a:pt x="1321831" y="235722"/>
                  </a:lnTo>
                  <a:lnTo>
                    <a:pt x="1321831" y="247507"/>
                  </a:lnTo>
                  <a:lnTo>
                    <a:pt x="1368814" y="218042"/>
                  </a:lnTo>
                  <a:lnTo>
                    <a:pt x="1392809" y="184814"/>
                  </a:lnTo>
                  <a:lnTo>
                    <a:pt x="1405172" y="145864"/>
                  </a:lnTo>
                  <a:lnTo>
                    <a:pt x="1406718" y="124491"/>
                  </a:lnTo>
                  <a:lnTo>
                    <a:pt x="1405172" y="102847"/>
                  </a:lnTo>
                  <a:lnTo>
                    <a:pt x="1392809" y="63391"/>
                  </a:lnTo>
                  <a:lnTo>
                    <a:pt x="1368957" y="29850"/>
                  </a:lnTo>
                  <a:lnTo>
                    <a:pt x="1338877" y="7061"/>
                  </a:lnTo>
                  <a:lnTo>
                    <a:pt x="132183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9" name="object 339"/>
            <p:cNvSpPr/>
            <p:nvPr/>
          </p:nvSpPr>
          <p:spPr>
            <a:xfrm>
              <a:off x="8299115" y="2027941"/>
              <a:ext cx="182245" cy="177165"/>
            </a:xfrm>
            <a:custGeom>
              <a:avLst/>
              <a:gdLst/>
              <a:ahLst/>
              <a:cxnLst/>
              <a:rect l="l" t="t" r="r" b="b"/>
              <a:pathLst>
                <a:path w="182245" h="177164">
                  <a:moveTo>
                    <a:pt x="181903" y="176791"/>
                  </a:moveTo>
                  <a:lnTo>
                    <a:pt x="0" y="176791"/>
                  </a:lnTo>
                  <a:lnTo>
                    <a:pt x="0" y="0"/>
                  </a:lnTo>
                  <a:lnTo>
                    <a:pt x="181903" y="0"/>
                  </a:lnTo>
                  <a:lnTo>
                    <a:pt x="181903" y="176791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0" name="object 340"/>
            <p:cNvSpPr/>
            <p:nvPr/>
          </p:nvSpPr>
          <p:spPr>
            <a:xfrm>
              <a:off x="8299115" y="2027941"/>
              <a:ext cx="182245" cy="177165"/>
            </a:xfrm>
            <a:custGeom>
              <a:avLst/>
              <a:gdLst/>
              <a:ahLst/>
              <a:cxnLst/>
              <a:rect l="l" t="t" r="r" b="b"/>
              <a:pathLst>
                <a:path w="182245" h="177164">
                  <a:moveTo>
                    <a:pt x="0" y="0"/>
                  </a:moveTo>
                  <a:lnTo>
                    <a:pt x="181903" y="0"/>
                  </a:lnTo>
                  <a:lnTo>
                    <a:pt x="181903" y="176791"/>
                  </a:lnTo>
                  <a:lnTo>
                    <a:pt x="0" y="176791"/>
                  </a:lnTo>
                  <a:lnTo>
                    <a:pt x="0" y="0"/>
                  </a:lnTo>
                  <a:close/>
                </a:path>
              </a:pathLst>
            </a:custGeom>
            <a:ln w="1195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1" name="object 341"/>
            <p:cNvSpPr/>
            <p:nvPr/>
          </p:nvSpPr>
          <p:spPr>
            <a:xfrm>
              <a:off x="8578033" y="2027942"/>
              <a:ext cx="1404620" cy="247650"/>
            </a:xfrm>
            <a:custGeom>
              <a:avLst/>
              <a:gdLst/>
              <a:ahLst/>
              <a:cxnLst/>
              <a:rect l="l" t="t" r="r" b="b"/>
              <a:pathLst>
                <a:path w="1404620" h="247650">
                  <a:moveTo>
                    <a:pt x="169777" y="129092"/>
                  </a:moveTo>
                  <a:lnTo>
                    <a:pt x="165039" y="129092"/>
                  </a:lnTo>
                  <a:lnTo>
                    <a:pt x="160544" y="140608"/>
                  </a:lnTo>
                  <a:lnTo>
                    <a:pt x="154830" y="150478"/>
                  </a:lnTo>
                  <a:lnTo>
                    <a:pt x="119255" y="173913"/>
                  </a:lnTo>
                  <a:lnTo>
                    <a:pt x="92847" y="176790"/>
                  </a:lnTo>
                  <a:lnTo>
                    <a:pt x="0" y="176790"/>
                  </a:lnTo>
                  <a:lnTo>
                    <a:pt x="0" y="188577"/>
                  </a:lnTo>
                  <a:lnTo>
                    <a:pt x="159923" y="188577"/>
                  </a:lnTo>
                  <a:lnTo>
                    <a:pt x="169777" y="129092"/>
                  </a:lnTo>
                  <a:close/>
                </a:path>
                <a:path w="1404620" h="247650">
                  <a:moveTo>
                    <a:pt x="70534" y="176070"/>
                  </a:moveTo>
                  <a:lnTo>
                    <a:pt x="14124" y="176070"/>
                  </a:lnTo>
                  <a:lnTo>
                    <a:pt x="10737" y="176790"/>
                  </a:lnTo>
                  <a:lnTo>
                    <a:pt x="74594" y="176790"/>
                  </a:lnTo>
                  <a:lnTo>
                    <a:pt x="70534" y="176070"/>
                  </a:lnTo>
                  <a:close/>
                </a:path>
                <a:path w="1404620" h="247650">
                  <a:moveTo>
                    <a:pt x="60634" y="11784"/>
                  </a:moveTo>
                  <a:lnTo>
                    <a:pt x="11243" y="11784"/>
                  </a:lnTo>
                  <a:lnTo>
                    <a:pt x="15664" y="12889"/>
                  </a:lnTo>
                  <a:lnTo>
                    <a:pt x="18947" y="15100"/>
                  </a:lnTo>
                  <a:lnTo>
                    <a:pt x="24253" y="28082"/>
                  </a:lnTo>
                  <a:lnTo>
                    <a:pt x="24253" y="161443"/>
                  </a:lnTo>
                  <a:lnTo>
                    <a:pt x="23921" y="165281"/>
                  </a:lnTo>
                  <a:lnTo>
                    <a:pt x="23812" y="166538"/>
                  </a:lnTo>
                  <a:lnTo>
                    <a:pt x="22926" y="168503"/>
                  </a:lnTo>
                  <a:lnTo>
                    <a:pt x="21764" y="170988"/>
                  </a:lnTo>
                  <a:lnTo>
                    <a:pt x="21663" y="171203"/>
                  </a:lnTo>
                  <a:lnTo>
                    <a:pt x="19956" y="173107"/>
                  </a:lnTo>
                  <a:lnTo>
                    <a:pt x="17811" y="174212"/>
                  </a:lnTo>
                  <a:lnTo>
                    <a:pt x="14534" y="176070"/>
                  </a:lnTo>
                  <a:lnTo>
                    <a:pt x="70349" y="176070"/>
                  </a:lnTo>
                  <a:lnTo>
                    <a:pt x="64833" y="172953"/>
                  </a:lnTo>
                  <a:lnTo>
                    <a:pt x="63003" y="170988"/>
                  </a:lnTo>
                  <a:lnTo>
                    <a:pt x="61107" y="166201"/>
                  </a:lnTo>
                  <a:lnTo>
                    <a:pt x="60634" y="159664"/>
                  </a:lnTo>
                  <a:lnTo>
                    <a:pt x="60634" y="94288"/>
                  </a:lnTo>
                  <a:lnTo>
                    <a:pt x="109142" y="94288"/>
                  </a:lnTo>
                  <a:lnTo>
                    <a:pt x="109142" y="82500"/>
                  </a:lnTo>
                  <a:lnTo>
                    <a:pt x="60634" y="82500"/>
                  </a:lnTo>
                  <a:lnTo>
                    <a:pt x="60634" y="11784"/>
                  </a:lnTo>
                  <a:close/>
                </a:path>
                <a:path w="1404620" h="247650">
                  <a:moveTo>
                    <a:pt x="109142" y="94288"/>
                  </a:moveTo>
                  <a:lnTo>
                    <a:pt x="68845" y="94288"/>
                  </a:lnTo>
                  <a:lnTo>
                    <a:pt x="75097" y="95545"/>
                  </a:lnTo>
                  <a:lnTo>
                    <a:pt x="83687" y="100580"/>
                  </a:lnTo>
                  <a:lnTo>
                    <a:pt x="96918" y="140608"/>
                  </a:lnTo>
                  <a:lnTo>
                    <a:pt x="97014" y="141431"/>
                  </a:lnTo>
                  <a:lnTo>
                    <a:pt x="109142" y="141431"/>
                  </a:lnTo>
                  <a:lnTo>
                    <a:pt x="109142" y="94288"/>
                  </a:lnTo>
                  <a:close/>
                </a:path>
                <a:path w="1404620" h="247650">
                  <a:moveTo>
                    <a:pt x="109142" y="35358"/>
                  </a:moveTo>
                  <a:lnTo>
                    <a:pt x="97014" y="35358"/>
                  </a:lnTo>
                  <a:lnTo>
                    <a:pt x="95646" y="46257"/>
                  </a:lnTo>
                  <a:lnTo>
                    <a:pt x="93628" y="55752"/>
                  </a:lnTo>
                  <a:lnTo>
                    <a:pt x="64044" y="82500"/>
                  </a:lnTo>
                  <a:lnTo>
                    <a:pt x="109142" y="82500"/>
                  </a:lnTo>
                  <a:lnTo>
                    <a:pt x="109142" y="35358"/>
                  </a:lnTo>
                  <a:close/>
                </a:path>
                <a:path w="1404620" h="247650">
                  <a:moveTo>
                    <a:pt x="157650" y="0"/>
                  </a:moveTo>
                  <a:lnTo>
                    <a:pt x="0" y="0"/>
                  </a:lnTo>
                  <a:lnTo>
                    <a:pt x="0" y="11784"/>
                  </a:lnTo>
                  <a:lnTo>
                    <a:pt x="84888" y="11784"/>
                  </a:lnTo>
                  <a:lnTo>
                    <a:pt x="94658" y="11945"/>
                  </a:lnTo>
                  <a:lnTo>
                    <a:pt x="134343" y="28082"/>
                  </a:lnTo>
                  <a:lnTo>
                    <a:pt x="145522" y="58929"/>
                  </a:lnTo>
                  <a:lnTo>
                    <a:pt x="157650" y="58929"/>
                  </a:lnTo>
                  <a:lnTo>
                    <a:pt x="157650" y="0"/>
                  </a:lnTo>
                  <a:close/>
                </a:path>
                <a:path w="1404620" h="247650">
                  <a:moveTo>
                    <a:pt x="242536" y="70716"/>
                  </a:moveTo>
                  <a:lnTo>
                    <a:pt x="206157" y="70716"/>
                  </a:lnTo>
                  <a:lnTo>
                    <a:pt x="206049" y="169915"/>
                  </a:lnTo>
                  <a:lnTo>
                    <a:pt x="205873" y="171512"/>
                  </a:lnTo>
                  <a:lnTo>
                    <a:pt x="204735" y="173965"/>
                  </a:lnTo>
                  <a:lnTo>
                    <a:pt x="203662" y="174948"/>
                  </a:lnTo>
                  <a:lnTo>
                    <a:pt x="200503" y="176422"/>
                  </a:lnTo>
                  <a:lnTo>
                    <a:pt x="197819" y="176790"/>
                  </a:lnTo>
                  <a:lnTo>
                    <a:pt x="194029" y="176790"/>
                  </a:lnTo>
                  <a:lnTo>
                    <a:pt x="194029" y="188577"/>
                  </a:lnTo>
                  <a:lnTo>
                    <a:pt x="254662" y="188577"/>
                  </a:lnTo>
                  <a:lnTo>
                    <a:pt x="254662" y="177035"/>
                  </a:lnTo>
                  <a:lnTo>
                    <a:pt x="249610" y="177035"/>
                  </a:lnTo>
                  <a:lnTo>
                    <a:pt x="246138" y="176175"/>
                  </a:lnTo>
                  <a:lnTo>
                    <a:pt x="244242" y="174212"/>
                  </a:lnTo>
                  <a:lnTo>
                    <a:pt x="243105" y="172984"/>
                  </a:lnTo>
                  <a:lnTo>
                    <a:pt x="242536" y="169915"/>
                  </a:lnTo>
                  <a:lnTo>
                    <a:pt x="242536" y="70716"/>
                  </a:lnTo>
                  <a:close/>
                </a:path>
                <a:path w="1404620" h="247650">
                  <a:moveTo>
                    <a:pt x="350542" y="70716"/>
                  </a:moveTo>
                  <a:lnTo>
                    <a:pt x="314162" y="70716"/>
                  </a:lnTo>
                  <a:lnTo>
                    <a:pt x="314054" y="169915"/>
                  </a:lnTo>
                  <a:lnTo>
                    <a:pt x="313877" y="171512"/>
                  </a:lnTo>
                  <a:lnTo>
                    <a:pt x="312741" y="173965"/>
                  </a:lnTo>
                  <a:lnTo>
                    <a:pt x="311666" y="174948"/>
                  </a:lnTo>
                  <a:lnTo>
                    <a:pt x="308509" y="176422"/>
                  </a:lnTo>
                  <a:lnTo>
                    <a:pt x="305824" y="176790"/>
                  </a:lnTo>
                  <a:lnTo>
                    <a:pt x="302033" y="176790"/>
                  </a:lnTo>
                  <a:lnTo>
                    <a:pt x="302033" y="188577"/>
                  </a:lnTo>
                  <a:lnTo>
                    <a:pt x="362668" y="188577"/>
                  </a:lnTo>
                  <a:lnTo>
                    <a:pt x="362668" y="177035"/>
                  </a:lnTo>
                  <a:lnTo>
                    <a:pt x="357615" y="177035"/>
                  </a:lnTo>
                  <a:lnTo>
                    <a:pt x="354142" y="176175"/>
                  </a:lnTo>
                  <a:lnTo>
                    <a:pt x="352248" y="174212"/>
                  </a:lnTo>
                  <a:lnTo>
                    <a:pt x="351110" y="172984"/>
                  </a:lnTo>
                  <a:lnTo>
                    <a:pt x="350542" y="169915"/>
                  </a:lnTo>
                  <a:lnTo>
                    <a:pt x="350542" y="70716"/>
                  </a:lnTo>
                  <a:close/>
                </a:path>
                <a:path w="1404620" h="247650">
                  <a:moveTo>
                    <a:pt x="254662" y="176790"/>
                  </a:moveTo>
                  <a:lnTo>
                    <a:pt x="249610" y="177035"/>
                  </a:lnTo>
                  <a:lnTo>
                    <a:pt x="254662" y="177035"/>
                  </a:lnTo>
                  <a:lnTo>
                    <a:pt x="254662" y="176790"/>
                  </a:lnTo>
                  <a:close/>
                </a:path>
                <a:path w="1404620" h="247650">
                  <a:moveTo>
                    <a:pt x="362668" y="176790"/>
                  </a:moveTo>
                  <a:lnTo>
                    <a:pt x="357615" y="177035"/>
                  </a:lnTo>
                  <a:lnTo>
                    <a:pt x="362668" y="177035"/>
                  </a:lnTo>
                  <a:lnTo>
                    <a:pt x="362668" y="176790"/>
                  </a:lnTo>
                  <a:close/>
                </a:path>
                <a:path w="1404620" h="247650">
                  <a:moveTo>
                    <a:pt x="266791" y="58929"/>
                  </a:moveTo>
                  <a:lnTo>
                    <a:pt x="181902" y="58929"/>
                  </a:lnTo>
                  <a:lnTo>
                    <a:pt x="181902" y="70716"/>
                  </a:lnTo>
                  <a:lnTo>
                    <a:pt x="266791" y="70716"/>
                  </a:lnTo>
                  <a:lnTo>
                    <a:pt x="266791" y="58929"/>
                  </a:lnTo>
                  <a:close/>
                </a:path>
                <a:path w="1404620" h="247650">
                  <a:moveTo>
                    <a:pt x="374797" y="58929"/>
                  </a:moveTo>
                  <a:lnTo>
                    <a:pt x="289907" y="58929"/>
                  </a:lnTo>
                  <a:lnTo>
                    <a:pt x="289907" y="70716"/>
                  </a:lnTo>
                  <a:lnTo>
                    <a:pt x="374797" y="70716"/>
                  </a:lnTo>
                  <a:lnTo>
                    <a:pt x="374797" y="58929"/>
                  </a:lnTo>
                  <a:close/>
                </a:path>
                <a:path w="1404620" h="247650">
                  <a:moveTo>
                    <a:pt x="268748" y="0"/>
                  </a:moveTo>
                  <a:lnTo>
                    <a:pt x="257884" y="0"/>
                  </a:lnTo>
                  <a:lnTo>
                    <a:pt x="246569" y="782"/>
                  </a:lnTo>
                  <a:lnTo>
                    <a:pt x="209639" y="26609"/>
                  </a:lnTo>
                  <a:lnTo>
                    <a:pt x="206157" y="43827"/>
                  </a:lnTo>
                  <a:lnTo>
                    <a:pt x="206157" y="58929"/>
                  </a:lnTo>
                  <a:lnTo>
                    <a:pt x="242536" y="58929"/>
                  </a:lnTo>
                  <a:lnTo>
                    <a:pt x="242625" y="19174"/>
                  </a:lnTo>
                  <a:lnTo>
                    <a:pt x="243199" y="16543"/>
                  </a:lnTo>
                  <a:lnTo>
                    <a:pt x="245854" y="12736"/>
                  </a:lnTo>
                  <a:lnTo>
                    <a:pt x="247526" y="11784"/>
                  </a:lnTo>
                  <a:lnTo>
                    <a:pt x="288046" y="11784"/>
                  </a:lnTo>
                  <a:lnTo>
                    <a:pt x="287287" y="10434"/>
                  </a:lnTo>
                  <a:lnTo>
                    <a:pt x="276801" y="2085"/>
                  </a:lnTo>
                  <a:lnTo>
                    <a:pt x="268748" y="0"/>
                  </a:lnTo>
                  <a:close/>
                </a:path>
                <a:path w="1404620" h="247650">
                  <a:moveTo>
                    <a:pt x="376753" y="0"/>
                  </a:moveTo>
                  <a:lnTo>
                    <a:pt x="365890" y="0"/>
                  </a:lnTo>
                  <a:lnTo>
                    <a:pt x="354574" y="782"/>
                  </a:lnTo>
                  <a:lnTo>
                    <a:pt x="317643" y="26609"/>
                  </a:lnTo>
                  <a:lnTo>
                    <a:pt x="314162" y="43827"/>
                  </a:lnTo>
                  <a:lnTo>
                    <a:pt x="314162" y="58929"/>
                  </a:lnTo>
                  <a:lnTo>
                    <a:pt x="350542" y="58929"/>
                  </a:lnTo>
                  <a:lnTo>
                    <a:pt x="350631" y="19174"/>
                  </a:lnTo>
                  <a:lnTo>
                    <a:pt x="351205" y="16543"/>
                  </a:lnTo>
                  <a:lnTo>
                    <a:pt x="353858" y="12736"/>
                  </a:lnTo>
                  <a:lnTo>
                    <a:pt x="355530" y="11784"/>
                  </a:lnTo>
                  <a:lnTo>
                    <a:pt x="396050" y="11784"/>
                  </a:lnTo>
                  <a:lnTo>
                    <a:pt x="395291" y="10434"/>
                  </a:lnTo>
                  <a:lnTo>
                    <a:pt x="384807" y="2085"/>
                  </a:lnTo>
                  <a:lnTo>
                    <a:pt x="376753" y="0"/>
                  </a:lnTo>
                  <a:close/>
                </a:path>
                <a:path w="1404620" h="247650">
                  <a:moveTo>
                    <a:pt x="288046" y="11784"/>
                  </a:moveTo>
                  <a:lnTo>
                    <a:pt x="251063" y="11784"/>
                  </a:lnTo>
                  <a:lnTo>
                    <a:pt x="252656" y="12522"/>
                  </a:lnTo>
                  <a:lnTo>
                    <a:pt x="252504" y="12522"/>
                  </a:lnTo>
                  <a:lnTo>
                    <a:pt x="253526" y="13627"/>
                  </a:lnTo>
                  <a:lnTo>
                    <a:pt x="254285" y="14362"/>
                  </a:lnTo>
                  <a:lnTo>
                    <a:pt x="254662" y="15529"/>
                  </a:lnTo>
                  <a:lnTo>
                    <a:pt x="254681" y="27837"/>
                  </a:lnTo>
                  <a:lnTo>
                    <a:pt x="256118" y="30139"/>
                  </a:lnTo>
                  <a:lnTo>
                    <a:pt x="261927" y="34312"/>
                  </a:lnTo>
                  <a:lnTo>
                    <a:pt x="265844" y="35358"/>
                  </a:lnTo>
                  <a:lnTo>
                    <a:pt x="276580" y="35358"/>
                  </a:lnTo>
                  <a:lnTo>
                    <a:pt x="281223" y="33853"/>
                  </a:lnTo>
                  <a:lnTo>
                    <a:pt x="288170" y="27837"/>
                  </a:lnTo>
                  <a:lnTo>
                    <a:pt x="289907" y="24307"/>
                  </a:lnTo>
                  <a:lnTo>
                    <a:pt x="289907" y="15100"/>
                  </a:lnTo>
                  <a:lnTo>
                    <a:pt x="288046" y="11784"/>
                  </a:lnTo>
                  <a:close/>
                </a:path>
                <a:path w="1404620" h="247650">
                  <a:moveTo>
                    <a:pt x="396050" y="11784"/>
                  </a:moveTo>
                  <a:lnTo>
                    <a:pt x="359069" y="11784"/>
                  </a:lnTo>
                  <a:lnTo>
                    <a:pt x="360661" y="12522"/>
                  </a:lnTo>
                  <a:lnTo>
                    <a:pt x="360509" y="12522"/>
                  </a:lnTo>
                  <a:lnTo>
                    <a:pt x="361532" y="13627"/>
                  </a:lnTo>
                  <a:lnTo>
                    <a:pt x="362291" y="14362"/>
                  </a:lnTo>
                  <a:lnTo>
                    <a:pt x="362668" y="15529"/>
                  </a:lnTo>
                  <a:lnTo>
                    <a:pt x="362687" y="27837"/>
                  </a:lnTo>
                  <a:lnTo>
                    <a:pt x="364121" y="30139"/>
                  </a:lnTo>
                  <a:lnTo>
                    <a:pt x="369933" y="34312"/>
                  </a:lnTo>
                  <a:lnTo>
                    <a:pt x="373848" y="35358"/>
                  </a:lnTo>
                  <a:lnTo>
                    <a:pt x="384586" y="35358"/>
                  </a:lnTo>
                  <a:lnTo>
                    <a:pt x="389228" y="33853"/>
                  </a:lnTo>
                  <a:lnTo>
                    <a:pt x="396175" y="27837"/>
                  </a:lnTo>
                  <a:lnTo>
                    <a:pt x="397913" y="24307"/>
                  </a:lnTo>
                  <a:lnTo>
                    <a:pt x="397913" y="15100"/>
                  </a:lnTo>
                  <a:lnTo>
                    <a:pt x="396050" y="11784"/>
                  </a:lnTo>
                  <a:close/>
                </a:path>
                <a:path w="1404620" h="247650">
                  <a:moveTo>
                    <a:pt x="470294" y="58929"/>
                  </a:moveTo>
                  <a:lnTo>
                    <a:pt x="426144" y="78450"/>
                  </a:lnTo>
                  <a:lnTo>
                    <a:pt x="410083" y="123752"/>
                  </a:lnTo>
                  <a:lnTo>
                    <a:pt x="410039" y="124306"/>
                  </a:lnTo>
                  <a:lnTo>
                    <a:pt x="410989" y="136286"/>
                  </a:lnTo>
                  <a:lnTo>
                    <a:pt x="411022" y="136713"/>
                  </a:lnTo>
                  <a:lnTo>
                    <a:pt x="434470" y="177699"/>
                  </a:lnTo>
                  <a:lnTo>
                    <a:pt x="470673" y="188577"/>
                  </a:lnTo>
                  <a:lnTo>
                    <a:pt x="483519" y="187368"/>
                  </a:lnTo>
                  <a:lnTo>
                    <a:pt x="484382" y="187368"/>
                  </a:lnTo>
                  <a:lnTo>
                    <a:pt x="497202" y="183281"/>
                  </a:lnTo>
                  <a:lnTo>
                    <a:pt x="507842" y="176790"/>
                  </a:lnTo>
                  <a:lnTo>
                    <a:pt x="465242" y="176790"/>
                  </a:lnTo>
                  <a:lnTo>
                    <a:pt x="460693" y="175256"/>
                  </a:lnTo>
                  <a:lnTo>
                    <a:pt x="446535" y="143918"/>
                  </a:lnTo>
                  <a:lnTo>
                    <a:pt x="446539" y="121853"/>
                  </a:lnTo>
                  <a:lnTo>
                    <a:pt x="452263" y="78695"/>
                  </a:lnTo>
                  <a:lnTo>
                    <a:pt x="465368" y="70716"/>
                  </a:lnTo>
                  <a:lnTo>
                    <a:pt x="506874" y="70716"/>
                  </a:lnTo>
                  <a:lnTo>
                    <a:pt x="501655" y="67217"/>
                  </a:lnTo>
                  <a:lnTo>
                    <a:pt x="494259" y="63591"/>
                  </a:lnTo>
                  <a:lnTo>
                    <a:pt x="486567" y="61001"/>
                  </a:lnTo>
                  <a:lnTo>
                    <a:pt x="478579" y="59447"/>
                  </a:lnTo>
                  <a:lnTo>
                    <a:pt x="470294" y="58929"/>
                  </a:lnTo>
                  <a:close/>
                </a:path>
                <a:path w="1404620" h="247650">
                  <a:moveTo>
                    <a:pt x="506874" y="70716"/>
                  </a:moveTo>
                  <a:lnTo>
                    <a:pt x="475728" y="70716"/>
                  </a:lnTo>
                  <a:lnTo>
                    <a:pt x="479518" y="71574"/>
                  </a:lnTo>
                  <a:lnTo>
                    <a:pt x="482423" y="73292"/>
                  </a:lnTo>
                  <a:lnTo>
                    <a:pt x="494727" y="104231"/>
                  </a:lnTo>
                  <a:lnTo>
                    <a:pt x="494715" y="130451"/>
                  </a:lnTo>
                  <a:lnTo>
                    <a:pt x="487222" y="170835"/>
                  </a:lnTo>
                  <a:lnTo>
                    <a:pt x="475348" y="176790"/>
                  </a:lnTo>
                  <a:lnTo>
                    <a:pt x="507842" y="176790"/>
                  </a:lnTo>
                  <a:lnTo>
                    <a:pt x="530335" y="136713"/>
                  </a:lnTo>
                  <a:lnTo>
                    <a:pt x="531270" y="124306"/>
                  </a:lnTo>
                  <a:lnTo>
                    <a:pt x="531207" y="121853"/>
                  </a:lnTo>
                  <a:lnTo>
                    <a:pt x="519508" y="83480"/>
                  </a:lnTo>
                  <a:lnTo>
                    <a:pt x="508470" y="71785"/>
                  </a:lnTo>
                  <a:lnTo>
                    <a:pt x="506874" y="70716"/>
                  </a:lnTo>
                  <a:close/>
                </a:path>
                <a:path w="1404620" h="247650">
                  <a:moveTo>
                    <a:pt x="604070" y="58929"/>
                  </a:moveTo>
                  <a:lnTo>
                    <a:pt x="555562" y="58929"/>
                  </a:lnTo>
                  <a:lnTo>
                    <a:pt x="555562" y="70716"/>
                  </a:lnTo>
                  <a:lnTo>
                    <a:pt x="559352" y="70961"/>
                  </a:lnTo>
                  <a:lnTo>
                    <a:pt x="561972" y="71390"/>
                  </a:lnTo>
                  <a:lnTo>
                    <a:pt x="564879" y="72618"/>
                  </a:lnTo>
                  <a:lnTo>
                    <a:pt x="565983" y="73601"/>
                  </a:lnTo>
                  <a:lnTo>
                    <a:pt x="567373" y="76055"/>
                  </a:lnTo>
                  <a:lnTo>
                    <a:pt x="567690" y="78572"/>
                  </a:lnTo>
                  <a:lnTo>
                    <a:pt x="567563" y="170651"/>
                  </a:lnTo>
                  <a:lnTo>
                    <a:pt x="566870" y="173352"/>
                  </a:lnTo>
                  <a:lnTo>
                    <a:pt x="563584" y="175808"/>
                  </a:lnTo>
                  <a:lnTo>
                    <a:pt x="560363" y="176545"/>
                  </a:lnTo>
                  <a:lnTo>
                    <a:pt x="555562" y="176790"/>
                  </a:lnTo>
                  <a:lnTo>
                    <a:pt x="555562" y="188577"/>
                  </a:lnTo>
                  <a:lnTo>
                    <a:pt x="616196" y="188577"/>
                  </a:lnTo>
                  <a:lnTo>
                    <a:pt x="616196" y="176790"/>
                  </a:lnTo>
                  <a:lnTo>
                    <a:pt x="612533" y="176545"/>
                  </a:lnTo>
                  <a:lnTo>
                    <a:pt x="609912" y="176053"/>
                  </a:lnTo>
                  <a:lnTo>
                    <a:pt x="606755" y="174579"/>
                  </a:lnTo>
                  <a:lnTo>
                    <a:pt x="605585" y="173352"/>
                  </a:lnTo>
                  <a:lnTo>
                    <a:pt x="604827" y="171634"/>
                  </a:lnTo>
                  <a:lnTo>
                    <a:pt x="604323" y="170651"/>
                  </a:lnTo>
                  <a:lnTo>
                    <a:pt x="604070" y="168441"/>
                  </a:lnTo>
                  <a:lnTo>
                    <a:pt x="604070" y="127986"/>
                  </a:lnTo>
                  <a:lnTo>
                    <a:pt x="614997" y="88640"/>
                  </a:lnTo>
                  <a:lnTo>
                    <a:pt x="615593" y="88210"/>
                  </a:lnTo>
                  <a:lnTo>
                    <a:pt x="604070" y="88210"/>
                  </a:lnTo>
                  <a:lnTo>
                    <a:pt x="604070" y="58929"/>
                  </a:lnTo>
                  <a:close/>
                </a:path>
                <a:path w="1404620" h="247650">
                  <a:moveTo>
                    <a:pt x="664348" y="82500"/>
                  </a:moveTo>
                  <a:lnTo>
                    <a:pt x="628954" y="82500"/>
                  </a:lnTo>
                  <a:lnTo>
                    <a:pt x="629523" y="82809"/>
                  </a:lnTo>
                  <a:lnTo>
                    <a:pt x="630091" y="83483"/>
                  </a:lnTo>
                  <a:lnTo>
                    <a:pt x="630407" y="83790"/>
                  </a:lnTo>
                  <a:lnTo>
                    <a:pt x="631577" y="85694"/>
                  </a:lnTo>
                  <a:lnTo>
                    <a:pt x="633255" y="88640"/>
                  </a:lnTo>
                  <a:lnTo>
                    <a:pt x="635656" y="92690"/>
                  </a:lnTo>
                  <a:lnTo>
                    <a:pt x="637797" y="94288"/>
                  </a:lnTo>
                  <a:lnTo>
                    <a:pt x="647146" y="94288"/>
                  </a:lnTo>
                  <a:lnTo>
                    <a:pt x="652862" y="92690"/>
                  </a:lnTo>
                  <a:lnTo>
                    <a:pt x="662336" y="86307"/>
                  </a:lnTo>
                  <a:lnTo>
                    <a:pt x="664348" y="82500"/>
                  </a:lnTo>
                  <a:close/>
                </a:path>
                <a:path w="1404620" h="247650">
                  <a:moveTo>
                    <a:pt x="647777" y="58929"/>
                  </a:moveTo>
                  <a:lnTo>
                    <a:pt x="635146" y="58929"/>
                  </a:lnTo>
                  <a:lnTo>
                    <a:pt x="629652" y="60463"/>
                  </a:lnTo>
                  <a:lnTo>
                    <a:pt x="604070" y="88210"/>
                  </a:lnTo>
                  <a:lnTo>
                    <a:pt x="615593" y="88210"/>
                  </a:lnTo>
                  <a:lnTo>
                    <a:pt x="619417" y="85448"/>
                  </a:lnTo>
                  <a:lnTo>
                    <a:pt x="622198" y="83483"/>
                  </a:lnTo>
                  <a:lnTo>
                    <a:pt x="625166" y="82500"/>
                  </a:lnTo>
                  <a:lnTo>
                    <a:pt x="664348" y="82500"/>
                  </a:lnTo>
                  <a:lnTo>
                    <a:pt x="664705" y="81826"/>
                  </a:lnTo>
                  <a:lnTo>
                    <a:pt x="664705" y="70716"/>
                  </a:lnTo>
                  <a:lnTo>
                    <a:pt x="662494" y="66448"/>
                  </a:lnTo>
                  <a:lnTo>
                    <a:pt x="653695" y="60463"/>
                  </a:lnTo>
                  <a:lnTo>
                    <a:pt x="647777" y="58929"/>
                  </a:lnTo>
                  <a:close/>
                </a:path>
                <a:path w="1404620" h="247650">
                  <a:moveTo>
                    <a:pt x="737466" y="70716"/>
                  </a:moveTo>
                  <a:lnTo>
                    <a:pt x="701085" y="70716"/>
                  </a:lnTo>
                  <a:lnTo>
                    <a:pt x="701180" y="150271"/>
                  </a:lnTo>
                  <a:lnTo>
                    <a:pt x="701294" y="153219"/>
                  </a:lnTo>
                  <a:lnTo>
                    <a:pt x="701411" y="156256"/>
                  </a:lnTo>
                  <a:lnTo>
                    <a:pt x="701464" y="157637"/>
                  </a:lnTo>
                  <a:lnTo>
                    <a:pt x="701701" y="160308"/>
                  </a:lnTo>
                  <a:lnTo>
                    <a:pt x="701769" y="161075"/>
                  </a:lnTo>
                  <a:lnTo>
                    <a:pt x="701846" y="161935"/>
                  </a:lnTo>
                  <a:lnTo>
                    <a:pt x="701938" y="162978"/>
                  </a:lnTo>
                  <a:lnTo>
                    <a:pt x="702602" y="166293"/>
                  </a:lnTo>
                  <a:lnTo>
                    <a:pt x="704242" y="171940"/>
                  </a:lnTo>
                  <a:lnTo>
                    <a:pt x="708032" y="177067"/>
                  </a:lnTo>
                  <a:lnTo>
                    <a:pt x="719908" y="186274"/>
                  </a:lnTo>
                  <a:lnTo>
                    <a:pt x="727170" y="188577"/>
                  </a:lnTo>
                  <a:lnTo>
                    <a:pt x="735759" y="188577"/>
                  </a:lnTo>
                  <a:lnTo>
                    <a:pt x="748017" y="186597"/>
                  </a:lnTo>
                  <a:lnTo>
                    <a:pt x="758451" y="180658"/>
                  </a:lnTo>
                  <a:lnTo>
                    <a:pt x="767061" y="170759"/>
                  </a:lnTo>
                  <a:lnTo>
                    <a:pt x="769879" y="165004"/>
                  </a:lnTo>
                  <a:lnTo>
                    <a:pt x="744792" y="165004"/>
                  </a:lnTo>
                  <a:lnTo>
                    <a:pt x="743308" y="164390"/>
                  </a:lnTo>
                  <a:lnTo>
                    <a:pt x="740152" y="161935"/>
                  </a:lnTo>
                  <a:lnTo>
                    <a:pt x="739044" y="160308"/>
                  </a:lnTo>
                  <a:lnTo>
                    <a:pt x="737782" y="156256"/>
                  </a:lnTo>
                  <a:lnTo>
                    <a:pt x="737569" y="153219"/>
                  </a:lnTo>
                  <a:lnTo>
                    <a:pt x="737466" y="70716"/>
                  </a:lnTo>
                  <a:close/>
                </a:path>
                <a:path w="1404620" h="247650">
                  <a:moveTo>
                    <a:pt x="761720" y="153219"/>
                  </a:moveTo>
                  <a:lnTo>
                    <a:pt x="756793" y="161075"/>
                  </a:lnTo>
                  <a:lnTo>
                    <a:pt x="751613" y="165004"/>
                  </a:lnTo>
                  <a:lnTo>
                    <a:pt x="769879" y="165004"/>
                  </a:lnTo>
                  <a:lnTo>
                    <a:pt x="773847" y="156900"/>
                  </a:lnTo>
                  <a:lnTo>
                    <a:pt x="761720" y="153219"/>
                  </a:lnTo>
                  <a:close/>
                </a:path>
                <a:path w="1404620" h="247650">
                  <a:moveTo>
                    <a:pt x="737466" y="11784"/>
                  </a:moveTo>
                  <a:lnTo>
                    <a:pt x="733487" y="11784"/>
                  </a:lnTo>
                  <a:lnTo>
                    <a:pt x="729335" y="19692"/>
                  </a:lnTo>
                  <a:lnTo>
                    <a:pt x="724841" y="27208"/>
                  </a:lnTo>
                  <a:lnTo>
                    <a:pt x="696258" y="60057"/>
                  </a:lnTo>
                  <a:lnTo>
                    <a:pt x="688957" y="66112"/>
                  </a:lnTo>
                  <a:lnTo>
                    <a:pt x="688957" y="70716"/>
                  </a:lnTo>
                  <a:lnTo>
                    <a:pt x="761720" y="70716"/>
                  </a:lnTo>
                  <a:lnTo>
                    <a:pt x="761720" y="58929"/>
                  </a:lnTo>
                  <a:lnTo>
                    <a:pt x="737466" y="58929"/>
                  </a:lnTo>
                  <a:lnTo>
                    <a:pt x="737466" y="11784"/>
                  </a:lnTo>
                  <a:close/>
                </a:path>
                <a:path w="1404620" h="247650">
                  <a:moveTo>
                    <a:pt x="943623" y="0"/>
                  </a:moveTo>
                  <a:lnTo>
                    <a:pt x="896370" y="29470"/>
                  </a:lnTo>
                  <a:lnTo>
                    <a:pt x="872590" y="62640"/>
                  </a:lnTo>
                  <a:lnTo>
                    <a:pt x="860275" y="101636"/>
                  </a:lnTo>
                  <a:lnTo>
                    <a:pt x="858735" y="123016"/>
                  </a:lnTo>
                  <a:lnTo>
                    <a:pt x="860281" y="144660"/>
                  </a:lnTo>
                  <a:lnTo>
                    <a:pt x="872644" y="184116"/>
                  </a:lnTo>
                  <a:lnTo>
                    <a:pt x="896494" y="217656"/>
                  </a:lnTo>
                  <a:lnTo>
                    <a:pt x="943623" y="247507"/>
                  </a:lnTo>
                  <a:lnTo>
                    <a:pt x="943623" y="235720"/>
                  </a:lnTo>
                  <a:lnTo>
                    <a:pt x="936648" y="232083"/>
                  </a:lnTo>
                  <a:lnTo>
                    <a:pt x="930501" y="228170"/>
                  </a:lnTo>
                  <a:lnTo>
                    <a:pt x="905791" y="194912"/>
                  </a:lnTo>
                  <a:lnTo>
                    <a:pt x="895547" y="142473"/>
                  </a:lnTo>
                  <a:lnTo>
                    <a:pt x="895115" y="124120"/>
                  </a:lnTo>
                  <a:lnTo>
                    <a:pt x="895588" y="104554"/>
                  </a:lnTo>
                  <a:lnTo>
                    <a:pt x="902694" y="59665"/>
                  </a:lnTo>
                  <a:lnTo>
                    <a:pt x="923798" y="25010"/>
                  </a:lnTo>
                  <a:lnTo>
                    <a:pt x="943623" y="11784"/>
                  </a:lnTo>
                  <a:lnTo>
                    <a:pt x="943623" y="0"/>
                  </a:lnTo>
                  <a:close/>
                </a:path>
                <a:path w="1404620" h="247650">
                  <a:moveTo>
                    <a:pt x="1016383" y="176790"/>
                  </a:moveTo>
                  <a:lnTo>
                    <a:pt x="955749" y="176790"/>
                  </a:lnTo>
                  <a:lnTo>
                    <a:pt x="955749" y="188577"/>
                  </a:lnTo>
                  <a:lnTo>
                    <a:pt x="1016383" y="188577"/>
                  </a:lnTo>
                  <a:lnTo>
                    <a:pt x="1016383" y="176790"/>
                  </a:lnTo>
                  <a:close/>
                </a:path>
                <a:path w="1404620" h="247650">
                  <a:moveTo>
                    <a:pt x="1004258" y="0"/>
                  </a:moveTo>
                  <a:lnTo>
                    <a:pt x="955749" y="0"/>
                  </a:lnTo>
                  <a:lnTo>
                    <a:pt x="955749" y="11784"/>
                  </a:lnTo>
                  <a:lnTo>
                    <a:pt x="960549" y="12030"/>
                  </a:lnTo>
                  <a:lnTo>
                    <a:pt x="963771" y="12828"/>
                  </a:lnTo>
                  <a:lnTo>
                    <a:pt x="967055" y="15529"/>
                  </a:lnTo>
                  <a:lnTo>
                    <a:pt x="967877" y="18660"/>
                  </a:lnTo>
                  <a:lnTo>
                    <a:pt x="967877" y="169915"/>
                  </a:lnTo>
                  <a:lnTo>
                    <a:pt x="967026" y="173045"/>
                  </a:lnTo>
                  <a:lnTo>
                    <a:pt x="965793" y="174028"/>
                  </a:lnTo>
                  <a:lnTo>
                    <a:pt x="963518" y="175747"/>
                  </a:lnTo>
                  <a:lnTo>
                    <a:pt x="959720" y="176790"/>
                  </a:lnTo>
                  <a:lnTo>
                    <a:pt x="1012574" y="176790"/>
                  </a:lnTo>
                  <a:lnTo>
                    <a:pt x="1008363" y="175747"/>
                  </a:lnTo>
                  <a:lnTo>
                    <a:pt x="1005077" y="173045"/>
                  </a:lnTo>
                  <a:lnTo>
                    <a:pt x="1004258" y="169915"/>
                  </a:lnTo>
                  <a:lnTo>
                    <a:pt x="1004258" y="0"/>
                  </a:lnTo>
                  <a:close/>
                </a:path>
                <a:path w="1404620" h="247650">
                  <a:moveTo>
                    <a:pt x="1100893" y="58929"/>
                  </a:moveTo>
                  <a:lnTo>
                    <a:pt x="1056744" y="78450"/>
                  </a:lnTo>
                  <a:lnTo>
                    <a:pt x="1040681" y="123752"/>
                  </a:lnTo>
                  <a:lnTo>
                    <a:pt x="1040638" y="124306"/>
                  </a:lnTo>
                  <a:lnTo>
                    <a:pt x="1041587" y="136286"/>
                  </a:lnTo>
                  <a:lnTo>
                    <a:pt x="1041621" y="136713"/>
                  </a:lnTo>
                  <a:lnTo>
                    <a:pt x="1044570" y="148337"/>
                  </a:lnTo>
                  <a:lnTo>
                    <a:pt x="1075454" y="183742"/>
                  </a:lnTo>
                  <a:lnTo>
                    <a:pt x="1101271" y="188577"/>
                  </a:lnTo>
                  <a:lnTo>
                    <a:pt x="1114117" y="187368"/>
                  </a:lnTo>
                  <a:lnTo>
                    <a:pt x="1114980" y="187368"/>
                  </a:lnTo>
                  <a:lnTo>
                    <a:pt x="1127800" y="183281"/>
                  </a:lnTo>
                  <a:lnTo>
                    <a:pt x="1138439" y="176790"/>
                  </a:lnTo>
                  <a:lnTo>
                    <a:pt x="1095841" y="176790"/>
                  </a:lnTo>
                  <a:lnTo>
                    <a:pt x="1091291" y="175256"/>
                  </a:lnTo>
                  <a:lnTo>
                    <a:pt x="1077133" y="143918"/>
                  </a:lnTo>
                  <a:lnTo>
                    <a:pt x="1077137" y="121853"/>
                  </a:lnTo>
                  <a:lnTo>
                    <a:pt x="1077372" y="114913"/>
                  </a:lnTo>
                  <a:lnTo>
                    <a:pt x="1077492" y="111367"/>
                  </a:lnTo>
                  <a:lnTo>
                    <a:pt x="1091070" y="72311"/>
                  </a:lnTo>
                  <a:lnTo>
                    <a:pt x="1095965" y="70716"/>
                  </a:lnTo>
                  <a:lnTo>
                    <a:pt x="1137472" y="70716"/>
                  </a:lnTo>
                  <a:lnTo>
                    <a:pt x="1132253" y="67217"/>
                  </a:lnTo>
                  <a:lnTo>
                    <a:pt x="1124857" y="63591"/>
                  </a:lnTo>
                  <a:lnTo>
                    <a:pt x="1117165" y="61001"/>
                  </a:lnTo>
                  <a:lnTo>
                    <a:pt x="1109176" y="59447"/>
                  </a:lnTo>
                  <a:lnTo>
                    <a:pt x="1100893" y="58929"/>
                  </a:lnTo>
                  <a:close/>
                </a:path>
                <a:path w="1404620" h="247650">
                  <a:moveTo>
                    <a:pt x="1137472" y="70716"/>
                  </a:moveTo>
                  <a:lnTo>
                    <a:pt x="1106326" y="70716"/>
                  </a:lnTo>
                  <a:lnTo>
                    <a:pt x="1110115" y="71574"/>
                  </a:lnTo>
                  <a:lnTo>
                    <a:pt x="1113020" y="73292"/>
                  </a:lnTo>
                  <a:lnTo>
                    <a:pt x="1125325" y="104231"/>
                  </a:lnTo>
                  <a:lnTo>
                    <a:pt x="1125313" y="130451"/>
                  </a:lnTo>
                  <a:lnTo>
                    <a:pt x="1124733" y="142660"/>
                  </a:lnTo>
                  <a:lnTo>
                    <a:pt x="1124674" y="143918"/>
                  </a:lnTo>
                  <a:lnTo>
                    <a:pt x="1105946" y="176790"/>
                  </a:lnTo>
                  <a:lnTo>
                    <a:pt x="1138439" y="176790"/>
                  </a:lnTo>
                  <a:lnTo>
                    <a:pt x="1160932" y="136713"/>
                  </a:lnTo>
                  <a:lnTo>
                    <a:pt x="1161030" y="136286"/>
                  </a:lnTo>
                  <a:lnTo>
                    <a:pt x="1161867" y="124306"/>
                  </a:lnTo>
                  <a:lnTo>
                    <a:pt x="1161804" y="121853"/>
                  </a:lnTo>
                  <a:lnTo>
                    <a:pt x="1161432" y="114913"/>
                  </a:lnTo>
                  <a:lnTo>
                    <a:pt x="1145018" y="77206"/>
                  </a:lnTo>
                  <a:lnTo>
                    <a:pt x="1139068" y="71785"/>
                  </a:lnTo>
                  <a:lnTo>
                    <a:pt x="1137472" y="70716"/>
                  </a:lnTo>
                  <a:close/>
                </a:path>
                <a:path w="1404620" h="247650">
                  <a:moveTo>
                    <a:pt x="1319555" y="58929"/>
                  </a:moveTo>
                  <a:lnTo>
                    <a:pt x="1247174" y="58929"/>
                  </a:lnTo>
                  <a:lnTo>
                    <a:pt x="1234336" y="59798"/>
                  </a:lnTo>
                  <a:lnTo>
                    <a:pt x="1195753" y="80112"/>
                  </a:lnTo>
                  <a:lnTo>
                    <a:pt x="1186280" y="104854"/>
                  </a:lnTo>
                  <a:lnTo>
                    <a:pt x="1186385" y="109503"/>
                  </a:lnTo>
                  <a:lnTo>
                    <a:pt x="1208591" y="145679"/>
                  </a:lnTo>
                  <a:lnTo>
                    <a:pt x="1215910" y="149350"/>
                  </a:lnTo>
                  <a:lnTo>
                    <a:pt x="1208668" y="152821"/>
                  </a:lnTo>
                  <a:lnTo>
                    <a:pt x="1186240" y="184812"/>
                  </a:lnTo>
                  <a:lnTo>
                    <a:pt x="1186871" y="191465"/>
                  </a:lnTo>
                  <a:lnTo>
                    <a:pt x="1189003" y="198106"/>
                  </a:lnTo>
                  <a:lnTo>
                    <a:pt x="1192555" y="203895"/>
                  </a:lnTo>
                  <a:lnTo>
                    <a:pt x="1197528" y="208833"/>
                  </a:lnTo>
                  <a:lnTo>
                    <a:pt x="1196520" y="210797"/>
                  </a:lnTo>
                  <a:lnTo>
                    <a:pt x="1194334" y="213254"/>
                  </a:lnTo>
                  <a:lnTo>
                    <a:pt x="1187801" y="218993"/>
                  </a:lnTo>
                  <a:lnTo>
                    <a:pt x="1186285" y="221970"/>
                  </a:lnTo>
                  <a:lnTo>
                    <a:pt x="1222873" y="245942"/>
                  </a:lnTo>
                  <a:lnTo>
                    <a:pt x="1248309" y="247507"/>
                  </a:lnTo>
                  <a:lnTo>
                    <a:pt x="1260271" y="247116"/>
                  </a:lnTo>
                  <a:lnTo>
                    <a:pt x="1300229" y="238422"/>
                  </a:lnTo>
                  <a:lnTo>
                    <a:pt x="1304320" y="235720"/>
                  </a:lnTo>
                  <a:lnTo>
                    <a:pt x="1251530" y="235720"/>
                  </a:lnTo>
                  <a:lnTo>
                    <a:pt x="1240127" y="235490"/>
                  </a:lnTo>
                  <a:lnTo>
                    <a:pt x="1239073" y="235490"/>
                  </a:lnTo>
                  <a:lnTo>
                    <a:pt x="1230122" y="234799"/>
                  </a:lnTo>
                  <a:lnTo>
                    <a:pt x="1229279" y="234799"/>
                  </a:lnTo>
                  <a:lnTo>
                    <a:pt x="1221316" y="233389"/>
                  </a:lnTo>
                  <a:lnTo>
                    <a:pt x="1216762" y="231576"/>
                  </a:lnTo>
                  <a:lnTo>
                    <a:pt x="1212529" y="228814"/>
                  </a:lnTo>
                  <a:lnTo>
                    <a:pt x="1210415" y="225714"/>
                  </a:lnTo>
                  <a:lnTo>
                    <a:pt x="1210415" y="218716"/>
                  </a:lnTo>
                  <a:lnTo>
                    <a:pt x="1213257" y="215892"/>
                  </a:lnTo>
                  <a:lnTo>
                    <a:pt x="1218942" y="213807"/>
                  </a:lnTo>
                  <a:lnTo>
                    <a:pt x="1221900" y="212770"/>
                  </a:lnTo>
                  <a:lnTo>
                    <a:pt x="1221274" y="212770"/>
                  </a:lnTo>
                  <a:lnTo>
                    <a:pt x="1227845" y="212216"/>
                  </a:lnTo>
                  <a:lnTo>
                    <a:pt x="1319555" y="212216"/>
                  </a:lnTo>
                  <a:lnTo>
                    <a:pt x="1319555" y="208097"/>
                  </a:lnTo>
                  <a:lnTo>
                    <a:pt x="1284075" y="178263"/>
                  </a:lnTo>
                  <a:lnTo>
                    <a:pt x="1263725" y="176974"/>
                  </a:lnTo>
                  <a:lnTo>
                    <a:pt x="1222352" y="176974"/>
                  </a:lnTo>
                  <a:lnTo>
                    <a:pt x="1217677" y="175961"/>
                  </a:lnTo>
                  <a:lnTo>
                    <a:pt x="1211867" y="171909"/>
                  </a:lnTo>
                  <a:lnTo>
                    <a:pt x="1210415" y="169301"/>
                  </a:lnTo>
                  <a:lnTo>
                    <a:pt x="1210415" y="162426"/>
                  </a:lnTo>
                  <a:lnTo>
                    <a:pt x="1212025" y="159264"/>
                  </a:lnTo>
                  <a:lnTo>
                    <a:pt x="1218467" y="153984"/>
                  </a:lnTo>
                  <a:lnTo>
                    <a:pt x="1222415" y="152665"/>
                  </a:lnTo>
                  <a:lnTo>
                    <a:pt x="1253620" y="152665"/>
                  </a:lnTo>
                  <a:lnTo>
                    <a:pt x="1259419" y="151607"/>
                  </a:lnTo>
                  <a:lnTo>
                    <a:pt x="1266483" y="149592"/>
                  </a:lnTo>
                  <a:lnTo>
                    <a:pt x="1273986" y="146771"/>
                  </a:lnTo>
                  <a:lnTo>
                    <a:pt x="1281304" y="143238"/>
                  </a:lnTo>
                  <a:lnTo>
                    <a:pt x="1284064" y="141478"/>
                  </a:lnTo>
                  <a:lnTo>
                    <a:pt x="1239897" y="141478"/>
                  </a:lnTo>
                  <a:lnTo>
                    <a:pt x="1234303" y="139131"/>
                  </a:lnTo>
                  <a:lnTo>
                    <a:pt x="1222584" y="109503"/>
                  </a:lnTo>
                  <a:lnTo>
                    <a:pt x="1222700" y="104854"/>
                  </a:lnTo>
                  <a:lnTo>
                    <a:pt x="1222985" y="98039"/>
                  </a:lnTo>
                  <a:lnTo>
                    <a:pt x="1224218" y="90050"/>
                  </a:lnTo>
                  <a:lnTo>
                    <a:pt x="1224317" y="89407"/>
                  </a:lnTo>
                  <a:lnTo>
                    <a:pt x="1226538" y="82754"/>
                  </a:lnTo>
                  <a:lnTo>
                    <a:pt x="1229647" y="78080"/>
                  </a:lnTo>
                  <a:lnTo>
                    <a:pt x="1234384" y="73171"/>
                  </a:lnTo>
                  <a:lnTo>
                    <a:pt x="1240162" y="70716"/>
                  </a:lnTo>
                  <a:lnTo>
                    <a:pt x="1319555" y="70716"/>
                  </a:lnTo>
                  <a:lnTo>
                    <a:pt x="1319555" y="58929"/>
                  </a:lnTo>
                  <a:close/>
                </a:path>
                <a:path w="1404620" h="247650">
                  <a:moveTo>
                    <a:pt x="1319555" y="0"/>
                  </a:moveTo>
                  <a:lnTo>
                    <a:pt x="1319555" y="11784"/>
                  </a:lnTo>
                  <a:lnTo>
                    <a:pt x="1326531" y="15421"/>
                  </a:lnTo>
                  <a:lnTo>
                    <a:pt x="1332677" y="19335"/>
                  </a:lnTo>
                  <a:lnTo>
                    <a:pt x="1357388" y="52541"/>
                  </a:lnTo>
                  <a:lnTo>
                    <a:pt x="1367631" y="104854"/>
                  </a:lnTo>
                  <a:lnTo>
                    <a:pt x="1367552" y="143238"/>
                  </a:lnTo>
                  <a:lnTo>
                    <a:pt x="1366236" y="159264"/>
                  </a:lnTo>
                  <a:lnTo>
                    <a:pt x="1366169" y="160078"/>
                  </a:lnTo>
                  <a:lnTo>
                    <a:pt x="1363800" y="175098"/>
                  </a:lnTo>
                  <a:lnTo>
                    <a:pt x="1360604" y="187380"/>
                  </a:lnTo>
                  <a:lnTo>
                    <a:pt x="1360484" y="187839"/>
                  </a:lnTo>
                  <a:lnTo>
                    <a:pt x="1339381" y="222392"/>
                  </a:lnTo>
                  <a:lnTo>
                    <a:pt x="1319555" y="235720"/>
                  </a:lnTo>
                  <a:lnTo>
                    <a:pt x="1319555" y="247507"/>
                  </a:lnTo>
                  <a:lnTo>
                    <a:pt x="1366685" y="217914"/>
                  </a:lnTo>
                  <a:lnTo>
                    <a:pt x="1390535" y="184812"/>
                  </a:lnTo>
                  <a:lnTo>
                    <a:pt x="1402899" y="145863"/>
                  </a:lnTo>
                  <a:lnTo>
                    <a:pt x="1404353" y="125744"/>
                  </a:lnTo>
                  <a:lnTo>
                    <a:pt x="1404334" y="122947"/>
                  </a:lnTo>
                  <a:lnTo>
                    <a:pt x="1402899" y="102844"/>
                  </a:lnTo>
                  <a:lnTo>
                    <a:pt x="1398325" y="82754"/>
                  </a:lnTo>
                  <a:lnTo>
                    <a:pt x="1398263" y="82477"/>
                  </a:lnTo>
                  <a:lnTo>
                    <a:pt x="1379717" y="45577"/>
                  </a:lnTo>
                  <a:lnTo>
                    <a:pt x="1352313" y="17011"/>
                  </a:lnTo>
                  <a:lnTo>
                    <a:pt x="1336603" y="7061"/>
                  </a:lnTo>
                  <a:lnTo>
                    <a:pt x="1319555" y="0"/>
                  </a:lnTo>
                  <a:close/>
                </a:path>
                <a:path w="1404620" h="247650">
                  <a:moveTo>
                    <a:pt x="1319555" y="212216"/>
                  </a:moveTo>
                  <a:lnTo>
                    <a:pt x="1254238" y="212216"/>
                  </a:lnTo>
                  <a:lnTo>
                    <a:pt x="1266525" y="212424"/>
                  </a:lnTo>
                  <a:lnTo>
                    <a:pt x="1275508" y="212770"/>
                  </a:lnTo>
                  <a:lnTo>
                    <a:pt x="1295303" y="219944"/>
                  </a:lnTo>
                  <a:lnTo>
                    <a:pt x="1295303" y="226082"/>
                  </a:lnTo>
                  <a:lnTo>
                    <a:pt x="1251530" y="235720"/>
                  </a:lnTo>
                  <a:lnTo>
                    <a:pt x="1304320" y="235720"/>
                  </a:lnTo>
                  <a:lnTo>
                    <a:pt x="1306923" y="234001"/>
                  </a:lnTo>
                  <a:lnTo>
                    <a:pt x="1317030" y="221970"/>
                  </a:lnTo>
                  <a:lnTo>
                    <a:pt x="1319555" y="215341"/>
                  </a:lnTo>
                  <a:lnTo>
                    <a:pt x="1319555" y="212216"/>
                  </a:lnTo>
                  <a:close/>
                </a:path>
                <a:path w="1404620" h="247650">
                  <a:moveTo>
                    <a:pt x="1256079" y="176790"/>
                  </a:moveTo>
                  <a:lnTo>
                    <a:pt x="1228793" y="176974"/>
                  </a:lnTo>
                  <a:lnTo>
                    <a:pt x="1263725" y="176974"/>
                  </a:lnTo>
                  <a:lnTo>
                    <a:pt x="1256079" y="176790"/>
                  </a:lnTo>
                  <a:close/>
                </a:path>
                <a:path w="1404620" h="247650">
                  <a:moveTo>
                    <a:pt x="1253620" y="152665"/>
                  </a:moveTo>
                  <a:lnTo>
                    <a:pt x="1227089" y="152665"/>
                  </a:lnTo>
                  <a:lnTo>
                    <a:pt x="1245848" y="153219"/>
                  </a:lnTo>
                  <a:lnTo>
                    <a:pt x="1246605" y="153219"/>
                  </a:lnTo>
                  <a:lnTo>
                    <a:pt x="1252713" y="152821"/>
                  </a:lnTo>
                  <a:lnTo>
                    <a:pt x="1253620" y="152665"/>
                  </a:lnTo>
                  <a:close/>
                </a:path>
                <a:path w="1404620" h="247650">
                  <a:moveTo>
                    <a:pt x="1294925" y="70716"/>
                  </a:moveTo>
                  <a:lnTo>
                    <a:pt x="1253931" y="70716"/>
                  </a:lnTo>
                  <a:lnTo>
                    <a:pt x="1259547" y="72833"/>
                  </a:lnTo>
                  <a:lnTo>
                    <a:pt x="1259388" y="72833"/>
                  </a:lnTo>
                  <a:lnTo>
                    <a:pt x="1263091" y="76793"/>
                  </a:lnTo>
                  <a:lnTo>
                    <a:pt x="1266572" y="81753"/>
                  </a:lnTo>
                  <a:lnTo>
                    <a:pt x="1269059" y="88532"/>
                  </a:lnTo>
                  <a:lnTo>
                    <a:pt x="1270466" y="96641"/>
                  </a:lnTo>
                  <a:lnTo>
                    <a:pt x="1270551" y="97130"/>
                  </a:lnTo>
                  <a:lnTo>
                    <a:pt x="1270785" y="102021"/>
                  </a:lnTo>
                  <a:lnTo>
                    <a:pt x="1270824" y="102844"/>
                  </a:lnTo>
                  <a:lnTo>
                    <a:pt x="1270920" y="104854"/>
                  </a:lnTo>
                  <a:lnTo>
                    <a:pt x="1253179" y="141478"/>
                  </a:lnTo>
                  <a:lnTo>
                    <a:pt x="1284064" y="141478"/>
                  </a:lnTo>
                  <a:lnTo>
                    <a:pt x="1305057" y="116760"/>
                  </a:lnTo>
                  <a:lnTo>
                    <a:pt x="1305179" y="116478"/>
                  </a:lnTo>
                  <a:lnTo>
                    <a:pt x="1306866" y="109503"/>
                  </a:lnTo>
                  <a:lnTo>
                    <a:pt x="1307367" y="102844"/>
                  </a:lnTo>
                  <a:lnTo>
                    <a:pt x="1307429" y="95885"/>
                  </a:lnTo>
                  <a:lnTo>
                    <a:pt x="1306355" y="90050"/>
                  </a:lnTo>
                  <a:lnTo>
                    <a:pt x="1304207" y="84527"/>
                  </a:lnTo>
                  <a:lnTo>
                    <a:pt x="1302440" y="80351"/>
                  </a:lnTo>
                  <a:lnTo>
                    <a:pt x="1299344" y="75749"/>
                  </a:lnTo>
                  <a:lnTo>
                    <a:pt x="1294925" y="7071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42" name="object 342"/>
          <p:cNvSpPr txBox="1"/>
          <p:nvPr/>
        </p:nvSpPr>
        <p:spPr>
          <a:xfrm>
            <a:off x="2029349" y="2110299"/>
            <a:ext cx="2019300" cy="4044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450" i="1">
                <a:latin typeface="Times New Roman"/>
                <a:cs typeface="Times New Roman"/>
              </a:rPr>
              <a:t>1</a:t>
            </a:r>
            <a:r>
              <a:rPr dirty="0" sz="2450" spc="30" i="1">
                <a:latin typeface="Times New Roman"/>
                <a:cs typeface="Times New Roman"/>
              </a:rPr>
              <a:t> </a:t>
            </a:r>
            <a:r>
              <a:rPr dirty="0" sz="2450" i="1">
                <a:latin typeface="Times New Roman"/>
                <a:cs typeface="Times New Roman"/>
              </a:rPr>
              <a:t>digit</a:t>
            </a:r>
            <a:r>
              <a:rPr dirty="0" sz="2450" spc="35" i="1">
                <a:latin typeface="Times New Roman"/>
                <a:cs typeface="Times New Roman"/>
              </a:rPr>
              <a:t> </a:t>
            </a:r>
            <a:r>
              <a:rPr dirty="0" sz="2450" i="1">
                <a:latin typeface="Times New Roman"/>
                <a:cs typeface="Times New Roman"/>
              </a:rPr>
              <a:t>~3.3</a:t>
            </a:r>
            <a:r>
              <a:rPr dirty="0" sz="2450" spc="40" i="1">
                <a:latin typeface="Times New Roman"/>
                <a:cs typeface="Times New Roman"/>
              </a:rPr>
              <a:t> </a:t>
            </a:r>
            <a:r>
              <a:rPr dirty="0" sz="2450" spc="-20" i="1">
                <a:latin typeface="Times New Roman"/>
                <a:cs typeface="Times New Roman"/>
              </a:rPr>
              <a:t>bits</a:t>
            </a:r>
            <a:endParaRPr sz="2450">
              <a:latin typeface="Times New Roman"/>
              <a:cs typeface="Times New Roman"/>
            </a:endParaRPr>
          </a:p>
        </p:txBody>
      </p:sp>
      <p:sp>
        <p:nvSpPr>
          <p:cNvPr id="343" name="object 343"/>
          <p:cNvSpPr txBox="1"/>
          <p:nvPr/>
        </p:nvSpPr>
        <p:spPr>
          <a:xfrm>
            <a:off x="8485199" y="2780766"/>
            <a:ext cx="1355725" cy="122428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334645">
              <a:lnSpc>
                <a:spcPct val="100000"/>
              </a:lnSpc>
              <a:spcBef>
                <a:spcPts val="135"/>
              </a:spcBef>
            </a:pPr>
            <a:r>
              <a:rPr dirty="0" sz="2450">
                <a:solidFill>
                  <a:srgbClr val="B6001A"/>
                </a:solidFill>
                <a:latin typeface="Times New Roman"/>
                <a:cs typeface="Times New Roman"/>
              </a:rPr>
              <a:t>768</a:t>
            </a:r>
            <a:r>
              <a:rPr dirty="0" sz="2450" spc="40">
                <a:solidFill>
                  <a:srgbClr val="B6001A"/>
                </a:solidFill>
                <a:latin typeface="Times New Roman"/>
                <a:cs typeface="Times New Roman"/>
              </a:rPr>
              <a:t> </a:t>
            </a:r>
            <a:r>
              <a:rPr dirty="0" sz="2450" spc="-20">
                <a:solidFill>
                  <a:srgbClr val="B6001A"/>
                </a:solidFill>
                <a:latin typeface="Times New Roman"/>
                <a:cs typeface="Times New Roman"/>
              </a:rPr>
              <a:t>bits</a:t>
            </a:r>
            <a:endParaRPr sz="24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95"/>
              </a:spcBef>
            </a:pPr>
            <a:endParaRPr sz="24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2450">
                <a:latin typeface="Times New Roman"/>
                <a:cs typeface="Times New Roman"/>
              </a:rPr>
              <a:t>512</a:t>
            </a:r>
            <a:r>
              <a:rPr dirty="0" sz="2450" spc="40">
                <a:latin typeface="Times New Roman"/>
                <a:cs typeface="Times New Roman"/>
              </a:rPr>
              <a:t> </a:t>
            </a:r>
            <a:r>
              <a:rPr dirty="0" sz="2450" spc="-20">
                <a:latin typeface="Times New Roman"/>
                <a:cs typeface="Times New Roman"/>
              </a:rPr>
              <a:t>bits</a:t>
            </a:r>
            <a:endParaRPr sz="2450">
              <a:latin typeface="Times New Roman"/>
              <a:cs typeface="Times New Roman"/>
            </a:endParaRPr>
          </a:p>
        </p:txBody>
      </p:sp>
      <p:sp>
        <p:nvSpPr>
          <p:cNvPr id="344" name="object 344"/>
          <p:cNvSpPr/>
          <p:nvPr/>
        </p:nvSpPr>
        <p:spPr>
          <a:xfrm>
            <a:off x="7210394" y="6461648"/>
            <a:ext cx="1045210" cy="410845"/>
          </a:xfrm>
          <a:custGeom>
            <a:avLst/>
            <a:gdLst/>
            <a:ahLst/>
            <a:cxnLst/>
            <a:rect l="l" t="t" r="r" b="b"/>
            <a:pathLst>
              <a:path w="1045209" h="410845">
                <a:moveTo>
                  <a:pt x="1044988" y="0"/>
                </a:moveTo>
                <a:lnTo>
                  <a:pt x="0" y="0"/>
                </a:lnTo>
                <a:lnTo>
                  <a:pt x="0" y="410825"/>
                </a:lnTo>
                <a:lnTo>
                  <a:pt x="1044988" y="410825"/>
                </a:lnTo>
                <a:lnTo>
                  <a:pt x="104498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5" name="object 345"/>
          <p:cNvSpPr txBox="1"/>
          <p:nvPr/>
        </p:nvSpPr>
        <p:spPr>
          <a:xfrm>
            <a:off x="6544741" y="6496275"/>
            <a:ext cx="1299210" cy="34099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760095" algn="l"/>
              </a:tabLst>
            </a:pPr>
            <a:r>
              <a:rPr dirty="0" sz="2050" spc="-20" b="1">
                <a:latin typeface="Times New Roman"/>
                <a:cs typeface="Times New Roman"/>
              </a:rPr>
              <a:t>2000</a:t>
            </a:r>
            <a:r>
              <a:rPr dirty="0" sz="2050" b="1">
                <a:latin typeface="Times New Roman"/>
                <a:cs typeface="Times New Roman"/>
              </a:rPr>
              <a:t>	</a:t>
            </a:r>
            <a:r>
              <a:rPr dirty="0" sz="2050" spc="-20" b="1">
                <a:latin typeface="Times New Roman"/>
                <a:cs typeface="Times New Roman"/>
              </a:rPr>
              <a:t>2009</a:t>
            </a:r>
            <a:endParaRPr sz="20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602946" y="851622"/>
            <a:ext cx="3967479" cy="6407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4970"/>
              </a:lnSpc>
            </a:pPr>
            <a:r>
              <a:rPr dirty="0" sz="4550">
                <a:latin typeface="Times New Roman"/>
                <a:cs typeface="Times New Roman"/>
              </a:rPr>
              <a:t>Picture</a:t>
            </a:r>
            <a:r>
              <a:rPr dirty="0" sz="4550" spc="-30">
                <a:latin typeface="Times New Roman"/>
                <a:cs typeface="Times New Roman"/>
              </a:rPr>
              <a:t> </a:t>
            </a:r>
            <a:r>
              <a:rPr dirty="0" sz="4550">
                <a:latin typeface="Times New Roman"/>
                <a:cs typeface="Times New Roman"/>
              </a:rPr>
              <a:t>of</a:t>
            </a:r>
            <a:r>
              <a:rPr dirty="0" sz="4550" spc="-30">
                <a:latin typeface="Times New Roman"/>
                <a:cs typeface="Times New Roman"/>
              </a:rPr>
              <a:t> </a:t>
            </a:r>
            <a:r>
              <a:rPr dirty="0" sz="4550">
                <a:latin typeface="Times New Roman"/>
                <a:cs typeface="Times New Roman"/>
              </a:rPr>
              <a:t>the</a:t>
            </a:r>
            <a:r>
              <a:rPr dirty="0" sz="4550" spc="-25">
                <a:latin typeface="Times New Roman"/>
                <a:cs typeface="Times New Roman"/>
              </a:rPr>
              <a:t> lab</a:t>
            </a:r>
            <a:endParaRPr sz="455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0609" y="465236"/>
            <a:ext cx="8833104" cy="662579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530165" y="1332899"/>
            <a:ext cx="2997200" cy="72644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46355" rIns="0" bIns="0" rtlCol="0" vert="horz">
            <a:spAutoFit/>
          </a:bodyPr>
          <a:lstStyle/>
          <a:p>
            <a:pPr marL="156210" marR="143510" indent="43180">
              <a:lnSpc>
                <a:spcPct val="101000"/>
              </a:lnSpc>
              <a:spcBef>
                <a:spcPts val="365"/>
              </a:spcBef>
            </a:pPr>
            <a:r>
              <a:rPr dirty="0" sz="2050" spc="-10">
                <a:latin typeface="Arial"/>
                <a:cs typeface="Arial"/>
              </a:rPr>
              <a:t>11.7</a:t>
            </a:r>
            <a:r>
              <a:rPr dirty="0" sz="2050" spc="-6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T</a:t>
            </a:r>
            <a:r>
              <a:rPr dirty="0" sz="2050" spc="-6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Oxford</a:t>
            </a:r>
            <a:r>
              <a:rPr dirty="0" sz="2050" spc="-20">
                <a:latin typeface="Arial"/>
                <a:cs typeface="Arial"/>
              </a:rPr>
              <a:t> </a:t>
            </a:r>
            <a:r>
              <a:rPr dirty="0" sz="2050" spc="-10">
                <a:latin typeface="Arial"/>
                <a:cs typeface="Arial"/>
              </a:rPr>
              <a:t>magnet, </a:t>
            </a:r>
            <a:r>
              <a:rPr dirty="0" sz="2050">
                <a:latin typeface="Arial"/>
                <a:cs typeface="Arial"/>
              </a:rPr>
              <a:t>room</a:t>
            </a:r>
            <a:r>
              <a:rPr dirty="0" sz="2050" spc="15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temperature</a:t>
            </a:r>
            <a:r>
              <a:rPr dirty="0" sz="2050" spc="10">
                <a:latin typeface="Arial"/>
                <a:cs typeface="Arial"/>
              </a:rPr>
              <a:t> </a:t>
            </a:r>
            <a:r>
              <a:rPr dirty="0" sz="2050" spc="-20">
                <a:latin typeface="Arial"/>
                <a:cs typeface="Arial"/>
              </a:rPr>
              <a:t>bore</a:t>
            </a:r>
            <a:endParaRPr sz="205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3217848" y="1750239"/>
            <a:ext cx="3855085" cy="4029710"/>
            <a:chOff x="3217848" y="1750239"/>
            <a:chExt cx="3855085" cy="4029710"/>
          </a:xfrm>
        </p:grpSpPr>
        <p:sp>
          <p:nvSpPr>
            <p:cNvPr id="6" name="object 6"/>
            <p:cNvSpPr/>
            <p:nvPr/>
          </p:nvSpPr>
          <p:spPr>
            <a:xfrm>
              <a:off x="6344430" y="2226760"/>
              <a:ext cx="698500" cy="417195"/>
            </a:xfrm>
            <a:custGeom>
              <a:avLst/>
              <a:gdLst/>
              <a:ahLst/>
              <a:cxnLst/>
              <a:rect l="l" t="t" r="r" b="b"/>
              <a:pathLst>
                <a:path w="698500" h="417194">
                  <a:moveTo>
                    <a:pt x="698498" y="0"/>
                  </a:moveTo>
                  <a:lnTo>
                    <a:pt x="0" y="416644"/>
                  </a:lnTo>
                </a:path>
              </a:pathLst>
            </a:custGeom>
            <a:ln w="5915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6293628" y="2506587"/>
              <a:ext cx="198120" cy="167640"/>
            </a:xfrm>
            <a:custGeom>
              <a:avLst/>
              <a:gdLst/>
              <a:ahLst/>
              <a:cxnLst/>
              <a:rect l="l" t="t" r="r" b="b"/>
              <a:pathLst>
                <a:path w="198120" h="167639">
                  <a:moveTo>
                    <a:pt x="106958" y="0"/>
                  </a:moveTo>
                  <a:lnTo>
                    <a:pt x="0" y="167120"/>
                  </a:lnTo>
                  <a:lnTo>
                    <a:pt x="197852" y="152426"/>
                  </a:lnTo>
                  <a:lnTo>
                    <a:pt x="10695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3730610" y="1779814"/>
              <a:ext cx="258445" cy="837565"/>
            </a:xfrm>
            <a:custGeom>
              <a:avLst/>
              <a:gdLst/>
              <a:ahLst/>
              <a:cxnLst/>
              <a:rect l="l" t="t" r="r" b="b"/>
              <a:pathLst>
                <a:path w="258445" h="837564">
                  <a:moveTo>
                    <a:pt x="0" y="0"/>
                  </a:moveTo>
                  <a:lnTo>
                    <a:pt x="258012" y="837357"/>
                  </a:lnTo>
                </a:path>
              </a:pathLst>
            </a:custGeom>
            <a:ln w="591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3868991" y="2477968"/>
              <a:ext cx="170180" cy="196215"/>
            </a:xfrm>
            <a:custGeom>
              <a:avLst/>
              <a:gdLst/>
              <a:ahLst/>
              <a:cxnLst/>
              <a:rect l="l" t="t" r="r" b="b"/>
              <a:pathLst>
                <a:path w="170179" h="196214">
                  <a:moveTo>
                    <a:pt x="169580" y="0"/>
                  </a:moveTo>
                  <a:lnTo>
                    <a:pt x="0" y="52268"/>
                  </a:lnTo>
                  <a:lnTo>
                    <a:pt x="137050" y="195740"/>
                  </a:lnTo>
                  <a:lnTo>
                    <a:pt x="16958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6017404" y="5376627"/>
              <a:ext cx="970915" cy="373380"/>
            </a:xfrm>
            <a:custGeom>
              <a:avLst/>
              <a:gdLst/>
              <a:ahLst/>
              <a:cxnLst/>
              <a:rect l="l" t="t" r="r" b="b"/>
              <a:pathLst>
                <a:path w="970915" h="373379">
                  <a:moveTo>
                    <a:pt x="0" y="373311"/>
                  </a:moveTo>
                  <a:lnTo>
                    <a:pt x="970318" y="0"/>
                  </a:lnTo>
                </a:path>
              </a:pathLst>
            </a:custGeom>
            <a:ln w="5915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6845455" y="5336284"/>
              <a:ext cx="197485" cy="165735"/>
            </a:xfrm>
            <a:custGeom>
              <a:avLst/>
              <a:gdLst/>
              <a:ahLst/>
              <a:cxnLst/>
              <a:rect l="l" t="t" r="r" b="b"/>
              <a:pathLst>
                <a:path w="197484" h="165735">
                  <a:moveTo>
                    <a:pt x="0" y="0"/>
                  </a:moveTo>
                  <a:lnTo>
                    <a:pt x="63709" y="165643"/>
                  </a:lnTo>
                  <a:lnTo>
                    <a:pt x="197474" y="19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3259674" y="5003461"/>
              <a:ext cx="746760" cy="746760"/>
            </a:xfrm>
            <a:custGeom>
              <a:avLst/>
              <a:gdLst/>
              <a:ahLst/>
              <a:cxnLst/>
              <a:rect l="l" t="t" r="r" b="b"/>
              <a:pathLst>
                <a:path w="746760" h="746760">
                  <a:moveTo>
                    <a:pt x="746367" y="746477"/>
                  </a:moveTo>
                  <a:lnTo>
                    <a:pt x="0" y="0"/>
                  </a:lnTo>
                </a:path>
              </a:pathLst>
            </a:custGeom>
            <a:ln w="5915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3217848" y="4961629"/>
              <a:ext cx="188595" cy="188595"/>
            </a:xfrm>
            <a:custGeom>
              <a:avLst/>
              <a:gdLst/>
              <a:ahLst/>
              <a:cxnLst/>
              <a:rect l="l" t="t" r="r" b="b"/>
              <a:pathLst>
                <a:path w="188595" h="188595">
                  <a:moveTo>
                    <a:pt x="0" y="0"/>
                  </a:moveTo>
                  <a:lnTo>
                    <a:pt x="62737" y="188243"/>
                  </a:lnTo>
                  <a:lnTo>
                    <a:pt x="188215" y="627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 descr="$PPTXTitle"/>
          <p:cNvSpPr txBox="1">
            <a:spLocks noGrp="1"/>
          </p:cNvSpPr>
          <p:nvPr>
            <p:ph type="title"/>
          </p:nvPr>
        </p:nvSpPr>
        <p:spPr>
          <a:xfrm>
            <a:off x="1324945" y="780750"/>
            <a:ext cx="2997200" cy="726440"/>
          </a:xfrm>
          <a:prstGeom prst="rect"/>
          <a:solidFill>
            <a:srgbClr val="FFFFFF"/>
          </a:solidFill>
        </p:spPr>
        <p:txBody>
          <a:bodyPr wrap="square" lIns="0" tIns="46355" rIns="0" bIns="0" rtlCol="0" vert="horz">
            <a:spAutoFit/>
          </a:bodyPr>
          <a:lstStyle/>
          <a:p>
            <a:pPr marL="734060" marR="504190" indent="-217170">
              <a:lnSpc>
                <a:spcPct val="101000"/>
              </a:lnSpc>
              <a:spcBef>
                <a:spcPts val="365"/>
              </a:spcBef>
            </a:pPr>
            <a:r>
              <a:rPr dirty="0" sz="2050">
                <a:latin typeface="Arial"/>
                <a:cs typeface="Arial"/>
              </a:rPr>
              <a:t>4-channel</a:t>
            </a:r>
            <a:r>
              <a:rPr dirty="0" sz="2050" spc="75">
                <a:latin typeface="Arial"/>
                <a:cs typeface="Arial"/>
              </a:rPr>
              <a:t> </a:t>
            </a:r>
            <a:r>
              <a:rPr dirty="0" sz="2050" spc="-25">
                <a:latin typeface="Arial"/>
                <a:cs typeface="Arial"/>
              </a:rPr>
              <a:t>Varian </a:t>
            </a:r>
            <a:r>
              <a:rPr dirty="0" sz="2050" spc="-10">
                <a:latin typeface="Arial"/>
                <a:cs typeface="Arial"/>
              </a:rPr>
              <a:t>spectrometer</a:t>
            </a:r>
            <a:endParaRPr sz="205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927554" y="5907854"/>
            <a:ext cx="2366010" cy="72644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46355" rIns="0" bIns="0" rtlCol="0" vert="horz">
            <a:spAutoFit/>
          </a:bodyPr>
          <a:lstStyle/>
          <a:p>
            <a:pPr marL="133350" marR="120650" indent="116205">
              <a:lnSpc>
                <a:spcPct val="101000"/>
              </a:lnSpc>
              <a:spcBef>
                <a:spcPts val="365"/>
              </a:spcBef>
            </a:pPr>
            <a:r>
              <a:rPr dirty="0" sz="2050">
                <a:latin typeface="Arial"/>
                <a:cs typeface="Arial"/>
              </a:rPr>
              <a:t>grad</a:t>
            </a:r>
            <a:r>
              <a:rPr dirty="0" sz="2050" spc="20"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students</a:t>
            </a:r>
            <a:r>
              <a:rPr dirty="0" sz="2050" spc="35">
                <a:latin typeface="Arial"/>
                <a:cs typeface="Arial"/>
              </a:rPr>
              <a:t> </a:t>
            </a:r>
            <a:r>
              <a:rPr dirty="0" sz="2050" spc="-25">
                <a:latin typeface="Arial"/>
                <a:cs typeface="Arial"/>
              </a:rPr>
              <a:t>in </a:t>
            </a:r>
            <a:r>
              <a:rPr dirty="0" sz="2050">
                <a:latin typeface="Arial"/>
                <a:cs typeface="Arial"/>
              </a:rPr>
              <a:t>sunny</a:t>
            </a:r>
            <a:r>
              <a:rPr dirty="0" sz="2050" spc="35">
                <a:latin typeface="Arial"/>
                <a:cs typeface="Arial"/>
              </a:rPr>
              <a:t> </a:t>
            </a:r>
            <a:r>
              <a:rPr dirty="0" sz="2050" spc="-10">
                <a:latin typeface="Arial"/>
                <a:cs typeface="Arial"/>
              </a:rPr>
              <a:t>California...</a:t>
            </a:r>
            <a:endParaRPr sz="205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612088" y="3462620"/>
            <a:ext cx="2918460" cy="1042035"/>
          </a:xfrm>
          <a:prstGeom prst="rect">
            <a:avLst/>
          </a:prstGeom>
          <a:solidFill>
            <a:srgbClr val="FFFB00"/>
          </a:solidFill>
        </p:spPr>
        <p:txBody>
          <a:bodyPr wrap="square" lIns="0" tIns="48260" rIns="0" bIns="0" rtlCol="0" vert="horz">
            <a:spAutoFit/>
          </a:bodyPr>
          <a:lstStyle/>
          <a:p>
            <a:pPr marL="94615">
              <a:lnSpc>
                <a:spcPct val="100000"/>
              </a:lnSpc>
              <a:spcBef>
                <a:spcPts val="380"/>
              </a:spcBef>
            </a:pPr>
            <a:r>
              <a:rPr dirty="0" sz="6200" spc="-10">
                <a:solidFill>
                  <a:srgbClr val="FF0000"/>
                </a:solidFill>
                <a:latin typeface="Times New Roman"/>
                <a:cs typeface="Times New Roman"/>
              </a:rPr>
              <a:t>15=5x3</a:t>
            </a:r>
            <a:endParaRPr sz="62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9083273" y="6731267"/>
            <a:ext cx="209550" cy="2463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50" spc="-25">
                <a:latin typeface="Times New Roman"/>
                <a:cs typeface="Times New Roman"/>
              </a:rPr>
              <a:t>65</a:t>
            </a:r>
            <a:endParaRPr sz="14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675141" y="649731"/>
            <a:ext cx="7823834" cy="656590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4150"/>
              <a:t>Advantages</a:t>
            </a:r>
            <a:r>
              <a:rPr dirty="0" sz="4150" spc="-105"/>
              <a:t> </a:t>
            </a:r>
            <a:r>
              <a:rPr dirty="0" sz="4150"/>
              <a:t>of</a:t>
            </a:r>
            <a:r>
              <a:rPr dirty="0" sz="4150" spc="-100"/>
              <a:t> </a:t>
            </a:r>
            <a:r>
              <a:rPr dirty="0" sz="4150"/>
              <a:t>public</a:t>
            </a:r>
            <a:r>
              <a:rPr dirty="0" sz="4150" spc="-100"/>
              <a:t> </a:t>
            </a:r>
            <a:r>
              <a:rPr dirty="0" sz="4150"/>
              <a:t>key</a:t>
            </a:r>
            <a:r>
              <a:rPr dirty="0" sz="4150" spc="-100"/>
              <a:t> </a:t>
            </a:r>
            <a:r>
              <a:rPr dirty="0" sz="4150" spc="-10"/>
              <a:t>cryptology</a:t>
            </a:r>
            <a:endParaRPr sz="4150"/>
          </a:p>
        </p:txBody>
      </p:sp>
      <p:sp>
        <p:nvSpPr>
          <p:cNvPr id="3" name="object 3"/>
          <p:cNvSpPr txBox="1"/>
          <p:nvPr/>
        </p:nvSpPr>
        <p:spPr>
          <a:xfrm>
            <a:off x="1722352" y="1761919"/>
            <a:ext cx="7621905" cy="4841240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marL="367030" marR="506095" indent="-354965">
              <a:lnSpc>
                <a:spcPts val="3929"/>
              </a:lnSpc>
              <a:spcBef>
                <a:spcPts val="265"/>
              </a:spcBef>
              <a:buChar char="•"/>
              <a:tabLst>
                <a:tab pos="367030" algn="l"/>
              </a:tabLst>
            </a:pPr>
            <a:r>
              <a:rPr dirty="0" sz="3300">
                <a:latin typeface="Times New Roman"/>
                <a:cs typeface="Times New Roman"/>
              </a:rPr>
              <a:t>Reduce</a:t>
            </a:r>
            <a:r>
              <a:rPr dirty="0" sz="3300" spc="-2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protection</a:t>
            </a:r>
            <a:r>
              <a:rPr dirty="0" sz="3300" spc="-1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of</a:t>
            </a:r>
            <a:r>
              <a:rPr dirty="0" sz="3300" spc="-1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information</a:t>
            </a:r>
            <a:r>
              <a:rPr dirty="0" sz="3300" spc="-15">
                <a:latin typeface="Times New Roman"/>
                <a:cs typeface="Times New Roman"/>
              </a:rPr>
              <a:t> </a:t>
            </a:r>
            <a:r>
              <a:rPr dirty="0" sz="3300" spc="-25">
                <a:latin typeface="Times New Roman"/>
                <a:cs typeface="Times New Roman"/>
              </a:rPr>
              <a:t>to </a:t>
            </a:r>
            <a:r>
              <a:rPr dirty="0" sz="3300">
                <a:latin typeface="Times New Roman"/>
                <a:cs typeface="Times New Roman"/>
              </a:rPr>
              <a:t>protection</a:t>
            </a:r>
            <a:r>
              <a:rPr dirty="0" sz="3300" spc="-2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of</a:t>
            </a:r>
            <a:r>
              <a:rPr dirty="0" sz="3300" spc="-1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authenticity</a:t>
            </a:r>
            <a:r>
              <a:rPr dirty="0" sz="3300" spc="-1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of</a:t>
            </a:r>
            <a:r>
              <a:rPr dirty="0" sz="3300" spc="-1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public</a:t>
            </a:r>
            <a:r>
              <a:rPr dirty="0" sz="3300" spc="-15">
                <a:latin typeface="Times New Roman"/>
                <a:cs typeface="Times New Roman"/>
              </a:rPr>
              <a:t> </a:t>
            </a:r>
            <a:r>
              <a:rPr dirty="0" sz="3300" spc="-20">
                <a:latin typeface="Times New Roman"/>
                <a:cs typeface="Times New Roman"/>
              </a:rPr>
              <a:t>keys</a:t>
            </a:r>
            <a:endParaRPr sz="3300">
              <a:latin typeface="Times New Roman"/>
              <a:cs typeface="Times New Roman"/>
            </a:endParaRPr>
          </a:p>
          <a:p>
            <a:pPr marL="367030" marR="107950" indent="-354965">
              <a:lnSpc>
                <a:spcPct val="100000"/>
              </a:lnSpc>
              <a:spcBef>
                <a:spcPts val="750"/>
              </a:spcBef>
              <a:buChar char="•"/>
              <a:tabLst>
                <a:tab pos="367030" algn="l"/>
              </a:tabLst>
            </a:pPr>
            <a:r>
              <a:rPr dirty="0" sz="3300">
                <a:latin typeface="Times New Roman"/>
                <a:cs typeface="Times New Roman"/>
              </a:rPr>
              <a:t>Confidentiality</a:t>
            </a:r>
            <a:r>
              <a:rPr dirty="0" sz="3300" spc="-40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without</a:t>
            </a:r>
            <a:r>
              <a:rPr dirty="0" sz="3300" spc="-2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establishing</a:t>
            </a:r>
            <a:r>
              <a:rPr dirty="0" sz="3300" spc="-25">
                <a:latin typeface="Times New Roman"/>
                <a:cs typeface="Times New Roman"/>
              </a:rPr>
              <a:t> </a:t>
            </a:r>
            <a:r>
              <a:rPr dirty="0" sz="3300" spc="-10">
                <a:latin typeface="Times New Roman"/>
                <a:cs typeface="Times New Roman"/>
              </a:rPr>
              <a:t>secret </a:t>
            </a:r>
            <a:r>
              <a:rPr dirty="0" sz="3300" spc="-20">
                <a:latin typeface="Times New Roman"/>
                <a:cs typeface="Times New Roman"/>
              </a:rPr>
              <a:t>keys</a:t>
            </a:r>
            <a:endParaRPr sz="3300">
              <a:latin typeface="Times New Roman"/>
              <a:cs typeface="Times New Roman"/>
            </a:endParaRPr>
          </a:p>
          <a:p>
            <a:pPr lvl="1" marL="780415" indent="-294640">
              <a:lnSpc>
                <a:spcPct val="100000"/>
              </a:lnSpc>
              <a:spcBef>
                <a:spcPts val="665"/>
              </a:spcBef>
              <a:buChar char="–"/>
              <a:tabLst>
                <a:tab pos="780415" algn="l"/>
              </a:tabLst>
            </a:pPr>
            <a:r>
              <a:rPr dirty="0" sz="2900">
                <a:latin typeface="Times New Roman"/>
                <a:cs typeface="Times New Roman"/>
              </a:rPr>
              <a:t>extremely</a:t>
            </a:r>
            <a:r>
              <a:rPr dirty="0" sz="2900" spc="-50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useful</a:t>
            </a:r>
            <a:r>
              <a:rPr dirty="0" sz="2900" spc="-45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in</a:t>
            </a:r>
            <a:r>
              <a:rPr dirty="0" sz="2900" spc="-45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an</a:t>
            </a:r>
            <a:r>
              <a:rPr dirty="0" sz="2900" spc="-50">
                <a:latin typeface="Times New Roman"/>
                <a:cs typeface="Times New Roman"/>
              </a:rPr>
              <a:t> </a:t>
            </a:r>
            <a:r>
              <a:rPr dirty="0" sz="2900">
                <a:solidFill>
                  <a:srgbClr val="FF0000"/>
                </a:solidFill>
                <a:latin typeface="Times New Roman"/>
                <a:cs typeface="Times New Roman"/>
              </a:rPr>
              <a:t>open</a:t>
            </a:r>
            <a:r>
              <a:rPr dirty="0" sz="2900" spc="-45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900" spc="-10">
                <a:latin typeface="Times New Roman"/>
                <a:cs typeface="Times New Roman"/>
              </a:rPr>
              <a:t>environment</a:t>
            </a:r>
            <a:endParaRPr sz="2900">
              <a:latin typeface="Times New Roman"/>
              <a:cs typeface="Times New Roman"/>
            </a:endParaRPr>
          </a:p>
          <a:p>
            <a:pPr marL="367030" marR="284480" indent="-354965">
              <a:lnSpc>
                <a:spcPct val="100000"/>
              </a:lnSpc>
              <a:spcBef>
                <a:spcPts val="875"/>
              </a:spcBef>
              <a:buChar char="•"/>
              <a:tabLst>
                <a:tab pos="367030" algn="l"/>
              </a:tabLst>
            </a:pPr>
            <a:r>
              <a:rPr dirty="0" sz="3300">
                <a:latin typeface="Times New Roman"/>
                <a:cs typeface="Times New Roman"/>
              </a:rPr>
              <a:t>Data</a:t>
            </a:r>
            <a:r>
              <a:rPr dirty="0" sz="3300" spc="-30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authentication</a:t>
            </a:r>
            <a:r>
              <a:rPr dirty="0" sz="3300" spc="-20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without</a:t>
            </a:r>
            <a:r>
              <a:rPr dirty="0" sz="3300" spc="-20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shared</a:t>
            </a:r>
            <a:r>
              <a:rPr dirty="0" sz="3300" spc="-15">
                <a:latin typeface="Times New Roman"/>
                <a:cs typeface="Times New Roman"/>
              </a:rPr>
              <a:t> </a:t>
            </a:r>
            <a:r>
              <a:rPr dirty="0" sz="3300" spc="-10">
                <a:latin typeface="Times New Roman"/>
                <a:cs typeface="Times New Roman"/>
              </a:rPr>
              <a:t>secret </a:t>
            </a:r>
            <a:r>
              <a:rPr dirty="0" sz="3300">
                <a:latin typeface="Times New Roman"/>
                <a:cs typeface="Times New Roman"/>
              </a:rPr>
              <a:t>keys:</a:t>
            </a:r>
            <a:r>
              <a:rPr dirty="0" sz="3300" spc="-15">
                <a:latin typeface="Times New Roman"/>
                <a:cs typeface="Times New Roman"/>
              </a:rPr>
              <a:t> </a:t>
            </a:r>
            <a:r>
              <a:rPr dirty="0" sz="3300">
                <a:solidFill>
                  <a:srgbClr val="FF0000"/>
                </a:solidFill>
                <a:latin typeface="Times New Roman"/>
                <a:cs typeface="Times New Roman"/>
              </a:rPr>
              <a:t>digital</a:t>
            </a:r>
            <a:r>
              <a:rPr dirty="0" sz="3300" spc="-15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3300" spc="-10">
                <a:solidFill>
                  <a:srgbClr val="FF0000"/>
                </a:solidFill>
                <a:latin typeface="Times New Roman"/>
                <a:cs typeface="Times New Roman"/>
              </a:rPr>
              <a:t>signature</a:t>
            </a:r>
            <a:endParaRPr sz="3300">
              <a:latin typeface="Times New Roman"/>
              <a:cs typeface="Times New Roman"/>
            </a:endParaRPr>
          </a:p>
          <a:p>
            <a:pPr lvl="1" marL="780415" indent="-294640">
              <a:lnSpc>
                <a:spcPct val="100000"/>
              </a:lnSpc>
              <a:spcBef>
                <a:spcPts val="665"/>
              </a:spcBef>
              <a:buChar char="–"/>
              <a:tabLst>
                <a:tab pos="780415" algn="l"/>
              </a:tabLst>
            </a:pPr>
            <a:r>
              <a:rPr dirty="0" sz="2900">
                <a:latin typeface="Times New Roman"/>
                <a:cs typeface="Times New Roman"/>
              </a:rPr>
              <a:t>sender</a:t>
            </a:r>
            <a:r>
              <a:rPr dirty="0" sz="2900" spc="-60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and</a:t>
            </a:r>
            <a:r>
              <a:rPr dirty="0" sz="2900" spc="-60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receiver</a:t>
            </a:r>
            <a:r>
              <a:rPr dirty="0" sz="2900" spc="-55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have</a:t>
            </a:r>
            <a:r>
              <a:rPr dirty="0" sz="2900" spc="-60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different</a:t>
            </a:r>
            <a:r>
              <a:rPr dirty="0" sz="2900" spc="-55">
                <a:latin typeface="Times New Roman"/>
                <a:cs typeface="Times New Roman"/>
              </a:rPr>
              <a:t> </a:t>
            </a:r>
            <a:r>
              <a:rPr dirty="0" sz="2900" spc="-10">
                <a:latin typeface="Times New Roman"/>
                <a:cs typeface="Times New Roman"/>
              </a:rPr>
              <a:t>capability</a:t>
            </a:r>
            <a:endParaRPr sz="2900">
              <a:latin typeface="Times New Roman"/>
              <a:cs typeface="Times New Roman"/>
            </a:endParaRPr>
          </a:p>
          <a:p>
            <a:pPr lvl="1" marL="780415" indent="-294640">
              <a:lnSpc>
                <a:spcPct val="100000"/>
              </a:lnSpc>
              <a:spcBef>
                <a:spcPts val="660"/>
              </a:spcBef>
              <a:buChar char="–"/>
              <a:tabLst>
                <a:tab pos="780415" algn="l"/>
              </a:tabLst>
            </a:pPr>
            <a:r>
              <a:rPr dirty="0" sz="2900">
                <a:latin typeface="Times New Roman"/>
                <a:cs typeface="Times New Roman"/>
              </a:rPr>
              <a:t>third</a:t>
            </a:r>
            <a:r>
              <a:rPr dirty="0" sz="2900" spc="-55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party</a:t>
            </a:r>
            <a:r>
              <a:rPr dirty="0" sz="2900" spc="-50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can</a:t>
            </a:r>
            <a:r>
              <a:rPr dirty="0" sz="2900" spc="-55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resolve</a:t>
            </a:r>
            <a:r>
              <a:rPr dirty="0" sz="2900" spc="-50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dispute</a:t>
            </a:r>
            <a:r>
              <a:rPr dirty="0" sz="2900" spc="-50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between</a:t>
            </a:r>
            <a:r>
              <a:rPr dirty="0" sz="2900" spc="-55">
                <a:latin typeface="Times New Roman"/>
                <a:cs typeface="Times New Roman"/>
              </a:rPr>
              <a:t> </a:t>
            </a:r>
            <a:r>
              <a:rPr dirty="0" sz="2900" spc="-10">
                <a:latin typeface="Times New Roman"/>
                <a:cs typeface="Times New Roman"/>
              </a:rPr>
              <a:t>sender</a:t>
            </a:r>
            <a:endParaRPr sz="29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497877" y="6586656"/>
            <a:ext cx="1833880" cy="46735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900">
                <a:latin typeface="Times New Roman"/>
                <a:cs typeface="Times New Roman"/>
              </a:rPr>
              <a:t>and</a:t>
            </a:r>
            <a:r>
              <a:rPr dirty="0" sz="2900" spc="-55">
                <a:latin typeface="Times New Roman"/>
                <a:cs typeface="Times New Roman"/>
              </a:rPr>
              <a:t> </a:t>
            </a:r>
            <a:r>
              <a:rPr dirty="0" sz="2900" spc="-10">
                <a:latin typeface="Times New Roman"/>
                <a:cs typeface="Times New Roman"/>
              </a:rPr>
              <a:t>receiver</a:t>
            </a:r>
            <a:endParaRPr sz="29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083273" y="6731267"/>
            <a:ext cx="209550" cy="2463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50" spc="-25">
                <a:latin typeface="Times New Roman"/>
                <a:cs typeface="Times New Roman"/>
              </a:rPr>
              <a:t>66</a:t>
            </a:r>
            <a:endParaRPr sz="14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70567" rIns="0" bIns="0" rtlCol="0" vert="horz">
            <a:spAutoFit/>
          </a:bodyPr>
          <a:lstStyle/>
          <a:p>
            <a:pPr marL="881380">
              <a:lnSpc>
                <a:spcPct val="100000"/>
              </a:lnSpc>
              <a:spcBef>
                <a:spcPts val="125"/>
              </a:spcBef>
            </a:pPr>
            <a:r>
              <a:rPr dirty="0" sz="3700"/>
              <a:t>Disadvantages</a:t>
            </a:r>
            <a:r>
              <a:rPr dirty="0" sz="3700" spc="-10"/>
              <a:t> </a:t>
            </a:r>
            <a:r>
              <a:rPr dirty="0" sz="3700"/>
              <a:t>of</a:t>
            </a:r>
            <a:r>
              <a:rPr dirty="0" sz="3700" spc="-5"/>
              <a:t> </a:t>
            </a:r>
            <a:r>
              <a:rPr dirty="0" sz="3700"/>
              <a:t>public</a:t>
            </a:r>
            <a:r>
              <a:rPr dirty="0" sz="3700" spc="-5"/>
              <a:t> </a:t>
            </a:r>
            <a:r>
              <a:rPr dirty="0" sz="3700"/>
              <a:t>key</a:t>
            </a:r>
            <a:r>
              <a:rPr dirty="0" sz="3700" spc="-5"/>
              <a:t> </a:t>
            </a:r>
            <a:r>
              <a:rPr dirty="0" sz="3700" spc="-10"/>
              <a:t>cryptology</a:t>
            </a:r>
            <a:endParaRPr sz="370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37724" rIns="0" bIns="0" rtlCol="0" vert="horz">
            <a:spAutoFit/>
          </a:bodyPr>
          <a:lstStyle/>
          <a:p>
            <a:pPr marL="859790" marR="5080" indent="-354965">
              <a:lnSpc>
                <a:spcPct val="100600"/>
              </a:lnSpc>
              <a:spcBef>
                <a:spcPts val="85"/>
              </a:spcBef>
              <a:buChar char="•"/>
              <a:tabLst>
                <a:tab pos="859790" algn="l"/>
              </a:tabLst>
            </a:pPr>
            <a:r>
              <a:rPr dirty="0"/>
              <a:t>Calculations</a:t>
            </a:r>
            <a:r>
              <a:rPr dirty="0" spc="-25"/>
              <a:t> </a:t>
            </a:r>
            <a:r>
              <a:rPr dirty="0"/>
              <a:t>in</a:t>
            </a:r>
            <a:r>
              <a:rPr dirty="0" spc="-15"/>
              <a:t> </a:t>
            </a:r>
            <a:r>
              <a:rPr dirty="0"/>
              <a:t>software</a:t>
            </a:r>
            <a:r>
              <a:rPr dirty="0" spc="-15"/>
              <a:t> </a:t>
            </a:r>
            <a:r>
              <a:rPr dirty="0"/>
              <a:t>or</a:t>
            </a:r>
            <a:r>
              <a:rPr dirty="0" spc="-15"/>
              <a:t> </a:t>
            </a:r>
            <a:r>
              <a:rPr dirty="0"/>
              <a:t>hardware</a:t>
            </a:r>
            <a:r>
              <a:rPr dirty="0" spc="-15"/>
              <a:t> </a:t>
            </a:r>
            <a:r>
              <a:rPr dirty="0">
                <a:solidFill>
                  <a:srgbClr val="FF0000"/>
                </a:solidFill>
              </a:rPr>
              <a:t>two</a:t>
            </a:r>
            <a:r>
              <a:rPr dirty="0" spc="-10">
                <a:solidFill>
                  <a:srgbClr val="FF0000"/>
                </a:solidFill>
              </a:rPr>
              <a:t> </a:t>
            </a:r>
            <a:r>
              <a:rPr dirty="0" spc="-25">
                <a:solidFill>
                  <a:srgbClr val="FF0000"/>
                </a:solidFill>
              </a:rPr>
              <a:t>to </a:t>
            </a:r>
            <a:r>
              <a:rPr dirty="0">
                <a:solidFill>
                  <a:srgbClr val="FF0000"/>
                </a:solidFill>
              </a:rPr>
              <a:t>three</a:t>
            </a:r>
            <a:r>
              <a:rPr dirty="0" spc="-25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orders</a:t>
            </a:r>
            <a:r>
              <a:rPr dirty="0" spc="-1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of</a:t>
            </a:r>
            <a:r>
              <a:rPr dirty="0" spc="-1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magnitude</a:t>
            </a:r>
            <a:r>
              <a:rPr dirty="0" spc="-15">
                <a:solidFill>
                  <a:srgbClr val="FF0000"/>
                </a:solidFill>
              </a:rPr>
              <a:t> </a:t>
            </a:r>
            <a:r>
              <a:rPr dirty="0"/>
              <a:t>slower</a:t>
            </a:r>
            <a:r>
              <a:rPr dirty="0" spc="-10"/>
              <a:t> </a:t>
            </a:r>
            <a:r>
              <a:rPr dirty="0" spc="-20"/>
              <a:t>than </a:t>
            </a:r>
            <a:r>
              <a:rPr dirty="0"/>
              <a:t>symmetric</a:t>
            </a:r>
            <a:r>
              <a:rPr dirty="0" spc="-25"/>
              <a:t> </a:t>
            </a:r>
            <a:r>
              <a:rPr dirty="0" spc="-10"/>
              <a:t>algorithms</a:t>
            </a:r>
          </a:p>
          <a:p>
            <a:pPr marL="859790" marR="27305" indent="-354965">
              <a:lnSpc>
                <a:spcPct val="100000"/>
              </a:lnSpc>
              <a:spcBef>
                <a:spcPts val="770"/>
              </a:spcBef>
              <a:buChar char="•"/>
              <a:tabLst>
                <a:tab pos="859790" algn="l"/>
              </a:tabLst>
            </a:pPr>
            <a:r>
              <a:rPr dirty="0"/>
              <a:t>Longer</a:t>
            </a:r>
            <a:r>
              <a:rPr dirty="0" spc="-20"/>
              <a:t> </a:t>
            </a:r>
            <a:r>
              <a:rPr dirty="0"/>
              <a:t>keys:</a:t>
            </a:r>
            <a:r>
              <a:rPr dirty="0" spc="-10"/>
              <a:t> </a:t>
            </a:r>
            <a:r>
              <a:rPr dirty="0"/>
              <a:t>1024</a:t>
            </a:r>
            <a:r>
              <a:rPr dirty="0" spc="-10"/>
              <a:t> </a:t>
            </a:r>
            <a:r>
              <a:rPr dirty="0"/>
              <a:t>bits</a:t>
            </a:r>
            <a:r>
              <a:rPr dirty="0" spc="-10"/>
              <a:t> </a:t>
            </a:r>
            <a:r>
              <a:rPr dirty="0"/>
              <a:t>rather</a:t>
            </a:r>
            <a:r>
              <a:rPr dirty="0" spc="-10"/>
              <a:t> </a:t>
            </a:r>
            <a:r>
              <a:rPr dirty="0"/>
              <a:t>than</a:t>
            </a:r>
            <a:r>
              <a:rPr dirty="0" spc="-5"/>
              <a:t> </a:t>
            </a:r>
            <a:r>
              <a:rPr dirty="0" spc="-10"/>
              <a:t>56…128 </a:t>
            </a:r>
            <a:r>
              <a:rPr dirty="0" spc="-20"/>
              <a:t>bits</a:t>
            </a:r>
          </a:p>
          <a:p>
            <a:pPr marL="859790" indent="-354330">
              <a:lnSpc>
                <a:spcPct val="100000"/>
              </a:lnSpc>
              <a:spcBef>
                <a:spcPts val="880"/>
              </a:spcBef>
              <a:buChar char="•"/>
              <a:tabLst>
                <a:tab pos="859790" algn="l"/>
              </a:tabLst>
            </a:pPr>
            <a:r>
              <a:rPr dirty="0"/>
              <a:t>What</a:t>
            </a:r>
            <a:r>
              <a:rPr dirty="0" spc="-20"/>
              <a:t> </a:t>
            </a:r>
            <a:r>
              <a:rPr dirty="0"/>
              <a:t>if</a:t>
            </a:r>
            <a:r>
              <a:rPr dirty="0" spc="-10"/>
              <a:t> </a:t>
            </a:r>
            <a:r>
              <a:rPr dirty="0"/>
              <a:t>factoring</a:t>
            </a:r>
            <a:r>
              <a:rPr dirty="0" spc="-10"/>
              <a:t> </a:t>
            </a:r>
            <a:r>
              <a:rPr dirty="0"/>
              <a:t>is</a:t>
            </a:r>
            <a:r>
              <a:rPr dirty="0" spc="-10"/>
              <a:t> easy?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083273" y="6731267"/>
            <a:ext cx="209550" cy="2463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50" spc="-25">
                <a:latin typeface="Times New Roman"/>
                <a:cs typeface="Times New Roman"/>
              </a:rPr>
              <a:t>67</a:t>
            </a:r>
            <a:endParaRPr sz="14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945562" y="618181"/>
            <a:ext cx="5282565" cy="656590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4150"/>
              <a:t>Crypto</a:t>
            </a:r>
            <a:r>
              <a:rPr dirty="0" sz="4150" spc="-135"/>
              <a:t> </a:t>
            </a:r>
            <a:r>
              <a:rPr dirty="0" sz="4150"/>
              <a:t>software</a:t>
            </a:r>
            <a:r>
              <a:rPr dirty="0" sz="4150" spc="-130"/>
              <a:t> </a:t>
            </a:r>
            <a:r>
              <a:rPr dirty="0" sz="4150" spc="-10"/>
              <a:t>libraries</a:t>
            </a:r>
            <a:endParaRPr sz="4150"/>
          </a:p>
        </p:txBody>
      </p:sp>
      <p:sp>
        <p:nvSpPr>
          <p:cNvPr id="3" name="object 3"/>
          <p:cNvSpPr txBox="1"/>
          <p:nvPr/>
        </p:nvSpPr>
        <p:spPr>
          <a:xfrm>
            <a:off x="1452044" y="1249208"/>
            <a:ext cx="8270240" cy="4044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450" spc="-10">
                <a:latin typeface="Times New Roman"/>
                <a:cs typeface="Times New Roman"/>
                <a:hlinkClick r:id="rId2"/>
              </a:rPr>
              <a:t>http://ece.gmu.edu/crypto_resources/web_resources/libraries.htm</a:t>
            </a:r>
            <a:endParaRPr sz="24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29662" y="1795441"/>
            <a:ext cx="4091940" cy="3959860"/>
          </a:xfrm>
          <a:prstGeom prst="rect">
            <a:avLst/>
          </a:prstGeom>
        </p:spPr>
        <p:txBody>
          <a:bodyPr wrap="square" lIns="0" tIns="169545" rIns="0" bIns="0" rtlCol="0" vert="horz">
            <a:spAutoFit/>
          </a:bodyPr>
          <a:lstStyle/>
          <a:p>
            <a:pPr marL="234950">
              <a:lnSpc>
                <a:spcPct val="100000"/>
              </a:lnSpc>
              <a:spcBef>
                <a:spcPts val="1335"/>
              </a:spcBef>
            </a:pPr>
            <a:r>
              <a:rPr dirty="0" sz="3700" spc="-10">
                <a:latin typeface="Times New Roman"/>
                <a:cs typeface="Times New Roman"/>
              </a:rPr>
              <a:t>C/C++/C#</a:t>
            </a:r>
            <a:endParaRPr sz="3700">
              <a:latin typeface="Times New Roman"/>
              <a:cs typeface="Times New Roman"/>
            </a:endParaRPr>
          </a:p>
          <a:p>
            <a:pPr marL="367030" indent="-354330">
              <a:lnSpc>
                <a:spcPct val="100000"/>
              </a:lnSpc>
              <a:spcBef>
                <a:spcPts val="850"/>
              </a:spcBef>
              <a:buChar char="•"/>
              <a:tabLst>
                <a:tab pos="367030" algn="l"/>
              </a:tabLst>
            </a:pPr>
            <a:r>
              <a:rPr dirty="0" sz="2450">
                <a:latin typeface="Times New Roman"/>
                <a:cs typeface="Times New Roman"/>
              </a:rPr>
              <a:t>Botan</a:t>
            </a:r>
            <a:r>
              <a:rPr dirty="0" sz="2450" spc="45">
                <a:latin typeface="Times New Roman"/>
                <a:cs typeface="Times New Roman"/>
              </a:rPr>
              <a:t> </a:t>
            </a:r>
            <a:r>
              <a:rPr dirty="0" sz="2450" spc="-10">
                <a:latin typeface="Times New Roman"/>
                <a:cs typeface="Times New Roman"/>
              </a:rPr>
              <a:t>(C++)</a:t>
            </a:r>
            <a:endParaRPr sz="2450">
              <a:latin typeface="Times New Roman"/>
              <a:cs typeface="Times New Roman"/>
            </a:endParaRPr>
          </a:p>
          <a:p>
            <a:pPr marL="367030" indent="-354330">
              <a:lnSpc>
                <a:spcPct val="100000"/>
              </a:lnSpc>
              <a:spcBef>
                <a:spcPts val="655"/>
              </a:spcBef>
              <a:buChar char="•"/>
              <a:tabLst>
                <a:tab pos="367030" algn="l"/>
              </a:tabLst>
            </a:pPr>
            <a:r>
              <a:rPr dirty="0" sz="2450" spc="-10">
                <a:latin typeface="Times New Roman"/>
                <a:cs typeface="Times New Roman"/>
              </a:rPr>
              <a:t>Cryptlib</a:t>
            </a:r>
            <a:endParaRPr sz="2450">
              <a:latin typeface="Times New Roman"/>
              <a:cs typeface="Times New Roman"/>
            </a:endParaRPr>
          </a:p>
          <a:p>
            <a:pPr marL="367030" indent="-354330">
              <a:lnSpc>
                <a:spcPct val="100000"/>
              </a:lnSpc>
              <a:spcBef>
                <a:spcPts val="580"/>
              </a:spcBef>
              <a:buChar char="•"/>
              <a:tabLst>
                <a:tab pos="367030" algn="l"/>
              </a:tabLst>
            </a:pPr>
            <a:r>
              <a:rPr dirty="0" sz="2450">
                <a:latin typeface="Times New Roman"/>
                <a:cs typeface="Times New Roman"/>
              </a:rPr>
              <a:t>Crypto++</a:t>
            </a:r>
            <a:r>
              <a:rPr dirty="0" sz="2450" spc="95">
                <a:latin typeface="Times New Roman"/>
                <a:cs typeface="Times New Roman"/>
              </a:rPr>
              <a:t> </a:t>
            </a:r>
            <a:r>
              <a:rPr dirty="0" sz="2450" spc="-10">
                <a:latin typeface="Times New Roman"/>
                <a:cs typeface="Times New Roman"/>
              </a:rPr>
              <a:t>(C++)</a:t>
            </a:r>
            <a:endParaRPr sz="2450">
              <a:latin typeface="Times New Roman"/>
              <a:cs typeface="Times New Roman"/>
            </a:endParaRPr>
          </a:p>
          <a:p>
            <a:pPr marL="367030" indent="-354330">
              <a:lnSpc>
                <a:spcPct val="100000"/>
              </a:lnSpc>
              <a:spcBef>
                <a:spcPts val="685"/>
              </a:spcBef>
              <a:buChar char="•"/>
              <a:tabLst>
                <a:tab pos="367030" algn="l"/>
              </a:tabLst>
            </a:pPr>
            <a:r>
              <a:rPr dirty="0" sz="2450">
                <a:latin typeface="Times New Roman"/>
                <a:cs typeface="Times New Roman"/>
              </a:rPr>
              <a:t>Libgcrypt</a:t>
            </a:r>
            <a:r>
              <a:rPr dirty="0" sz="2450" spc="85">
                <a:latin typeface="Times New Roman"/>
                <a:cs typeface="Times New Roman"/>
              </a:rPr>
              <a:t> </a:t>
            </a:r>
            <a:r>
              <a:rPr dirty="0" sz="2450" spc="-10">
                <a:latin typeface="Times New Roman"/>
                <a:cs typeface="Times New Roman"/>
              </a:rPr>
              <a:t>(C++)</a:t>
            </a:r>
            <a:endParaRPr sz="2450">
              <a:latin typeface="Times New Roman"/>
              <a:cs typeface="Times New Roman"/>
            </a:endParaRPr>
          </a:p>
          <a:p>
            <a:pPr marL="367030" indent="-354330">
              <a:lnSpc>
                <a:spcPct val="100000"/>
              </a:lnSpc>
              <a:spcBef>
                <a:spcPts val="580"/>
              </a:spcBef>
              <a:buChar char="•"/>
              <a:tabLst>
                <a:tab pos="367030" algn="l"/>
                <a:tab pos="2782570" algn="l"/>
              </a:tabLst>
            </a:pPr>
            <a:r>
              <a:rPr dirty="0" sz="2450">
                <a:latin typeface="Times New Roman"/>
                <a:cs typeface="Times New Roman"/>
              </a:rPr>
              <a:t>MatrixSSL</a:t>
            </a:r>
            <a:r>
              <a:rPr dirty="0" sz="2450" spc="114">
                <a:latin typeface="Times New Roman"/>
                <a:cs typeface="Times New Roman"/>
              </a:rPr>
              <a:t> </a:t>
            </a:r>
            <a:r>
              <a:rPr dirty="0" sz="2450" spc="-10">
                <a:latin typeface="Times New Roman"/>
                <a:cs typeface="Times New Roman"/>
              </a:rPr>
              <a:t>(C++)</a:t>
            </a:r>
            <a:r>
              <a:rPr dirty="0" sz="2450">
                <a:latin typeface="Times New Roman"/>
                <a:cs typeface="Times New Roman"/>
              </a:rPr>
              <a:t>	</a:t>
            </a:r>
            <a:r>
              <a:rPr dirty="0" sz="2450" spc="-10">
                <a:latin typeface="Times New Roman"/>
                <a:cs typeface="Times New Roman"/>
              </a:rPr>
              <a:t>embedded</a:t>
            </a:r>
            <a:endParaRPr sz="2450">
              <a:latin typeface="Times New Roman"/>
              <a:cs typeface="Times New Roman"/>
            </a:endParaRPr>
          </a:p>
          <a:p>
            <a:pPr marL="367030" indent="-354330">
              <a:lnSpc>
                <a:spcPct val="100000"/>
              </a:lnSpc>
              <a:spcBef>
                <a:spcPts val="680"/>
              </a:spcBef>
              <a:buChar char="•"/>
              <a:tabLst>
                <a:tab pos="367030" algn="l"/>
              </a:tabLst>
            </a:pPr>
            <a:r>
              <a:rPr dirty="0" sz="2450">
                <a:latin typeface="Times New Roman"/>
                <a:cs typeface="Times New Roman"/>
              </a:rPr>
              <a:t>Miracl</a:t>
            </a:r>
            <a:r>
              <a:rPr dirty="0" sz="2450" spc="60">
                <a:latin typeface="Times New Roman"/>
                <a:cs typeface="Times New Roman"/>
              </a:rPr>
              <a:t> </a:t>
            </a:r>
            <a:r>
              <a:rPr dirty="0" sz="2450" spc="-10">
                <a:latin typeface="Times New Roman"/>
                <a:cs typeface="Times New Roman"/>
              </a:rPr>
              <a:t>(binaries)</a:t>
            </a:r>
            <a:endParaRPr sz="2450">
              <a:latin typeface="Times New Roman"/>
              <a:cs typeface="Times New Roman"/>
            </a:endParaRPr>
          </a:p>
          <a:p>
            <a:pPr marL="367030" indent="-354330">
              <a:lnSpc>
                <a:spcPct val="100000"/>
              </a:lnSpc>
              <a:spcBef>
                <a:spcPts val="685"/>
              </a:spcBef>
              <a:buChar char="•"/>
              <a:tabLst>
                <a:tab pos="367030" algn="l"/>
              </a:tabLst>
            </a:pPr>
            <a:r>
              <a:rPr dirty="0" sz="2450">
                <a:latin typeface="Times New Roman"/>
                <a:cs typeface="Times New Roman"/>
              </a:rPr>
              <a:t>OpenSSL</a:t>
            </a:r>
            <a:r>
              <a:rPr dirty="0" sz="2450" spc="90">
                <a:latin typeface="Times New Roman"/>
                <a:cs typeface="Times New Roman"/>
              </a:rPr>
              <a:t> </a:t>
            </a:r>
            <a:r>
              <a:rPr dirty="0" sz="2450" spc="-10">
                <a:latin typeface="Times New Roman"/>
                <a:cs typeface="Times New Roman"/>
              </a:rPr>
              <a:t>(C++)</a:t>
            </a:r>
            <a:endParaRPr sz="24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29662" y="6258127"/>
            <a:ext cx="3018155" cy="4044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367030" indent="-354330">
              <a:lnSpc>
                <a:spcPct val="100000"/>
              </a:lnSpc>
              <a:spcBef>
                <a:spcPts val="135"/>
              </a:spcBef>
              <a:buChar char="•"/>
              <a:tabLst>
                <a:tab pos="367030" algn="l"/>
              </a:tabLst>
            </a:pPr>
            <a:r>
              <a:rPr dirty="0" sz="2450">
                <a:latin typeface="Times New Roman"/>
                <a:cs typeface="Times New Roman"/>
              </a:rPr>
              <a:t>BouncyCastle</a:t>
            </a:r>
            <a:r>
              <a:rPr dirty="0" sz="2450" spc="135">
                <a:latin typeface="Times New Roman"/>
                <a:cs typeface="Times New Roman"/>
              </a:rPr>
              <a:t> </a:t>
            </a:r>
            <a:r>
              <a:rPr dirty="0" sz="2450" spc="-10">
                <a:latin typeface="Times New Roman"/>
                <a:cs typeface="Times New Roman"/>
              </a:rPr>
              <a:t>(BC#)</a:t>
            </a:r>
            <a:endParaRPr sz="24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913805" y="1875307"/>
            <a:ext cx="3588385" cy="48628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543560">
              <a:lnSpc>
                <a:spcPct val="100000"/>
              </a:lnSpc>
              <a:spcBef>
                <a:spcPts val="125"/>
              </a:spcBef>
            </a:pPr>
            <a:r>
              <a:rPr dirty="0" sz="3700" spc="-20">
                <a:latin typeface="Times New Roman"/>
                <a:cs typeface="Times New Roman"/>
              </a:rPr>
              <a:t>Java</a:t>
            </a:r>
            <a:endParaRPr sz="3700">
              <a:latin typeface="Times New Roman"/>
              <a:cs typeface="Times New Roman"/>
            </a:endParaRPr>
          </a:p>
          <a:p>
            <a:pPr marL="367030" indent="-354330">
              <a:lnSpc>
                <a:spcPct val="100000"/>
              </a:lnSpc>
              <a:spcBef>
                <a:spcPts val="2025"/>
              </a:spcBef>
              <a:buChar char="•"/>
              <a:tabLst>
                <a:tab pos="367030" algn="l"/>
              </a:tabLst>
            </a:pPr>
            <a:r>
              <a:rPr dirty="0" sz="2450" spc="-10">
                <a:latin typeface="Times New Roman"/>
                <a:cs typeface="Times New Roman"/>
              </a:rPr>
              <a:t>SunJCA/JCE</a:t>
            </a:r>
            <a:endParaRPr sz="2450">
              <a:latin typeface="Times New Roman"/>
              <a:cs typeface="Times New Roman"/>
            </a:endParaRPr>
          </a:p>
          <a:p>
            <a:pPr marL="367030" indent="-354330">
              <a:lnSpc>
                <a:spcPct val="100000"/>
              </a:lnSpc>
              <a:spcBef>
                <a:spcPts val="660"/>
              </a:spcBef>
              <a:buChar char="•"/>
              <a:tabLst>
                <a:tab pos="367030" algn="l"/>
              </a:tabLst>
            </a:pPr>
            <a:r>
              <a:rPr dirty="0" sz="2450">
                <a:latin typeface="Times New Roman"/>
                <a:cs typeface="Times New Roman"/>
              </a:rPr>
              <a:t>BouncyCastle</a:t>
            </a:r>
            <a:r>
              <a:rPr dirty="0" sz="2450" spc="135">
                <a:latin typeface="Times New Roman"/>
                <a:cs typeface="Times New Roman"/>
              </a:rPr>
              <a:t> </a:t>
            </a:r>
            <a:r>
              <a:rPr dirty="0" sz="2450" spc="-20">
                <a:latin typeface="Times New Roman"/>
                <a:cs typeface="Times New Roman"/>
              </a:rPr>
              <a:t>(BC)</a:t>
            </a:r>
            <a:endParaRPr sz="2450">
              <a:latin typeface="Times New Roman"/>
              <a:cs typeface="Times New Roman"/>
            </a:endParaRPr>
          </a:p>
          <a:p>
            <a:pPr marL="367030" indent="-354330">
              <a:lnSpc>
                <a:spcPct val="100000"/>
              </a:lnSpc>
              <a:spcBef>
                <a:spcPts val="575"/>
              </a:spcBef>
              <a:buChar char="•"/>
              <a:tabLst>
                <a:tab pos="367030" algn="l"/>
              </a:tabLst>
            </a:pPr>
            <a:r>
              <a:rPr dirty="0" sz="2450">
                <a:latin typeface="Times New Roman"/>
                <a:cs typeface="Times New Roman"/>
              </a:rPr>
              <a:t>CryptixCrypto</a:t>
            </a:r>
            <a:r>
              <a:rPr dirty="0" sz="2450" spc="100">
                <a:latin typeface="Times New Roman"/>
                <a:cs typeface="Times New Roman"/>
              </a:rPr>
              <a:t> </a:t>
            </a:r>
            <a:r>
              <a:rPr dirty="0" sz="2450">
                <a:latin typeface="Times New Roman"/>
                <a:cs typeface="Times New Roman"/>
              </a:rPr>
              <a:t>(until</a:t>
            </a:r>
            <a:r>
              <a:rPr dirty="0" sz="2450" spc="100">
                <a:latin typeface="Times New Roman"/>
                <a:cs typeface="Times New Roman"/>
              </a:rPr>
              <a:t> </a:t>
            </a:r>
            <a:r>
              <a:rPr dirty="0" sz="2450" spc="-20">
                <a:latin typeface="Times New Roman"/>
                <a:cs typeface="Times New Roman"/>
              </a:rPr>
              <a:t>’05)</a:t>
            </a:r>
            <a:endParaRPr sz="2450">
              <a:latin typeface="Times New Roman"/>
              <a:cs typeface="Times New Roman"/>
            </a:endParaRPr>
          </a:p>
          <a:p>
            <a:pPr marL="367030" indent="-354330">
              <a:lnSpc>
                <a:spcPct val="100000"/>
              </a:lnSpc>
              <a:spcBef>
                <a:spcPts val="685"/>
              </a:spcBef>
              <a:buChar char="•"/>
              <a:tabLst>
                <a:tab pos="367030" algn="l"/>
              </a:tabLst>
            </a:pPr>
            <a:r>
              <a:rPr dirty="0" sz="2450" spc="-10">
                <a:latin typeface="Times New Roman"/>
                <a:cs typeface="Times New Roman"/>
              </a:rPr>
              <a:t>EspreSSL</a:t>
            </a:r>
            <a:endParaRPr sz="2450">
              <a:latin typeface="Times New Roman"/>
              <a:cs typeface="Times New Roman"/>
            </a:endParaRPr>
          </a:p>
          <a:p>
            <a:pPr marL="367030" indent="-354330">
              <a:lnSpc>
                <a:spcPct val="100000"/>
              </a:lnSpc>
              <a:spcBef>
                <a:spcPts val="580"/>
              </a:spcBef>
              <a:buChar char="•"/>
              <a:tabLst>
                <a:tab pos="367030" algn="l"/>
              </a:tabLst>
            </a:pPr>
            <a:r>
              <a:rPr dirty="0" sz="2450" spc="-10">
                <a:latin typeface="Times New Roman"/>
                <a:cs typeface="Times New Roman"/>
              </a:rPr>
              <a:t>FlexiProvider</a:t>
            </a:r>
            <a:endParaRPr sz="2450">
              <a:latin typeface="Times New Roman"/>
              <a:cs typeface="Times New Roman"/>
            </a:endParaRPr>
          </a:p>
          <a:p>
            <a:pPr marL="367030" indent="-354330">
              <a:lnSpc>
                <a:spcPct val="100000"/>
              </a:lnSpc>
              <a:spcBef>
                <a:spcPts val="685"/>
              </a:spcBef>
              <a:buChar char="•"/>
              <a:tabLst>
                <a:tab pos="367030" algn="l"/>
              </a:tabLst>
            </a:pPr>
            <a:r>
              <a:rPr dirty="0" sz="2450">
                <a:latin typeface="Times New Roman"/>
                <a:cs typeface="Times New Roman"/>
              </a:rPr>
              <a:t>GNU</a:t>
            </a:r>
            <a:r>
              <a:rPr dirty="0" sz="2450" spc="50">
                <a:latin typeface="Times New Roman"/>
                <a:cs typeface="Times New Roman"/>
              </a:rPr>
              <a:t> </a:t>
            </a:r>
            <a:r>
              <a:rPr dirty="0" sz="2450" spc="-10">
                <a:latin typeface="Times New Roman"/>
                <a:cs typeface="Times New Roman"/>
              </a:rPr>
              <a:t>Crypto</a:t>
            </a:r>
            <a:endParaRPr sz="2450">
              <a:latin typeface="Times New Roman"/>
              <a:cs typeface="Times New Roman"/>
            </a:endParaRPr>
          </a:p>
          <a:p>
            <a:pPr marL="367030" indent="-354330">
              <a:lnSpc>
                <a:spcPct val="100000"/>
              </a:lnSpc>
              <a:spcBef>
                <a:spcPts val="680"/>
              </a:spcBef>
              <a:buChar char="•"/>
              <a:tabLst>
                <a:tab pos="367030" algn="l"/>
              </a:tabLst>
            </a:pPr>
            <a:r>
              <a:rPr dirty="0" sz="2450" spc="-20">
                <a:latin typeface="Times New Roman"/>
                <a:cs typeface="Times New Roman"/>
              </a:rPr>
              <a:t>IAIK</a:t>
            </a:r>
            <a:endParaRPr sz="2450">
              <a:latin typeface="Times New Roman"/>
              <a:cs typeface="Times New Roman"/>
            </a:endParaRPr>
          </a:p>
          <a:p>
            <a:pPr marL="367030" indent="-354330">
              <a:lnSpc>
                <a:spcPct val="100000"/>
              </a:lnSpc>
              <a:spcBef>
                <a:spcPts val="580"/>
              </a:spcBef>
              <a:buChar char="•"/>
              <a:tabLst>
                <a:tab pos="367030" algn="l"/>
              </a:tabLst>
            </a:pPr>
            <a:r>
              <a:rPr dirty="0" sz="2450">
                <a:latin typeface="Times New Roman"/>
                <a:cs typeface="Times New Roman"/>
              </a:rPr>
              <a:t>Java</a:t>
            </a:r>
            <a:r>
              <a:rPr dirty="0" sz="2450" spc="35">
                <a:latin typeface="Times New Roman"/>
                <a:cs typeface="Times New Roman"/>
              </a:rPr>
              <a:t> </a:t>
            </a:r>
            <a:r>
              <a:rPr dirty="0" sz="2450" spc="-25">
                <a:latin typeface="Times New Roman"/>
                <a:cs typeface="Times New Roman"/>
              </a:rPr>
              <a:t>SSL</a:t>
            </a:r>
            <a:endParaRPr sz="2450">
              <a:latin typeface="Times New Roman"/>
              <a:cs typeface="Times New Roman"/>
            </a:endParaRPr>
          </a:p>
          <a:p>
            <a:pPr marL="367030" indent="-354330">
              <a:lnSpc>
                <a:spcPct val="100000"/>
              </a:lnSpc>
              <a:spcBef>
                <a:spcPts val="685"/>
              </a:spcBef>
              <a:buChar char="•"/>
              <a:tabLst>
                <a:tab pos="367030" algn="l"/>
              </a:tabLst>
            </a:pPr>
            <a:r>
              <a:rPr dirty="0" sz="2450">
                <a:latin typeface="Times New Roman"/>
                <a:cs typeface="Times New Roman"/>
              </a:rPr>
              <a:t>RSA</a:t>
            </a:r>
            <a:r>
              <a:rPr dirty="0" sz="2450" spc="40">
                <a:latin typeface="Times New Roman"/>
                <a:cs typeface="Times New Roman"/>
              </a:rPr>
              <a:t> </a:t>
            </a:r>
            <a:r>
              <a:rPr dirty="0" sz="2450" spc="-10">
                <a:latin typeface="Times New Roman"/>
                <a:cs typeface="Times New Roman"/>
              </a:rPr>
              <a:t>JSafe</a:t>
            </a:r>
            <a:endParaRPr sz="24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89409" rIns="0" bIns="0" rtlCol="0" vert="horz">
            <a:spAutoFit/>
          </a:bodyPr>
          <a:lstStyle/>
          <a:p>
            <a:pPr marL="2906395">
              <a:lnSpc>
                <a:spcPct val="100000"/>
              </a:lnSpc>
              <a:spcBef>
                <a:spcPts val="105"/>
              </a:spcBef>
            </a:pPr>
            <a:r>
              <a:rPr dirty="0"/>
              <a:t>Reading</a:t>
            </a:r>
            <a:r>
              <a:rPr dirty="0" spc="-90"/>
              <a:t> </a:t>
            </a:r>
            <a:r>
              <a:rPr dirty="0" spc="-10"/>
              <a:t>material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083273" y="6751308"/>
            <a:ext cx="209550" cy="229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80"/>
              </a:lnSpc>
            </a:pPr>
            <a:r>
              <a:rPr dirty="0" sz="1450" spc="-25">
                <a:latin typeface="Times New Roman"/>
                <a:cs typeface="Times New Roman"/>
              </a:rPr>
              <a:t>69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643486" y="1998554"/>
            <a:ext cx="8000365" cy="3950970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marL="367030" marR="1783080" indent="-354965">
              <a:lnSpc>
                <a:spcPts val="3929"/>
              </a:lnSpc>
              <a:spcBef>
                <a:spcPts val="265"/>
              </a:spcBef>
              <a:buChar char="•"/>
              <a:tabLst>
                <a:tab pos="367030" algn="l"/>
              </a:tabLst>
            </a:pPr>
            <a:r>
              <a:rPr dirty="0" sz="3300">
                <a:latin typeface="Times New Roman"/>
                <a:cs typeface="Times New Roman"/>
              </a:rPr>
              <a:t>B.</a:t>
            </a:r>
            <a:r>
              <a:rPr dirty="0" sz="3300" spc="-10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Preneel,</a:t>
            </a:r>
            <a:r>
              <a:rPr dirty="0" sz="3300" spc="-10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Modern</a:t>
            </a:r>
            <a:r>
              <a:rPr dirty="0" sz="3300" spc="-10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cryptology:</a:t>
            </a:r>
            <a:r>
              <a:rPr dirty="0" sz="3300" spc="-10">
                <a:latin typeface="Times New Roman"/>
                <a:cs typeface="Times New Roman"/>
              </a:rPr>
              <a:t> </a:t>
            </a:r>
            <a:r>
              <a:rPr dirty="0" sz="3300" spc="-25">
                <a:latin typeface="Times New Roman"/>
                <a:cs typeface="Times New Roman"/>
              </a:rPr>
              <a:t>an </a:t>
            </a:r>
            <a:r>
              <a:rPr dirty="0" sz="3300" spc="-10">
                <a:latin typeface="Times New Roman"/>
                <a:cs typeface="Times New Roman"/>
              </a:rPr>
              <a:t>introduction.</a:t>
            </a:r>
            <a:endParaRPr sz="3300">
              <a:latin typeface="Times New Roman"/>
              <a:cs typeface="Times New Roman"/>
            </a:endParaRPr>
          </a:p>
          <a:p>
            <a:pPr lvl="1" marL="779780" marR="116839" indent="-294640">
              <a:lnSpc>
                <a:spcPts val="3440"/>
              </a:lnSpc>
              <a:spcBef>
                <a:spcPts val="785"/>
              </a:spcBef>
              <a:buChar char="–"/>
              <a:tabLst>
                <a:tab pos="788035" algn="l"/>
                <a:tab pos="1544320" algn="l"/>
              </a:tabLst>
            </a:pPr>
            <a:r>
              <a:rPr dirty="0" sz="2900">
                <a:latin typeface="Times New Roman"/>
                <a:cs typeface="Times New Roman"/>
              </a:rPr>
              <a:t>This</a:t>
            </a:r>
            <a:r>
              <a:rPr dirty="0" sz="2900" spc="-40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text</a:t>
            </a:r>
            <a:r>
              <a:rPr dirty="0" sz="2900" spc="-35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corresponds</a:t>
            </a:r>
            <a:r>
              <a:rPr dirty="0" sz="2900" spc="-35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more</a:t>
            </a:r>
            <a:r>
              <a:rPr dirty="0" sz="2900" spc="-35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or</a:t>
            </a:r>
            <a:r>
              <a:rPr dirty="0" sz="2900" spc="-35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less</a:t>
            </a:r>
            <a:r>
              <a:rPr dirty="0" sz="2900" spc="-35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to</a:t>
            </a:r>
            <a:r>
              <a:rPr dirty="0" sz="2900" spc="-35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the</a:t>
            </a:r>
            <a:r>
              <a:rPr dirty="0" sz="2900" spc="-35">
                <a:latin typeface="Times New Roman"/>
                <a:cs typeface="Times New Roman"/>
              </a:rPr>
              <a:t> </a:t>
            </a:r>
            <a:r>
              <a:rPr dirty="0" sz="2900" spc="-10">
                <a:latin typeface="Times New Roman"/>
                <a:cs typeface="Times New Roman"/>
              </a:rPr>
              <a:t>second </a:t>
            </a:r>
            <a:r>
              <a:rPr dirty="0" sz="2900" spc="-10">
                <a:latin typeface="Times New Roman"/>
                <a:cs typeface="Times New Roman"/>
              </a:rPr>
              <a:t>	</a:t>
            </a:r>
            <a:r>
              <a:rPr dirty="0" sz="2900" spc="-20">
                <a:latin typeface="Times New Roman"/>
                <a:cs typeface="Times New Roman"/>
              </a:rPr>
              <a:t>half</a:t>
            </a:r>
            <a:r>
              <a:rPr dirty="0" sz="2900">
                <a:latin typeface="Times New Roman"/>
                <a:cs typeface="Times New Roman"/>
              </a:rPr>
              <a:t>	of</a:t>
            </a:r>
            <a:r>
              <a:rPr dirty="0" sz="2900" spc="-35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these</a:t>
            </a:r>
            <a:r>
              <a:rPr dirty="0" sz="2900" spc="-30">
                <a:latin typeface="Times New Roman"/>
                <a:cs typeface="Times New Roman"/>
              </a:rPr>
              <a:t> </a:t>
            </a:r>
            <a:r>
              <a:rPr dirty="0" sz="2900" spc="-10">
                <a:latin typeface="Times New Roman"/>
                <a:cs typeface="Times New Roman"/>
              </a:rPr>
              <a:t>slides</a:t>
            </a:r>
            <a:endParaRPr sz="2900">
              <a:latin typeface="Times New Roman"/>
              <a:cs typeface="Times New Roman"/>
            </a:endParaRPr>
          </a:p>
          <a:p>
            <a:pPr lvl="1" marL="779780" marR="264160" indent="-294640">
              <a:lnSpc>
                <a:spcPts val="3440"/>
              </a:lnSpc>
              <a:spcBef>
                <a:spcPts val="780"/>
              </a:spcBef>
              <a:buChar char="–"/>
              <a:tabLst>
                <a:tab pos="788035" algn="l"/>
              </a:tabLst>
            </a:pPr>
            <a:r>
              <a:rPr dirty="0" sz="2900">
                <a:latin typeface="Times New Roman"/>
                <a:cs typeface="Times New Roman"/>
              </a:rPr>
              <a:t>It</a:t>
            </a:r>
            <a:r>
              <a:rPr dirty="0" sz="2900" spc="-50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covers</a:t>
            </a:r>
            <a:r>
              <a:rPr dirty="0" sz="2900" spc="-50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in</a:t>
            </a:r>
            <a:r>
              <a:rPr dirty="0" sz="2900" spc="-45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more</a:t>
            </a:r>
            <a:r>
              <a:rPr dirty="0" sz="2900" spc="-50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detail</a:t>
            </a:r>
            <a:r>
              <a:rPr dirty="0" sz="2900" spc="-45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how</a:t>
            </a:r>
            <a:r>
              <a:rPr dirty="0" sz="2900" spc="-50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block</a:t>
            </a:r>
            <a:r>
              <a:rPr dirty="0" sz="2900" spc="-45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ciphers</a:t>
            </a:r>
            <a:r>
              <a:rPr dirty="0" sz="2900" spc="-50">
                <a:latin typeface="Times New Roman"/>
                <a:cs typeface="Times New Roman"/>
              </a:rPr>
              <a:t> </a:t>
            </a:r>
            <a:r>
              <a:rPr dirty="0" sz="2900" spc="-25">
                <a:latin typeface="Times New Roman"/>
                <a:cs typeface="Times New Roman"/>
              </a:rPr>
              <a:t>are </a:t>
            </a:r>
            <a:r>
              <a:rPr dirty="0" sz="2900" spc="-25">
                <a:latin typeface="Times New Roman"/>
                <a:cs typeface="Times New Roman"/>
              </a:rPr>
              <a:t>	</a:t>
            </a:r>
            <a:r>
              <a:rPr dirty="0" sz="2900">
                <a:latin typeface="Times New Roman"/>
                <a:cs typeface="Times New Roman"/>
              </a:rPr>
              <a:t>used</a:t>
            </a:r>
            <a:r>
              <a:rPr dirty="0" sz="2900" spc="-55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in</a:t>
            </a:r>
            <a:r>
              <a:rPr dirty="0" sz="2900" spc="-60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practice,</a:t>
            </a:r>
            <a:r>
              <a:rPr dirty="0" sz="2900" spc="-55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and</a:t>
            </a:r>
            <a:r>
              <a:rPr dirty="0" sz="2900" spc="-55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explains</a:t>
            </a:r>
            <a:r>
              <a:rPr dirty="0" sz="2900" spc="-55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how</a:t>
            </a:r>
            <a:r>
              <a:rPr dirty="0" sz="2900" spc="-55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DES</a:t>
            </a:r>
            <a:r>
              <a:rPr dirty="0" sz="2900" spc="-55">
                <a:latin typeface="Times New Roman"/>
                <a:cs typeface="Times New Roman"/>
              </a:rPr>
              <a:t> </a:t>
            </a:r>
            <a:r>
              <a:rPr dirty="0" sz="2900" spc="-10">
                <a:latin typeface="Times New Roman"/>
                <a:cs typeface="Times New Roman"/>
              </a:rPr>
              <a:t>works.</a:t>
            </a:r>
            <a:endParaRPr sz="2900">
              <a:latin typeface="Times New Roman"/>
              <a:cs typeface="Times New Roman"/>
            </a:endParaRPr>
          </a:p>
          <a:p>
            <a:pPr lvl="1" marL="779780" marR="5080" indent="-294640">
              <a:lnSpc>
                <a:spcPts val="3440"/>
              </a:lnSpc>
              <a:spcBef>
                <a:spcPts val="780"/>
              </a:spcBef>
              <a:buChar char="–"/>
              <a:tabLst>
                <a:tab pos="788035" algn="l"/>
              </a:tabLst>
            </a:pPr>
            <a:r>
              <a:rPr dirty="0" sz="2900">
                <a:latin typeface="Times New Roman"/>
                <a:cs typeface="Times New Roman"/>
              </a:rPr>
              <a:t>It</a:t>
            </a:r>
            <a:r>
              <a:rPr dirty="0" sz="2900" spc="-55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does</a:t>
            </a:r>
            <a:r>
              <a:rPr dirty="0" sz="2900" spc="-55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not</a:t>
            </a:r>
            <a:r>
              <a:rPr dirty="0" sz="2900" spc="-55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cover</a:t>
            </a:r>
            <a:r>
              <a:rPr dirty="0" sz="2900" spc="-55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identification,</a:t>
            </a:r>
            <a:r>
              <a:rPr dirty="0" sz="2900" spc="-50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key</a:t>
            </a:r>
            <a:r>
              <a:rPr dirty="0" sz="2900" spc="-55">
                <a:latin typeface="Times New Roman"/>
                <a:cs typeface="Times New Roman"/>
              </a:rPr>
              <a:t> </a:t>
            </a:r>
            <a:r>
              <a:rPr dirty="0" sz="2900" spc="-10">
                <a:latin typeface="Times New Roman"/>
                <a:cs typeface="Times New Roman"/>
              </a:rPr>
              <a:t>management </a:t>
            </a:r>
            <a:r>
              <a:rPr dirty="0" sz="2900" spc="-10">
                <a:latin typeface="Times New Roman"/>
                <a:cs typeface="Times New Roman"/>
              </a:rPr>
              <a:t>	</a:t>
            </a:r>
            <a:r>
              <a:rPr dirty="0" sz="2900">
                <a:latin typeface="Times New Roman"/>
                <a:cs typeface="Times New Roman"/>
              </a:rPr>
              <a:t>and</a:t>
            </a:r>
            <a:r>
              <a:rPr dirty="0" sz="2900" spc="-65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application</a:t>
            </a:r>
            <a:r>
              <a:rPr dirty="0" sz="2900" spc="-60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to</a:t>
            </a:r>
            <a:r>
              <a:rPr dirty="0" sz="2900" spc="-65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network</a:t>
            </a:r>
            <a:r>
              <a:rPr dirty="0" sz="2900" spc="-60">
                <a:latin typeface="Times New Roman"/>
                <a:cs typeface="Times New Roman"/>
              </a:rPr>
              <a:t> </a:t>
            </a:r>
            <a:r>
              <a:rPr dirty="0" sz="2900" spc="-10">
                <a:latin typeface="Times New Roman"/>
                <a:cs typeface="Times New Roman"/>
              </a:rPr>
              <a:t>security.</a:t>
            </a:r>
            <a:endParaRPr sz="29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144351" y="420985"/>
            <a:ext cx="6884034" cy="72009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Selected</a:t>
            </a:r>
            <a:r>
              <a:rPr dirty="0" spc="-45"/>
              <a:t> </a:t>
            </a:r>
            <a:r>
              <a:rPr dirty="0"/>
              <a:t>books</a:t>
            </a:r>
            <a:r>
              <a:rPr dirty="0" spc="-45"/>
              <a:t> </a:t>
            </a:r>
            <a:r>
              <a:rPr dirty="0"/>
              <a:t>on</a:t>
            </a:r>
            <a:r>
              <a:rPr dirty="0" spc="-45"/>
              <a:t> </a:t>
            </a:r>
            <a:r>
              <a:rPr dirty="0" spc="-10"/>
              <a:t>cryptology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793075" y="6983014"/>
            <a:ext cx="209550" cy="229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80"/>
              </a:lnSpc>
            </a:pPr>
            <a:r>
              <a:rPr dirty="0" sz="1450" spc="-25">
                <a:latin typeface="Times New Roman"/>
                <a:cs typeface="Times New Roman"/>
              </a:rPr>
              <a:t>70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601210" y="1372785"/>
            <a:ext cx="8208009" cy="5511800"/>
          </a:xfrm>
          <a:prstGeom prst="rect">
            <a:avLst/>
          </a:prstGeom>
        </p:spPr>
        <p:txBody>
          <a:bodyPr wrap="square" lIns="0" tIns="97155" rIns="0" bIns="0" rtlCol="0" vert="horz">
            <a:spAutoFit/>
          </a:bodyPr>
          <a:lstStyle/>
          <a:p>
            <a:pPr marL="320040" marR="17780" indent="-295275">
              <a:lnSpc>
                <a:spcPct val="80800"/>
              </a:lnSpc>
              <a:spcBef>
                <a:spcPts val="765"/>
              </a:spcBef>
              <a:buFont typeface="Symbol"/>
              <a:buChar char=""/>
              <a:tabLst>
                <a:tab pos="327660" algn="l"/>
              </a:tabLst>
            </a:pPr>
            <a:r>
              <a:rPr dirty="0" sz="2900">
                <a:latin typeface="Times New Roman"/>
                <a:cs typeface="Times New Roman"/>
              </a:rPr>
              <a:t>D.</a:t>
            </a:r>
            <a:r>
              <a:rPr dirty="0" sz="2900" spc="-65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Stinson,</a:t>
            </a:r>
            <a:r>
              <a:rPr dirty="0" sz="2900" spc="-65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Cryptography:</a:t>
            </a:r>
            <a:r>
              <a:rPr dirty="0" sz="2900" spc="-65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Theory</a:t>
            </a:r>
            <a:r>
              <a:rPr dirty="0" sz="2900" spc="-60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and</a:t>
            </a:r>
            <a:r>
              <a:rPr dirty="0" sz="2900" spc="-65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Practice,</a:t>
            </a:r>
            <a:r>
              <a:rPr dirty="0" sz="2900" spc="-65">
                <a:latin typeface="Times New Roman"/>
                <a:cs typeface="Times New Roman"/>
              </a:rPr>
              <a:t> </a:t>
            </a:r>
            <a:r>
              <a:rPr dirty="0" sz="2900" spc="-25">
                <a:latin typeface="Times New Roman"/>
                <a:cs typeface="Times New Roman"/>
              </a:rPr>
              <a:t>CRC </a:t>
            </a:r>
            <a:r>
              <a:rPr dirty="0" sz="2900" spc="-25">
                <a:latin typeface="Times New Roman"/>
                <a:cs typeface="Times New Roman"/>
              </a:rPr>
              <a:t>	</a:t>
            </a:r>
            <a:r>
              <a:rPr dirty="0" sz="2900">
                <a:latin typeface="Times New Roman"/>
                <a:cs typeface="Times New Roman"/>
              </a:rPr>
              <a:t>Press,</a:t>
            </a:r>
            <a:r>
              <a:rPr dirty="0" sz="2900" spc="-5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3</a:t>
            </a:r>
            <a:r>
              <a:rPr dirty="0" baseline="24853" sz="2850">
                <a:latin typeface="Times New Roman"/>
                <a:cs typeface="Times New Roman"/>
              </a:rPr>
              <a:t>rd</a:t>
            </a:r>
            <a:r>
              <a:rPr dirty="0" baseline="24853" sz="2850" spc="390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Ed.,</a:t>
            </a:r>
            <a:r>
              <a:rPr dirty="0" sz="2900" spc="10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2005.</a:t>
            </a:r>
            <a:r>
              <a:rPr dirty="0" sz="2900" spc="10">
                <a:latin typeface="Times New Roman"/>
                <a:cs typeface="Times New Roman"/>
              </a:rPr>
              <a:t> </a:t>
            </a:r>
            <a:r>
              <a:rPr dirty="0" sz="2450">
                <a:latin typeface="Times New Roman"/>
                <a:cs typeface="Times New Roman"/>
              </a:rPr>
              <a:t>Solid</a:t>
            </a:r>
            <a:r>
              <a:rPr dirty="0" sz="2450" spc="20">
                <a:latin typeface="Times New Roman"/>
                <a:cs typeface="Times New Roman"/>
              </a:rPr>
              <a:t> </a:t>
            </a:r>
            <a:r>
              <a:rPr dirty="0" sz="2450">
                <a:latin typeface="Times New Roman"/>
                <a:cs typeface="Times New Roman"/>
              </a:rPr>
              <a:t>introduction,</a:t>
            </a:r>
            <a:r>
              <a:rPr dirty="0" sz="2450" spc="15">
                <a:latin typeface="Times New Roman"/>
                <a:cs typeface="Times New Roman"/>
              </a:rPr>
              <a:t> </a:t>
            </a:r>
            <a:r>
              <a:rPr dirty="0" sz="2450">
                <a:latin typeface="Times New Roman"/>
                <a:cs typeface="Times New Roman"/>
              </a:rPr>
              <a:t>but</a:t>
            </a:r>
            <a:r>
              <a:rPr dirty="0" sz="2450" spc="20">
                <a:latin typeface="Times New Roman"/>
                <a:cs typeface="Times New Roman"/>
              </a:rPr>
              <a:t> </a:t>
            </a:r>
            <a:r>
              <a:rPr dirty="0" sz="2450">
                <a:latin typeface="Times New Roman"/>
                <a:cs typeface="Times New Roman"/>
              </a:rPr>
              <a:t>only</a:t>
            </a:r>
            <a:r>
              <a:rPr dirty="0" sz="2450" spc="15">
                <a:latin typeface="Times New Roman"/>
                <a:cs typeface="Times New Roman"/>
              </a:rPr>
              <a:t> </a:t>
            </a:r>
            <a:r>
              <a:rPr dirty="0" sz="2450">
                <a:latin typeface="Times New Roman"/>
                <a:cs typeface="Times New Roman"/>
              </a:rPr>
              <a:t>for</a:t>
            </a:r>
            <a:r>
              <a:rPr dirty="0" sz="2450" spc="20">
                <a:latin typeface="Times New Roman"/>
                <a:cs typeface="Times New Roman"/>
              </a:rPr>
              <a:t> </a:t>
            </a:r>
            <a:r>
              <a:rPr dirty="0" sz="2450" spc="-25">
                <a:latin typeface="Times New Roman"/>
                <a:cs typeface="Times New Roman"/>
              </a:rPr>
              <a:t>the </a:t>
            </a:r>
            <a:r>
              <a:rPr dirty="0" sz="2450" spc="-25">
                <a:latin typeface="Times New Roman"/>
                <a:cs typeface="Times New Roman"/>
              </a:rPr>
              <a:t>	</a:t>
            </a:r>
            <a:r>
              <a:rPr dirty="0" sz="2450">
                <a:latin typeface="Times New Roman"/>
                <a:cs typeface="Times New Roman"/>
              </a:rPr>
              <a:t>mathematically</a:t>
            </a:r>
            <a:r>
              <a:rPr dirty="0" sz="2450" spc="120">
                <a:latin typeface="Times New Roman"/>
                <a:cs typeface="Times New Roman"/>
              </a:rPr>
              <a:t> </a:t>
            </a:r>
            <a:r>
              <a:rPr dirty="0" sz="2450" spc="-10">
                <a:latin typeface="Times New Roman"/>
                <a:cs typeface="Times New Roman"/>
              </a:rPr>
              <a:t>inclined.</a:t>
            </a:r>
            <a:endParaRPr sz="2450">
              <a:latin typeface="Times New Roman"/>
              <a:cs typeface="Times New Roman"/>
            </a:endParaRPr>
          </a:p>
          <a:p>
            <a:pPr marL="320040" marR="474980" indent="-295275">
              <a:lnSpc>
                <a:spcPct val="82700"/>
              </a:lnSpc>
              <a:spcBef>
                <a:spcPts val="620"/>
              </a:spcBef>
              <a:buFont typeface="Symbol"/>
              <a:buChar char=""/>
              <a:tabLst>
                <a:tab pos="327660" algn="l"/>
                <a:tab pos="1339215" algn="l"/>
              </a:tabLst>
            </a:pPr>
            <a:r>
              <a:rPr dirty="0" sz="2900">
                <a:latin typeface="Times New Roman"/>
                <a:cs typeface="Times New Roman"/>
              </a:rPr>
              <a:t>A.J.</a:t>
            </a:r>
            <a:r>
              <a:rPr dirty="0" sz="2900" spc="-65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Menezes,</a:t>
            </a:r>
            <a:r>
              <a:rPr dirty="0" sz="2900" spc="-60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P.C.</a:t>
            </a:r>
            <a:r>
              <a:rPr dirty="0" sz="2900" spc="-65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van</a:t>
            </a:r>
            <a:r>
              <a:rPr dirty="0" sz="2900" spc="-60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Oorschot,</a:t>
            </a:r>
            <a:r>
              <a:rPr dirty="0" sz="2900" spc="-60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S.A.</a:t>
            </a:r>
            <a:r>
              <a:rPr dirty="0" sz="2900" spc="-65">
                <a:latin typeface="Times New Roman"/>
                <a:cs typeface="Times New Roman"/>
              </a:rPr>
              <a:t> </a:t>
            </a:r>
            <a:r>
              <a:rPr dirty="0" sz="2900" spc="-10">
                <a:latin typeface="Times New Roman"/>
                <a:cs typeface="Times New Roman"/>
              </a:rPr>
              <a:t>Vanstone, </a:t>
            </a:r>
            <a:r>
              <a:rPr dirty="0" sz="2900" spc="-10">
                <a:latin typeface="Times New Roman"/>
                <a:cs typeface="Times New Roman"/>
              </a:rPr>
              <a:t>	</a:t>
            </a:r>
            <a:r>
              <a:rPr dirty="0" sz="2900">
                <a:latin typeface="Times New Roman"/>
                <a:cs typeface="Times New Roman"/>
              </a:rPr>
              <a:t>Handbook</a:t>
            </a:r>
            <a:r>
              <a:rPr dirty="0" sz="2900" spc="-80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of</a:t>
            </a:r>
            <a:r>
              <a:rPr dirty="0" sz="2900" spc="-75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Applied</a:t>
            </a:r>
            <a:r>
              <a:rPr dirty="0" sz="2900" spc="-80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Cryptography,</a:t>
            </a:r>
            <a:r>
              <a:rPr dirty="0" sz="2900" spc="-75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CRC</a:t>
            </a:r>
            <a:r>
              <a:rPr dirty="0" sz="2900" spc="-75">
                <a:latin typeface="Times New Roman"/>
                <a:cs typeface="Times New Roman"/>
              </a:rPr>
              <a:t> </a:t>
            </a:r>
            <a:r>
              <a:rPr dirty="0" sz="2900" spc="-10">
                <a:latin typeface="Times New Roman"/>
                <a:cs typeface="Times New Roman"/>
              </a:rPr>
              <a:t>Press, 	1997.</a:t>
            </a:r>
            <a:r>
              <a:rPr dirty="0" sz="2900">
                <a:latin typeface="Times New Roman"/>
                <a:cs typeface="Times New Roman"/>
              </a:rPr>
              <a:t>	</a:t>
            </a:r>
            <a:r>
              <a:rPr dirty="0" sz="2450">
                <a:latin typeface="Times New Roman"/>
                <a:cs typeface="Times New Roman"/>
              </a:rPr>
              <a:t>The</a:t>
            </a:r>
            <a:r>
              <a:rPr dirty="0" sz="2450" spc="65">
                <a:latin typeface="Times New Roman"/>
                <a:cs typeface="Times New Roman"/>
              </a:rPr>
              <a:t> </a:t>
            </a:r>
            <a:r>
              <a:rPr dirty="0" sz="2450">
                <a:latin typeface="Times New Roman"/>
                <a:cs typeface="Times New Roman"/>
              </a:rPr>
              <a:t>bible</a:t>
            </a:r>
            <a:r>
              <a:rPr dirty="0" sz="2450" spc="70">
                <a:latin typeface="Times New Roman"/>
                <a:cs typeface="Times New Roman"/>
              </a:rPr>
              <a:t> </a:t>
            </a:r>
            <a:r>
              <a:rPr dirty="0" sz="2450">
                <a:latin typeface="Times New Roman"/>
                <a:cs typeface="Times New Roman"/>
              </a:rPr>
              <a:t>of</a:t>
            </a:r>
            <a:r>
              <a:rPr dirty="0" sz="2450" spc="65">
                <a:latin typeface="Times New Roman"/>
                <a:cs typeface="Times New Roman"/>
              </a:rPr>
              <a:t> </a:t>
            </a:r>
            <a:r>
              <a:rPr dirty="0" sz="2450">
                <a:latin typeface="Times New Roman"/>
                <a:cs typeface="Times New Roman"/>
              </a:rPr>
              <a:t>modern</a:t>
            </a:r>
            <a:r>
              <a:rPr dirty="0" sz="2450" spc="65">
                <a:latin typeface="Times New Roman"/>
                <a:cs typeface="Times New Roman"/>
              </a:rPr>
              <a:t> </a:t>
            </a:r>
            <a:r>
              <a:rPr dirty="0" sz="2450">
                <a:latin typeface="Times New Roman"/>
                <a:cs typeface="Times New Roman"/>
              </a:rPr>
              <a:t>cryptography.</a:t>
            </a:r>
            <a:r>
              <a:rPr dirty="0" sz="2450" spc="70">
                <a:latin typeface="Times New Roman"/>
                <a:cs typeface="Times New Roman"/>
              </a:rPr>
              <a:t> </a:t>
            </a:r>
            <a:r>
              <a:rPr dirty="0" sz="2450">
                <a:latin typeface="Times New Roman"/>
                <a:cs typeface="Times New Roman"/>
              </a:rPr>
              <a:t>Thorough</a:t>
            </a:r>
            <a:r>
              <a:rPr dirty="0" sz="2450" spc="65">
                <a:latin typeface="Times New Roman"/>
                <a:cs typeface="Times New Roman"/>
              </a:rPr>
              <a:t> </a:t>
            </a:r>
            <a:r>
              <a:rPr dirty="0" sz="2450" spc="-25">
                <a:latin typeface="Times New Roman"/>
                <a:cs typeface="Times New Roman"/>
              </a:rPr>
              <a:t>and </a:t>
            </a:r>
            <a:r>
              <a:rPr dirty="0" sz="2450" spc="-25">
                <a:latin typeface="Times New Roman"/>
                <a:cs typeface="Times New Roman"/>
              </a:rPr>
              <a:t>	</a:t>
            </a:r>
            <a:r>
              <a:rPr dirty="0" sz="2450">
                <a:latin typeface="Times New Roman"/>
                <a:cs typeface="Times New Roman"/>
              </a:rPr>
              <a:t>complete</a:t>
            </a:r>
            <a:r>
              <a:rPr dirty="0" sz="2450" spc="45">
                <a:latin typeface="Times New Roman"/>
                <a:cs typeface="Times New Roman"/>
              </a:rPr>
              <a:t> </a:t>
            </a:r>
            <a:r>
              <a:rPr dirty="0" sz="2450">
                <a:latin typeface="Times New Roman"/>
                <a:cs typeface="Times New Roman"/>
              </a:rPr>
              <a:t>reference</a:t>
            </a:r>
            <a:r>
              <a:rPr dirty="0" sz="2450" spc="45">
                <a:latin typeface="Times New Roman"/>
                <a:cs typeface="Times New Roman"/>
              </a:rPr>
              <a:t> </a:t>
            </a:r>
            <a:r>
              <a:rPr dirty="0" sz="2450">
                <a:latin typeface="Times New Roman"/>
                <a:cs typeface="Times New Roman"/>
              </a:rPr>
              <a:t>work</a:t>
            </a:r>
            <a:r>
              <a:rPr dirty="0" sz="2450" spc="45">
                <a:latin typeface="Times New Roman"/>
                <a:cs typeface="Times New Roman"/>
              </a:rPr>
              <a:t> </a:t>
            </a:r>
            <a:r>
              <a:rPr dirty="0" sz="2450">
                <a:latin typeface="Times New Roman"/>
                <a:cs typeface="Times New Roman"/>
              </a:rPr>
              <a:t>–</a:t>
            </a:r>
            <a:r>
              <a:rPr dirty="0" sz="2450" spc="45">
                <a:latin typeface="Times New Roman"/>
                <a:cs typeface="Times New Roman"/>
              </a:rPr>
              <a:t> </a:t>
            </a:r>
            <a:r>
              <a:rPr dirty="0" sz="2450">
                <a:latin typeface="Times New Roman"/>
                <a:cs typeface="Times New Roman"/>
              </a:rPr>
              <a:t>not</a:t>
            </a:r>
            <a:r>
              <a:rPr dirty="0" sz="2450" spc="45">
                <a:latin typeface="Times New Roman"/>
                <a:cs typeface="Times New Roman"/>
              </a:rPr>
              <a:t> </a:t>
            </a:r>
            <a:r>
              <a:rPr dirty="0" sz="2450">
                <a:latin typeface="Times New Roman"/>
                <a:cs typeface="Times New Roman"/>
              </a:rPr>
              <a:t>suited</a:t>
            </a:r>
            <a:r>
              <a:rPr dirty="0" sz="2450" spc="45">
                <a:latin typeface="Times New Roman"/>
                <a:cs typeface="Times New Roman"/>
              </a:rPr>
              <a:t> </a:t>
            </a:r>
            <a:r>
              <a:rPr dirty="0" sz="2450">
                <a:latin typeface="Times New Roman"/>
                <a:cs typeface="Times New Roman"/>
              </a:rPr>
              <a:t>as</a:t>
            </a:r>
            <a:r>
              <a:rPr dirty="0" sz="2450" spc="45">
                <a:latin typeface="Times New Roman"/>
                <a:cs typeface="Times New Roman"/>
              </a:rPr>
              <a:t> </a:t>
            </a:r>
            <a:r>
              <a:rPr dirty="0" sz="2450">
                <a:latin typeface="Times New Roman"/>
                <a:cs typeface="Times New Roman"/>
              </a:rPr>
              <a:t>a</a:t>
            </a:r>
            <a:r>
              <a:rPr dirty="0" sz="2450" spc="45">
                <a:latin typeface="Times New Roman"/>
                <a:cs typeface="Times New Roman"/>
              </a:rPr>
              <a:t> </a:t>
            </a:r>
            <a:r>
              <a:rPr dirty="0" sz="2450">
                <a:latin typeface="Times New Roman"/>
                <a:cs typeface="Times New Roman"/>
              </a:rPr>
              <a:t>first</a:t>
            </a:r>
            <a:r>
              <a:rPr dirty="0" sz="2450" spc="40">
                <a:latin typeface="Times New Roman"/>
                <a:cs typeface="Times New Roman"/>
              </a:rPr>
              <a:t> </a:t>
            </a:r>
            <a:r>
              <a:rPr dirty="0" sz="2450">
                <a:latin typeface="Times New Roman"/>
                <a:cs typeface="Times New Roman"/>
              </a:rPr>
              <a:t>text</a:t>
            </a:r>
            <a:r>
              <a:rPr dirty="0" sz="2450" spc="45">
                <a:latin typeface="Times New Roman"/>
                <a:cs typeface="Times New Roman"/>
              </a:rPr>
              <a:t> </a:t>
            </a:r>
            <a:r>
              <a:rPr dirty="0" sz="2450" spc="-10">
                <a:latin typeface="Times New Roman"/>
                <a:cs typeface="Times New Roman"/>
              </a:rPr>
              <a:t>book. </a:t>
            </a:r>
            <a:r>
              <a:rPr dirty="0" sz="2450" spc="-10">
                <a:latin typeface="Times New Roman"/>
                <a:cs typeface="Times New Roman"/>
              </a:rPr>
              <a:t>	</a:t>
            </a:r>
            <a:r>
              <a:rPr dirty="0" sz="2450">
                <a:latin typeface="Times New Roman"/>
                <a:cs typeface="Times New Roman"/>
              </a:rPr>
              <a:t>Freely</a:t>
            </a:r>
            <a:r>
              <a:rPr dirty="0" sz="2450" spc="50">
                <a:latin typeface="Times New Roman"/>
                <a:cs typeface="Times New Roman"/>
              </a:rPr>
              <a:t> </a:t>
            </a:r>
            <a:r>
              <a:rPr dirty="0" sz="2450">
                <a:latin typeface="Times New Roman"/>
                <a:cs typeface="Times New Roman"/>
              </a:rPr>
              <a:t>available</a:t>
            </a:r>
            <a:r>
              <a:rPr dirty="0" sz="2450" spc="50">
                <a:latin typeface="Times New Roman"/>
                <a:cs typeface="Times New Roman"/>
              </a:rPr>
              <a:t> </a:t>
            </a:r>
            <a:r>
              <a:rPr dirty="0" sz="2450">
                <a:latin typeface="Times New Roman"/>
                <a:cs typeface="Times New Roman"/>
              </a:rPr>
              <a:t>at</a:t>
            </a:r>
            <a:r>
              <a:rPr dirty="0" sz="2450" spc="165">
                <a:latin typeface="Times New Roman"/>
                <a:cs typeface="Times New Roman"/>
              </a:rPr>
              <a:t> </a:t>
            </a:r>
            <a:r>
              <a:rPr dirty="0" sz="2450" spc="-10">
                <a:latin typeface="Times New Roman"/>
                <a:cs typeface="Times New Roman"/>
                <a:hlinkClick r:id="rId2"/>
              </a:rPr>
              <a:t>http://www.cacr.math.uwaterloo.ca/hac</a:t>
            </a:r>
            <a:endParaRPr sz="2450">
              <a:latin typeface="Times New Roman"/>
              <a:cs typeface="Times New Roman"/>
            </a:endParaRPr>
          </a:p>
          <a:p>
            <a:pPr marL="320040" marR="508634" indent="-295275">
              <a:lnSpc>
                <a:spcPct val="81200"/>
              </a:lnSpc>
              <a:spcBef>
                <a:spcPts val="755"/>
              </a:spcBef>
              <a:buFont typeface="Symbol"/>
              <a:buChar char=""/>
              <a:tabLst>
                <a:tab pos="327660" algn="l"/>
              </a:tabLst>
            </a:pPr>
            <a:r>
              <a:rPr dirty="0" sz="2900">
                <a:latin typeface="Times New Roman"/>
                <a:cs typeface="Times New Roman"/>
              </a:rPr>
              <a:t>N.</a:t>
            </a:r>
            <a:r>
              <a:rPr dirty="0" sz="2900" spc="-60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Smart,</a:t>
            </a:r>
            <a:r>
              <a:rPr dirty="0" sz="2900" spc="-60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Cryptography,</a:t>
            </a:r>
            <a:r>
              <a:rPr dirty="0" sz="2900" spc="-60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An</a:t>
            </a:r>
            <a:r>
              <a:rPr dirty="0" sz="2900" spc="-55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Introduction:</a:t>
            </a:r>
            <a:r>
              <a:rPr dirty="0" sz="2900" spc="-60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3</a:t>
            </a:r>
            <a:r>
              <a:rPr dirty="0" baseline="24853" sz="2850">
                <a:latin typeface="Times New Roman"/>
                <a:cs typeface="Times New Roman"/>
              </a:rPr>
              <a:t>rd</a:t>
            </a:r>
            <a:r>
              <a:rPr dirty="0" baseline="24853" sz="2850" spc="284">
                <a:latin typeface="Times New Roman"/>
                <a:cs typeface="Times New Roman"/>
              </a:rPr>
              <a:t> </a:t>
            </a:r>
            <a:r>
              <a:rPr dirty="0" sz="2900" spc="-20">
                <a:latin typeface="Times New Roman"/>
                <a:cs typeface="Times New Roman"/>
              </a:rPr>
              <a:t>Ed., </a:t>
            </a:r>
            <a:r>
              <a:rPr dirty="0" sz="2900" spc="-20">
                <a:latin typeface="Times New Roman"/>
                <a:cs typeface="Times New Roman"/>
              </a:rPr>
              <a:t>	</a:t>
            </a:r>
            <a:r>
              <a:rPr dirty="0" sz="2900">
                <a:latin typeface="Times New Roman"/>
                <a:cs typeface="Times New Roman"/>
              </a:rPr>
              <a:t>2008.</a:t>
            </a:r>
            <a:r>
              <a:rPr dirty="0" sz="2900" spc="25">
                <a:latin typeface="Times New Roman"/>
                <a:cs typeface="Times New Roman"/>
              </a:rPr>
              <a:t> </a:t>
            </a:r>
            <a:r>
              <a:rPr dirty="0" sz="2450">
                <a:latin typeface="Times New Roman"/>
                <a:cs typeface="Times New Roman"/>
              </a:rPr>
              <a:t>Solid</a:t>
            </a:r>
            <a:r>
              <a:rPr dirty="0" sz="2450" spc="35">
                <a:latin typeface="Times New Roman"/>
                <a:cs typeface="Times New Roman"/>
              </a:rPr>
              <a:t> </a:t>
            </a:r>
            <a:r>
              <a:rPr dirty="0" sz="2450">
                <a:latin typeface="Times New Roman"/>
                <a:cs typeface="Times New Roman"/>
              </a:rPr>
              <a:t>and</a:t>
            </a:r>
            <a:r>
              <a:rPr dirty="0" sz="2450" spc="35">
                <a:latin typeface="Times New Roman"/>
                <a:cs typeface="Times New Roman"/>
              </a:rPr>
              <a:t> </a:t>
            </a:r>
            <a:r>
              <a:rPr dirty="0" sz="2450">
                <a:latin typeface="Times New Roman"/>
                <a:cs typeface="Times New Roman"/>
              </a:rPr>
              <a:t>up</a:t>
            </a:r>
            <a:r>
              <a:rPr dirty="0" sz="2450" spc="35">
                <a:latin typeface="Times New Roman"/>
                <a:cs typeface="Times New Roman"/>
              </a:rPr>
              <a:t> </a:t>
            </a:r>
            <a:r>
              <a:rPr dirty="0" sz="2450">
                <a:latin typeface="Times New Roman"/>
                <a:cs typeface="Times New Roman"/>
              </a:rPr>
              <a:t>to</a:t>
            </a:r>
            <a:r>
              <a:rPr dirty="0" sz="2450" spc="35">
                <a:latin typeface="Times New Roman"/>
                <a:cs typeface="Times New Roman"/>
              </a:rPr>
              <a:t> </a:t>
            </a:r>
            <a:r>
              <a:rPr dirty="0" sz="2450">
                <a:latin typeface="Times New Roman"/>
                <a:cs typeface="Times New Roman"/>
              </a:rPr>
              <a:t>date</a:t>
            </a:r>
            <a:r>
              <a:rPr dirty="0" sz="2450" spc="30">
                <a:latin typeface="Times New Roman"/>
                <a:cs typeface="Times New Roman"/>
              </a:rPr>
              <a:t> </a:t>
            </a:r>
            <a:r>
              <a:rPr dirty="0" sz="2450">
                <a:latin typeface="Times New Roman"/>
                <a:cs typeface="Times New Roman"/>
              </a:rPr>
              <a:t>but</a:t>
            </a:r>
            <a:r>
              <a:rPr dirty="0" sz="2450" spc="35">
                <a:latin typeface="Times New Roman"/>
                <a:cs typeface="Times New Roman"/>
              </a:rPr>
              <a:t> </a:t>
            </a:r>
            <a:r>
              <a:rPr dirty="0" sz="2450">
                <a:latin typeface="Times New Roman"/>
                <a:cs typeface="Times New Roman"/>
              </a:rPr>
              <a:t>on</a:t>
            </a:r>
            <a:r>
              <a:rPr dirty="0" sz="2450" spc="35">
                <a:latin typeface="Times New Roman"/>
                <a:cs typeface="Times New Roman"/>
              </a:rPr>
              <a:t> </a:t>
            </a:r>
            <a:r>
              <a:rPr dirty="0" sz="2450">
                <a:latin typeface="Times New Roman"/>
                <a:cs typeface="Times New Roman"/>
              </a:rPr>
              <a:t>the</a:t>
            </a:r>
            <a:r>
              <a:rPr dirty="0" sz="2450" spc="35">
                <a:latin typeface="Times New Roman"/>
                <a:cs typeface="Times New Roman"/>
              </a:rPr>
              <a:t> </a:t>
            </a:r>
            <a:r>
              <a:rPr dirty="0" sz="2450">
                <a:latin typeface="Times New Roman"/>
                <a:cs typeface="Times New Roman"/>
              </a:rPr>
              <a:t>mathematical</a:t>
            </a:r>
            <a:r>
              <a:rPr dirty="0" sz="2450" spc="30">
                <a:latin typeface="Times New Roman"/>
                <a:cs typeface="Times New Roman"/>
              </a:rPr>
              <a:t> </a:t>
            </a:r>
            <a:r>
              <a:rPr dirty="0" sz="2450" spc="-10">
                <a:latin typeface="Times New Roman"/>
                <a:cs typeface="Times New Roman"/>
              </a:rPr>
              <a:t>side. </a:t>
            </a:r>
            <a:r>
              <a:rPr dirty="0" sz="2450" spc="-10">
                <a:latin typeface="Times New Roman"/>
                <a:cs typeface="Times New Roman"/>
              </a:rPr>
              <a:t>	</a:t>
            </a:r>
            <a:r>
              <a:rPr dirty="0" sz="2450">
                <a:latin typeface="Times New Roman"/>
                <a:cs typeface="Times New Roman"/>
              </a:rPr>
              <a:t>Freely</a:t>
            </a:r>
            <a:r>
              <a:rPr dirty="0" sz="2450" spc="40">
                <a:latin typeface="Times New Roman"/>
                <a:cs typeface="Times New Roman"/>
              </a:rPr>
              <a:t> </a:t>
            </a:r>
            <a:r>
              <a:rPr dirty="0" sz="2450">
                <a:latin typeface="Times New Roman"/>
                <a:cs typeface="Times New Roman"/>
              </a:rPr>
              <a:t>available</a:t>
            </a:r>
            <a:r>
              <a:rPr dirty="0" sz="2450" spc="50">
                <a:latin typeface="Times New Roman"/>
                <a:cs typeface="Times New Roman"/>
              </a:rPr>
              <a:t> </a:t>
            </a:r>
            <a:r>
              <a:rPr dirty="0" sz="2450">
                <a:latin typeface="Times New Roman"/>
                <a:cs typeface="Times New Roman"/>
              </a:rPr>
              <a:t>at</a:t>
            </a:r>
            <a:r>
              <a:rPr dirty="0" sz="2450" spc="55">
                <a:latin typeface="Times New Roman"/>
                <a:cs typeface="Times New Roman"/>
              </a:rPr>
              <a:t> </a:t>
            </a:r>
            <a:r>
              <a:rPr dirty="0" sz="2050" spc="-10">
                <a:latin typeface="Times New Roman"/>
                <a:cs typeface="Times New Roman"/>
                <a:hlinkClick r:id="rId3"/>
              </a:rPr>
              <a:t>http://www.cs.bris.ac.uk/~nigel/Crypto_Book/</a:t>
            </a:r>
            <a:endParaRPr sz="2050">
              <a:latin typeface="Times New Roman"/>
              <a:cs typeface="Times New Roman"/>
            </a:endParaRPr>
          </a:p>
          <a:p>
            <a:pPr marL="320040" marR="285750" indent="-295275">
              <a:lnSpc>
                <a:spcPct val="79900"/>
              </a:lnSpc>
              <a:spcBef>
                <a:spcPts val="715"/>
              </a:spcBef>
              <a:buFont typeface="Symbol"/>
              <a:buChar char=""/>
              <a:tabLst>
                <a:tab pos="327660" algn="l"/>
              </a:tabLst>
            </a:pPr>
            <a:r>
              <a:rPr dirty="0" sz="2900">
                <a:latin typeface="Times New Roman"/>
                <a:cs typeface="Times New Roman"/>
              </a:rPr>
              <a:t>B.</a:t>
            </a:r>
            <a:r>
              <a:rPr dirty="0" sz="2900" spc="-85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Schneier,</a:t>
            </a:r>
            <a:r>
              <a:rPr dirty="0" sz="2900" spc="-85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Applied</a:t>
            </a:r>
            <a:r>
              <a:rPr dirty="0" sz="2900" spc="-80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Cryptography,</a:t>
            </a:r>
            <a:r>
              <a:rPr dirty="0" sz="2900" spc="-85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Wiley,</a:t>
            </a:r>
            <a:r>
              <a:rPr dirty="0" sz="2900" spc="-80">
                <a:latin typeface="Times New Roman"/>
                <a:cs typeface="Times New Roman"/>
              </a:rPr>
              <a:t> </a:t>
            </a:r>
            <a:r>
              <a:rPr dirty="0" sz="2900" spc="-10">
                <a:latin typeface="Times New Roman"/>
                <a:cs typeface="Times New Roman"/>
              </a:rPr>
              <a:t>1996. </a:t>
            </a:r>
            <a:r>
              <a:rPr dirty="0" sz="2900" spc="-10">
                <a:latin typeface="Times New Roman"/>
                <a:cs typeface="Times New Roman"/>
              </a:rPr>
              <a:t>	</a:t>
            </a:r>
            <a:r>
              <a:rPr dirty="0" sz="2450">
                <a:latin typeface="Times New Roman"/>
                <a:cs typeface="Times New Roman"/>
              </a:rPr>
              <a:t>Widely</a:t>
            </a:r>
            <a:r>
              <a:rPr dirty="0" sz="2450" spc="40">
                <a:latin typeface="Times New Roman"/>
                <a:cs typeface="Times New Roman"/>
              </a:rPr>
              <a:t> </a:t>
            </a:r>
            <a:r>
              <a:rPr dirty="0" sz="2450">
                <a:latin typeface="Times New Roman"/>
                <a:cs typeface="Times New Roman"/>
              </a:rPr>
              <a:t>popular</a:t>
            </a:r>
            <a:r>
              <a:rPr dirty="0" sz="2450" spc="50">
                <a:latin typeface="Times New Roman"/>
                <a:cs typeface="Times New Roman"/>
              </a:rPr>
              <a:t> </a:t>
            </a:r>
            <a:r>
              <a:rPr dirty="0" sz="2450">
                <a:latin typeface="Times New Roman"/>
                <a:cs typeface="Times New Roman"/>
              </a:rPr>
              <a:t>and</a:t>
            </a:r>
            <a:r>
              <a:rPr dirty="0" sz="2450" spc="45">
                <a:latin typeface="Times New Roman"/>
                <a:cs typeface="Times New Roman"/>
              </a:rPr>
              <a:t> </a:t>
            </a:r>
            <a:r>
              <a:rPr dirty="0" sz="2450">
                <a:latin typeface="Times New Roman"/>
                <a:cs typeface="Times New Roman"/>
              </a:rPr>
              <a:t>very</a:t>
            </a:r>
            <a:r>
              <a:rPr dirty="0" sz="2450" spc="50">
                <a:latin typeface="Times New Roman"/>
                <a:cs typeface="Times New Roman"/>
              </a:rPr>
              <a:t> </a:t>
            </a:r>
            <a:r>
              <a:rPr dirty="0" sz="2450">
                <a:latin typeface="Times New Roman"/>
                <a:cs typeface="Times New Roman"/>
              </a:rPr>
              <a:t>accessible</a:t>
            </a:r>
            <a:r>
              <a:rPr dirty="0" sz="2450" spc="50">
                <a:latin typeface="Times New Roman"/>
                <a:cs typeface="Times New Roman"/>
              </a:rPr>
              <a:t> </a:t>
            </a:r>
            <a:r>
              <a:rPr dirty="0" sz="2450">
                <a:latin typeface="Times New Roman"/>
                <a:cs typeface="Times New Roman"/>
              </a:rPr>
              <a:t>–</a:t>
            </a:r>
            <a:r>
              <a:rPr dirty="0" sz="2450" spc="50">
                <a:latin typeface="Times New Roman"/>
                <a:cs typeface="Times New Roman"/>
              </a:rPr>
              <a:t> </a:t>
            </a:r>
            <a:r>
              <a:rPr dirty="0" sz="2450">
                <a:latin typeface="Times New Roman"/>
                <a:cs typeface="Times New Roman"/>
              </a:rPr>
              <a:t>make</a:t>
            </a:r>
            <a:r>
              <a:rPr dirty="0" sz="2450" spc="50">
                <a:latin typeface="Times New Roman"/>
                <a:cs typeface="Times New Roman"/>
              </a:rPr>
              <a:t> </a:t>
            </a:r>
            <a:r>
              <a:rPr dirty="0" sz="2450">
                <a:latin typeface="Times New Roman"/>
                <a:cs typeface="Times New Roman"/>
              </a:rPr>
              <a:t>sure</a:t>
            </a:r>
            <a:r>
              <a:rPr dirty="0" sz="2450" spc="45">
                <a:latin typeface="Times New Roman"/>
                <a:cs typeface="Times New Roman"/>
              </a:rPr>
              <a:t> </a:t>
            </a:r>
            <a:r>
              <a:rPr dirty="0" sz="2450">
                <a:latin typeface="Times New Roman"/>
                <a:cs typeface="Times New Roman"/>
              </a:rPr>
              <a:t>you</a:t>
            </a:r>
            <a:r>
              <a:rPr dirty="0" sz="2450" spc="50">
                <a:latin typeface="Times New Roman"/>
                <a:cs typeface="Times New Roman"/>
              </a:rPr>
              <a:t> </a:t>
            </a:r>
            <a:r>
              <a:rPr dirty="0" sz="2450">
                <a:latin typeface="Times New Roman"/>
                <a:cs typeface="Times New Roman"/>
              </a:rPr>
              <a:t>get</a:t>
            </a:r>
            <a:r>
              <a:rPr dirty="0" sz="2450" spc="50">
                <a:latin typeface="Times New Roman"/>
                <a:cs typeface="Times New Roman"/>
              </a:rPr>
              <a:t> </a:t>
            </a:r>
            <a:r>
              <a:rPr dirty="0" sz="2450" spc="-25">
                <a:latin typeface="Times New Roman"/>
                <a:cs typeface="Times New Roman"/>
              </a:rPr>
              <a:t>the </a:t>
            </a:r>
            <a:r>
              <a:rPr dirty="0" sz="2450" spc="-25">
                <a:latin typeface="Times New Roman"/>
                <a:cs typeface="Times New Roman"/>
              </a:rPr>
              <a:t>	</a:t>
            </a:r>
            <a:r>
              <a:rPr dirty="0" sz="2450" spc="-10">
                <a:latin typeface="Times New Roman"/>
                <a:cs typeface="Times New Roman"/>
              </a:rPr>
              <a:t>errata.</a:t>
            </a:r>
            <a:endParaRPr sz="2450">
              <a:latin typeface="Times New Roman"/>
              <a:cs typeface="Times New Roman"/>
            </a:endParaRPr>
          </a:p>
          <a:p>
            <a:pPr marL="320675" indent="-295275">
              <a:lnSpc>
                <a:spcPct val="100000"/>
              </a:lnSpc>
              <a:spcBef>
                <a:spcPts val="20"/>
              </a:spcBef>
              <a:buFont typeface="Symbol"/>
              <a:buChar char=""/>
              <a:tabLst>
                <a:tab pos="320675" algn="l"/>
              </a:tabLst>
            </a:pPr>
            <a:r>
              <a:rPr dirty="0" sz="2900">
                <a:latin typeface="Times New Roman"/>
                <a:cs typeface="Times New Roman"/>
              </a:rPr>
              <a:t>Other</a:t>
            </a:r>
            <a:r>
              <a:rPr dirty="0" sz="2900" spc="-75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authors:</a:t>
            </a:r>
            <a:r>
              <a:rPr dirty="0" sz="2900" spc="-70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Johannes</a:t>
            </a:r>
            <a:r>
              <a:rPr dirty="0" sz="2900" spc="-75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Buchmann,</a:t>
            </a:r>
            <a:r>
              <a:rPr dirty="0" sz="2900" spc="-70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Serge</a:t>
            </a:r>
            <a:r>
              <a:rPr dirty="0" sz="2900" spc="-70">
                <a:latin typeface="Times New Roman"/>
                <a:cs typeface="Times New Roman"/>
              </a:rPr>
              <a:t> </a:t>
            </a:r>
            <a:r>
              <a:rPr dirty="0" sz="2900" spc="-10">
                <a:latin typeface="Times New Roman"/>
                <a:cs typeface="Times New Roman"/>
              </a:rPr>
              <a:t>Vaudenay</a:t>
            </a:r>
            <a:endParaRPr sz="29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617967" y="334217"/>
            <a:ext cx="7779384" cy="656590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4150"/>
              <a:t>Books</a:t>
            </a:r>
            <a:r>
              <a:rPr dirty="0" sz="4150" spc="-100"/>
              <a:t> </a:t>
            </a:r>
            <a:r>
              <a:rPr dirty="0" sz="4150"/>
              <a:t>on</a:t>
            </a:r>
            <a:r>
              <a:rPr dirty="0" sz="4150" spc="-95"/>
              <a:t> </a:t>
            </a:r>
            <a:r>
              <a:rPr dirty="0" sz="4150"/>
              <a:t>network</a:t>
            </a:r>
            <a:r>
              <a:rPr dirty="0" sz="4150" spc="-95"/>
              <a:t> </a:t>
            </a:r>
            <a:r>
              <a:rPr dirty="0" sz="4150"/>
              <a:t>security</a:t>
            </a:r>
            <a:r>
              <a:rPr dirty="0" sz="4150" spc="-95"/>
              <a:t> </a:t>
            </a:r>
            <a:r>
              <a:rPr dirty="0" sz="4150"/>
              <a:t>and</a:t>
            </a:r>
            <a:r>
              <a:rPr dirty="0" sz="4150" spc="-95"/>
              <a:t> </a:t>
            </a:r>
            <a:r>
              <a:rPr dirty="0" sz="4150" spc="-20"/>
              <a:t>more</a:t>
            </a:r>
            <a:endParaRPr sz="4150"/>
          </a:p>
        </p:txBody>
      </p:sp>
      <p:sp>
        <p:nvSpPr>
          <p:cNvPr id="4" name="object 4"/>
          <p:cNvSpPr txBox="1"/>
          <p:nvPr/>
        </p:nvSpPr>
        <p:spPr>
          <a:xfrm>
            <a:off x="2103544" y="6208214"/>
            <a:ext cx="682625" cy="3752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805"/>
              </a:lnSpc>
            </a:pPr>
            <a:r>
              <a:rPr dirty="0" sz="2450" spc="-10">
                <a:latin typeface="Times New Roman"/>
                <a:cs typeface="Times New Roman"/>
              </a:rPr>
              <a:t>field.</a:t>
            </a:r>
            <a:endParaRPr sz="24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083273" y="6751308"/>
            <a:ext cx="209550" cy="229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80"/>
              </a:lnSpc>
            </a:pPr>
            <a:r>
              <a:rPr dirty="0" sz="1450" spc="-25">
                <a:latin typeface="Times New Roman"/>
                <a:cs typeface="Times New Roman"/>
              </a:rPr>
              <a:t>71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788520" y="1330717"/>
            <a:ext cx="8123555" cy="4897755"/>
          </a:xfrm>
          <a:prstGeom prst="rect">
            <a:avLst/>
          </a:prstGeom>
        </p:spPr>
        <p:txBody>
          <a:bodyPr wrap="square" lIns="0" tIns="54610" rIns="0" bIns="0" rtlCol="0" vert="horz">
            <a:spAutoFit/>
          </a:bodyPr>
          <a:lstStyle/>
          <a:p>
            <a:pPr marL="320040" marR="324485" indent="-295275">
              <a:lnSpc>
                <a:spcPct val="90500"/>
              </a:lnSpc>
              <a:spcBef>
                <a:spcPts val="430"/>
              </a:spcBef>
              <a:buFont typeface="Symbol"/>
              <a:buChar char=""/>
              <a:tabLst>
                <a:tab pos="327660" algn="l"/>
              </a:tabLst>
            </a:pPr>
            <a:r>
              <a:rPr dirty="0" sz="2900">
                <a:latin typeface="Times New Roman"/>
                <a:cs typeface="Times New Roman"/>
              </a:rPr>
              <a:t>W.</a:t>
            </a:r>
            <a:r>
              <a:rPr dirty="0" sz="2900" spc="-85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Stallings,</a:t>
            </a:r>
            <a:r>
              <a:rPr dirty="0" sz="2900" spc="-80">
                <a:latin typeface="Times New Roman"/>
                <a:cs typeface="Times New Roman"/>
              </a:rPr>
              <a:t> </a:t>
            </a:r>
            <a:r>
              <a:rPr dirty="0" sz="2900" i="1">
                <a:latin typeface="Times New Roman"/>
                <a:cs typeface="Times New Roman"/>
              </a:rPr>
              <a:t>Network</a:t>
            </a:r>
            <a:r>
              <a:rPr dirty="0" sz="2900" spc="-85" i="1">
                <a:latin typeface="Times New Roman"/>
                <a:cs typeface="Times New Roman"/>
              </a:rPr>
              <a:t> </a:t>
            </a:r>
            <a:r>
              <a:rPr dirty="0" sz="2900" i="1">
                <a:latin typeface="Times New Roman"/>
                <a:cs typeface="Times New Roman"/>
              </a:rPr>
              <a:t>and</a:t>
            </a:r>
            <a:r>
              <a:rPr dirty="0" sz="2900" spc="-80" i="1">
                <a:latin typeface="Times New Roman"/>
                <a:cs typeface="Times New Roman"/>
              </a:rPr>
              <a:t> </a:t>
            </a:r>
            <a:r>
              <a:rPr dirty="0" sz="2900" i="1">
                <a:latin typeface="Times New Roman"/>
                <a:cs typeface="Times New Roman"/>
              </a:rPr>
              <a:t>Internetwork</a:t>
            </a:r>
            <a:r>
              <a:rPr dirty="0" sz="2900" spc="-85" i="1">
                <a:latin typeface="Times New Roman"/>
                <a:cs typeface="Times New Roman"/>
              </a:rPr>
              <a:t> </a:t>
            </a:r>
            <a:r>
              <a:rPr dirty="0" sz="2900" spc="-10" i="1">
                <a:latin typeface="Times New Roman"/>
                <a:cs typeface="Times New Roman"/>
              </a:rPr>
              <a:t>Security:</a:t>
            </a:r>
            <a:r>
              <a:rPr dirty="0" sz="2900" spc="-10" i="1">
                <a:latin typeface="Times New Roman"/>
                <a:cs typeface="Times New Roman"/>
              </a:rPr>
              <a:t> </a:t>
            </a:r>
            <a:r>
              <a:rPr dirty="0" sz="2900" spc="-10" i="1">
                <a:latin typeface="Times New Roman"/>
                <a:cs typeface="Times New Roman"/>
              </a:rPr>
              <a:t>	</a:t>
            </a:r>
            <a:r>
              <a:rPr dirty="0" sz="2900" i="1">
                <a:latin typeface="Times New Roman"/>
                <a:cs typeface="Times New Roman"/>
              </a:rPr>
              <a:t>Priniples</a:t>
            </a:r>
            <a:r>
              <a:rPr dirty="0" sz="2900" spc="-65" i="1">
                <a:latin typeface="Times New Roman"/>
                <a:cs typeface="Times New Roman"/>
              </a:rPr>
              <a:t> </a:t>
            </a:r>
            <a:r>
              <a:rPr dirty="0" sz="2900" i="1">
                <a:latin typeface="Times New Roman"/>
                <a:cs typeface="Times New Roman"/>
              </a:rPr>
              <a:t>and</a:t>
            </a:r>
            <a:r>
              <a:rPr dirty="0" sz="2900" spc="-60" i="1">
                <a:latin typeface="Times New Roman"/>
                <a:cs typeface="Times New Roman"/>
              </a:rPr>
              <a:t> </a:t>
            </a:r>
            <a:r>
              <a:rPr dirty="0" sz="2900" i="1">
                <a:latin typeface="Times New Roman"/>
                <a:cs typeface="Times New Roman"/>
              </a:rPr>
              <a:t>Practice</a:t>
            </a:r>
            <a:r>
              <a:rPr dirty="0" sz="2900">
                <a:latin typeface="Times New Roman"/>
                <a:cs typeface="Times New Roman"/>
              </a:rPr>
              <a:t>,</a:t>
            </a:r>
            <a:r>
              <a:rPr dirty="0" sz="2900" spc="-60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Prentice</a:t>
            </a:r>
            <a:r>
              <a:rPr dirty="0" sz="2900" spc="-60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Hall,</a:t>
            </a:r>
            <a:r>
              <a:rPr dirty="0" sz="2900" spc="-60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5</a:t>
            </a:r>
            <a:r>
              <a:rPr dirty="0" baseline="24853" sz="2850">
                <a:latin typeface="Times New Roman"/>
                <a:cs typeface="Times New Roman"/>
              </a:rPr>
              <a:t>th</a:t>
            </a:r>
            <a:r>
              <a:rPr dirty="0" baseline="24853" sz="2850" spc="284">
                <a:latin typeface="Times New Roman"/>
                <a:cs typeface="Times New Roman"/>
              </a:rPr>
              <a:t> </a:t>
            </a:r>
            <a:r>
              <a:rPr dirty="0" sz="2900" spc="-20">
                <a:latin typeface="Times New Roman"/>
                <a:cs typeface="Times New Roman"/>
              </a:rPr>
              <a:t>Ed., </a:t>
            </a:r>
            <a:r>
              <a:rPr dirty="0" sz="2900" spc="-20">
                <a:latin typeface="Times New Roman"/>
                <a:cs typeface="Times New Roman"/>
              </a:rPr>
              <a:t>	</a:t>
            </a:r>
            <a:r>
              <a:rPr dirty="0" sz="2900">
                <a:latin typeface="Times New Roman"/>
                <a:cs typeface="Times New Roman"/>
              </a:rPr>
              <a:t>November 2009.</a:t>
            </a:r>
            <a:r>
              <a:rPr dirty="0" sz="2900" spc="10">
                <a:latin typeface="Times New Roman"/>
                <a:cs typeface="Times New Roman"/>
              </a:rPr>
              <a:t> </a:t>
            </a:r>
            <a:r>
              <a:rPr dirty="0" sz="2450">
                <a:latin typeface="Times New Roman"/>
                <a:cs typeface="Times New Roman"/>
              </a:rPr>
              <a:t>Solid</a:t>
            </a:r>
            <a:r>
              <a:rPr dirty="0" sz="2450" spc="20">
                <a:latin typeface="Times New Roman"/>
                <a:cs typeface="Times New Roman"/>
              </a:rPr>
              <a:t> </a:t>
            </a:r>
            <a:r>
              <a:rPr dirty="0" sz="2450">
                <a:latin typeface="Times New Roman"/>
                <a:cs typeface="Times New Roman"/>
              </a:rPr>
              <a:t>background</a:t>
            </a:r>
            <a:r>
              <a:rPr dirty="0" sz="2450" spc="20">
                <a:latin typeface="Times New Roman"/>
                <a:cs typeface="Times New Roman"/>
              </a:rPr>
              <a:t> </a:t>
            </a:r>
            <a:r>
              <a:rPr dirty="0" sz="2450">
                <a:latin typeface="Times New Roman"/>
                <a:cs typeface="Times New Roman"/>
              </a:rPr>
              <a:t>on</a:t>
            </a:r>
            <a:r>
              <a:rPr dirty="0" sz="2450" spc="15">
                <a:latin typeface="Times New Roman"/>
                <a:cs typeface="Times New Roman"/>
              </a:rPr>
              <a:t> </a:t>
            </a:r>
            <a:r>
              <a:rPr dirty="0" sz="2450">
                <a:latin typeface="Times New Roman"/>
                <a:cs typeface="Times New Roman"/>
              </a:rPr>
              <a:t>network</a:t>
            </a:r>
            <a:r>
              <a:rPr dirty="0" sz="2450" spc="20">
                <a:latin typeface="Times New Roman"/>
                <a:cs typeface="Times New Roman"/>
              </a:rPr>
              <a:t> </a:t>
            </a:r>
            <a:r>
              <a:rPr dirty="0" sz="2450" spc="-10">
                <a:latin typeface="Times New Roman"/>
                <a:cs typeface="Times New Roman"/>
              </a:rPr>
              <a:t>security. </a:t>
            </a:r>
            <a:r>
              <a:rPr dirty="0" sz="2450" spc="-10">
                <a:latin typeface="Times New Roman"/>
                <a:cs typeface="Times New Roman"/>
              </a:rPr>
              <a:t>	</a:t>
            </a:r>
            <a:r>
              <a:rPr dirty="0" sz="2450">
                <a:latin typeface="Times New Roman"/>
                <a:cs typeface="Times New Roman"/>
              </a:rPr>
              <a:t>Explains</a:t>
            </a:r>
            <a:r>
              <a:rPr dirty="0" sz="2450" spc="50">
                <a:latin typeface="Times New Roman"/>
                <a:cs typeface="Times New Roman"/>
              </a:rPr>
              <a:t> </a:t>
            </a:r>
            <a:r>
              <a:rPr dirty="0" sz="2450">
                <a:latin typeface="Times New Roman"/>
                <a:cs typeface="Times New Roman"/>
              </a:rPr>
              <a:t>basic</a:t>
            </a:r>
            <a:r>
              <a:rPr dirty="0" sz="2450" spc="60">
                <a:latin typeface="Times New Roman"/>
                <a:cs typeface="Times New Roman"/>
              </a:rPr>
              <a:t> </a:t>
            </a:r>
            <a:r>
              <a:rPr dirty="0" sz="2450">
                <a:latin typeface="Times New Roman"/>
                <a:cs typeface="Times New Roman"/>
              </a:rPr>
              <a:t>concepts</a:t>
            </a:r>
            <a:r>
              <a:rPr dirty="0" sz="2450" spc="60">
                <a:latin typeface="Times New Roman"/>
                <a:cs typeface="Times New Roman"/>
              </a:rPr>
              <a:t> </a:t>
            </a:r>
            <a:r>
              <a:rPr dirty="0" sz="2450">
                <a:latin typeface="Times New Roman"/>
                <a:cs typeface="Times New Roman"/>
              </a:rPr>
              <a:t>of</a:t>
            </a:r>
            <a:r>
              <a:rPr dirty="0" sz="2450" spc="60">
                <a:latin typeface="Times New Roman"/>
                <a:cs typeface="Times New Roman"/>
              </a:rPr>
              <a:t> </a:t>
            </a:r>
            <a:r>
              <a:rPr dirty="0" sz="2450">
                <a:latin typeface="Times New Roman"/>
                <a:cs typeface="Times New Roman"/>
              </a:rPr>
              <a:t>cryptography.</a:t>
            </a:r>
            <a:r>
              <a:rPr dirty="0" sz="2450" spc="60">
                <a:latin typeface="Times New Roman"/>
                <a:cs typeface="Times New Roman"/>
              </a:rPr>
              <a:t> </a:t>
            </a:r>
            <a:r>
              <a:rPr dirty="0" sz="2450">
                <a:latin typeface="Times New Roman"/>
                <a:cs typeface="Times New Roman"/>
              </a:rPr>
              <a:t>Tends</a:t>
            </a:r>
            <a:r>
              <a:rPr dirty="0" sz="2450" spc="60">
                <a:latin typeface="Times New Roman"/>
                <a:cs typeface="Times New Roman"/>
              </a:rPr>
              <a:t> </a:t>
            </a:r>
            <a:r>
              <a:rPr dirty="0" sz="2450">
                <a:latin typeface="Times New Roman"/>
                <a:cs typeface="Times New Roman"/>
              </a:rPr>
              <a:t>to</a:t>
            </a:r>
            <a:r>
              <a:rPr dirty="0" sz="2450" spc="60">
                <a:latin typeface="Times New Roman"/>
                <a:cs typeface="Times New Roman"/>
              </a:rPr>
              <a:t> </a:t>
            </a:r>
            <a:r>
              <a:rPr dirty="0" sz="2450" spc="-10">
                <a:latin typeface="Times New Roman"/>
                <a:cs typeface="Times New Roman"/>
              </a:rPr>
              <a:t>confuse </a:t>
            </a:r>
            <a:r>
              <a:rPr dirty="0" sz="2450" spc="-10">
                <a:latin typeface="Times New Roman"/>
                <a:cs typeface="Times New Roman"/>
              </a:rPr>
              <a:t>	</a:t>
            </a:r>
            <a:r>
              <a:rPr dirty="0" sz="2450">
                <a:latin typeface="Times New Roman"/>
                <a:cs typeface="Times New Roman"/>
              </a:rPr>
              <a:t>terminology</a:t>
            </a:r>
            <a:r>
              <a:rPr dirty="0" sz="2450" spc="55">
                <a:latin typeface="Times New Roman"/>
                <a:cs typeface="Times New Roman"/>
              </a:rPr>
              <a:t> </a:t>
            </a:r>
            <a:r>
              <a:rPr dirty="0" sz="2450">
                <a:latin typeface="Times New Roman"/>
                <a:cs typeface="Times New Roman"/>
              </a:rPr>
              <a:t>for</a:t>
            </a:r>
            <a:r>
              <a:rPr dirty="0" sz="2450" spc="70">
                <a:latin typeface="Times New Roman"/>
                <a:cs typeface="Times New Roman"/>
              </a:rPr>
              <a:t> </a:t>
            </a:r>
            <a:r>
              <a:rPr dirty="0" sz="2450">
                <a:latin typeface="Times New Roman"/>
                <a:cs typeface="Times New Roman"/>
              </a:rPr>
              <a:t>decrypting</a:t>
            </a:r>
            <a:r>
              <a:rPr dirty="0" sz="2450" spc="65">
                <a:latin typeface="Times New Roman"/>
                <a:cs typeface="Times New Roman"/>
              </a:rPr>
              <a:t> </a:t>
            </a:r>
            <a:r>
              <a:rPr dirty="0" sz="2450">
                <a:latin typeface="Times New Roman"/>
                <a:cs typeface="Times New Roman"/>
              </a:rPr>
              <a:t>and</a:t>
            </a:r>
            <a:r>
              <a:rPr dirty="0" sz="2450" spc="70">
                <a:latin typeface="Times New Roman"/>
                <a:cs typeface="Times New Roman"/>
              </a:rPr>
              <a:t> </a:t>
            </a:r>
            <a:r>
              <a:rPr dirty="0" sz="2450">
                <a:latin typeface="Times New Roman"/>
                <a:cs typeface="Times New Roman"/>
              </a:rPr>
              <a:t>signing</a:t>
            </a:r>
            <a:r>
              <a:rPr dirty="0" sz="2450" spc="65">
                <a:latin typeface="Times New Roman"/>
                <a:cs typeface="Times New Roman"/>
              </a:rPr>
              <a:t> </a:t>
            </a:r>
            <a:r>
              <a:rPr dirty="0" sz="2450">
                <a:latin typeface="Times New Roman"/>
                <a:cs typeface="Times New Roman"/>
              </a:rPr>
              <a:t>with</a:t>
            </a:r>
            <a:r>
              <a:rPr dirty="0" sz="2450" spc="70">
                <a:latin typeface="Times New Roman"/>
                <a:cs typeface="Times New Roman"/>
              </a:rPr>
              <a:t> </a:t>
            </a:r>
            <a:r>
              <a:rPr dirty="0" sz="2450" spc="-20">
                <a:latin typeface="Times New Roman"/>
                <a:cs typeface="Times New Roman"/>
              </a:rPr>
              <a:t>RSA</a:t>
            </a:r>
            <a:r>
              <a:rPr dirty="0" sz="2900" spc="-20">
                <a:latin typeface="Times New Roman"/>
                <a:cs typeface="Times New Roman"/>
              </a:rPr>
              <a:t>.</a:t>
            </a:r>
            <a:endParaRPr sz="2900">
              <a:latin typeface="Times New Roman"/>
              <a:cs typeface="Times New Roman"/>
            </a:endParaRPr>
          </a:p>
          <a:p>
            <a:pPr marL="320040" marR="17780" indent="-295275">
              <a:lnSpc>
                <a:spcPct val="89800"/>
              </a:lnSpc>
              <a:spcBef>
                <a:spcPts val="675"/>
              </a:spcBef>
              <a:buFont typeface="Symbol"/>
              <a:buChar char=""/>
              <a:tabLst>
                <a:tab pos="327660" algn="l"/>
              </a:tabLst>
            </a:pPr>
            <a:r>
              <a:rPr dirty="0" sz="2900">
                <a:latin typeface="Times New Roman"/>
                <a:cs typeface="Times New Roman"/>
              </a:rPr>
              <a:t>Nagand</a:t>
            </a:r>
            <a:r>
              <a:rPr dirty="0" sz="2900" spc="-60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Doraswamy,</a:t>
            </a:r>
            <a:r>
              <a:rPr dirty="0" sz="2900" spc="-60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Dan</a:t>
            </a:r>
            <a:r>
              <a:rPr dirty="0" sz="2900" spc="-60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Harkins,</a:t>
            </a:r>
            <a:r>
              <a:rPr dirty="0" sz="2900" spc="-60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IPsec</a:t>
            </a:r>
            <a:r>
              <a:rPr dirty="0" sz="2900" spc="-60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-</a:t>
            </a:r>
            <a:r>
              <a:rPr dirty="0" sz="2900" spc="-60">
                <a:latin typeface="Times New Roman"/>
                <a:cs typeface="Times New Roman"/>
              </a:rPr>
              <a:t> </a:t>
            </a:r>
            <a:r>
              <a:rPr dirty="0" sz="2900" i="1">
                <a:latin typeface="Times New Roman"/>
                <a:cs typeface="Times New Roman"/>
              </a:rPr>
              <a:t>The</a:t>
            </a:r>
            <a:r>
              <a:rPr dirty="0" sz="2900" spc="-60" i="1">
                <a:latin typeface="Times New Roman"/>
                <a:cs typeface="Times New Roman"/>
              </a:rPr>
              <a:t> </a:t>
            </a:r>
            <a:r>
              <a:rPr dirty="0" sz="2900" spc="-25" i="1">
                <a:latin typeface="Times New Roman"/>
                <a:cs typeface="Times New Roman"/>
              </a:rPr>
              <a:t>New</a:t>
            </a:r>
            <a:r>
              <a:rPr dirty="0" sz="2900" spc="-25" i="1">
                <a:latin typeface="Times New Roman"/>
                <a:cs typeface="Times New Roman"/>
              </a:rPr>
              <a:t> </a:t>
            </a:r>
            <a:r>
              <a:rPr dirty="0" sz="2900" spc="-25" i="1">
                <a:latin typeface="Times New Roman"/>
                <a:cs typeface="Times New Roman"/>
              </a:rPr>
              <a:t>	</a:t>
            </a:r>
            <a:r>
              <a:rPr dirty="0" sz="2900" i="1">
                <a:latin typeface="Times New Roman"/>
                <a:cs typeface="Times New Roman"/>
              </a:rPr>
              <a:t>Security</a:t>
            </a:r>
            <a:r>
              <a:rPr dirty="0" sz="2900" spc="-70" i="1">
                <a:latin typeface="Times New Roman"/>
                <a:cs typeface="Times New Roman"/>
              </a:rPr>
              <a:t> </a:t>
            </a:r>
            <a:r>
              <a:rPr dirty="0" sz="2900" i="1">
                <a:latin typeface="Times New Roman"/>
                <a:cs typeface="Times New Roman"/>
              </a:rPr>
              <a:t>Standard</a:t>
            </a:r>
            <a:r>
              <a:rPr dirty="0" sz="2900" spc="-65" i="1">
                <a:latin typeface="Times New Roman"/>
                <a:cs typeface="Times New Roman"/>
              </a:rPr>
              <a:t> </a:t>
            </a:r>
            <a:r>
              <a:rPr dirty="0" sz="2900" i="1">
                <a:latin typeface="Times New Roman"/>
                <a:cs typeface="Times New Roman"/>
              </a:rPr>
              <a:t>for</a:t>
            </a:r>
            <a:r>
              <a:rPr dirty="0" sz="2900" spc="-65" i="1">
                <a:latin typeface="Times New Roman"/>
                <a:cs typeface="Times New Roman"/>
              </a:rPr>
              <a:t> </a:t>
            </a:r>
            <a:r>
              <a:rPr dirty="0" sz="2900" i="1">
                <a:latin typeface="Times New Roman"/>
                <a:cs typeface="Times New Roman"/>
              </a:rPr>
              <a:t>the</a:t>
            </a:r>
            <a:r>
              <a:rPr dirty="0" sz="2900" spc="-65" i="1">
                <a:latin typeface="Times New Roman"/>
                <a:cs typeface="Times New Roman"/>
              </a:rPr>
              <a:t> </a:t>
            </a:r>
            <a:r>
              <a:rPr dirty="0" sz="2900" i="1">
                <a:latin typeface="Times New Roman"/>
                <a:cs typeface="Times New Roman"/>
              </a:rPr>
              <a:t>Internet,</a:t>
            </a:r>
            <a:r>
              <a:rPr dirty="0" sz="2900" spc="-65" i="1">
                <a:latin typeface="Times New Roman"/>
                <a:cs typeface="Times New Roman"/>
              </a:rPr>
              <a:t> </a:t>
            </a:r>
            <a:r>
              <a:rPr dirty="0" sz="2900" i="1">
                <a:latin typeface="Times New Roman"/>
                <a:cs typeface="Times New Roman"/>
              </a:rPr>
              <a:t>Intranets,</a:t>
            </a:r>
            <a:r>
              <a:rPr dirty="0" sz="2900" spc="-65" i="1">
                <a:latin typeface="Times New Roman"/>
                <a:cs typeface="Times New Roman"/>
              </a:rPr>
              <a:t> </a:t>
            </a:r>
            <a:r>
              <a:rPr dirty="0" sz="2900" spc="-25" i="1">
                <a:latin typeface="Times New Roman"/>
                <a:cs typeface="Times New Roman"/>
              </a:rPr>
              <a:t>and </a:t>
            </a:r>
            <a:r>
              <a:rPr dirty="0" sz="2900" spc="-25" i="1">
                <a:latin typeface="Times New Roman"/>
                <a:cs typeface="Times New Roman"/>
              </a:rPr>
              <a:t>	</a:t>
            </a:r>
            <a:r>
              <a:rPr dirty="0" sz="2900" i="1">
                <a:latin typeface="Times New Roman"/>
                <a:cs typeface="Times New Roman"/>
              </a:rPr>
              <a:t>Virtual</a:t>
            </a:r>
            <a:r>
              <a:rPr dirty="0" sz="2900" spc="-65" i="1">
                <a:latin typeface="Times New Roman"/>
                <a:cs typeface="Times New Roman"/>
              </a:rPr>
              <a:t> </a:t>
            </a:r>
            <a:r>
              <a:rPr dirty="0" sz="2900" i="1">
                <a:latin typeface="Times New Roman"/>
                <a:cs typeface="Times New Roman"/>
              </a:rPr>
              <a:t>Private</a:t>
            </a:r>
            <a:r>
              <a:rPr dirty="0" sz="2900" spc="-60" i="1">
                <a:latin typeface="Times New Roman"/>
                <a:cs typeface="Times New Roman"/>
              </a:rPr>
              <a:t> </a:t>
            </a:r>
            <a:r>
              <a:rPr dirty="0" sz="2900" i="1">
                <a:latin typeface="Times New Roman"/>
                <a:cs typeface="Times New Roman"/>
              </a:rPr>
              <a:t>Networks</a:t>
            </a:r>
            <a:r>
              <a:rPr dirty="0" sz="2900">
                <a:latin typeface="Times New Roman"/>
                <a:cs typeface="Times New Roman"/>
              </a:rPr>
              <a:t>,</a:t>
            </a:r>
            <a:r>
              <a:rPr dirty="0" sz="2900" spc="-60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Prentice</a:t>
            </a:r>
            <a:r>
              <a:rPr dirty="0" sz="2900" spc="-60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Hall,</a:t>
            </a:r>
            <a:r>
              <a:rPr dirty="0" sz="2900" spc="-65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1999.</a:t>
            </a:r>
            <a:r>
              <a:rPr dirty="0" sz="2900" spc="-60">
                <a:latin typeface="Times New Roman"/>
                <a:cs typeface="Times New Roman"/>
              </a:rPr>
              <a:t> </a:t>
            </a:r>
            <a:r>
              <a:rPr dirty="0" sz="2450">
                <a:latin typeface="Times New Roman"/>
                <a:cs typeface="Times New Roman"/>
              </a:rPr>
              <a:t>A</a:t>
            </a:r>
            <a:r>
              <a:rPr dirty="0" sz="2450" spc="-40">
                <a:latin typeface="Times New Roman"/>
                <a:cs typeface="Times New Roman"/>
              </a:rPr>
              <a:t> </a:t>
            </a:r>
            <a:r>
              <a:rPr dirty="0" sz="2450" spc="-20">
                <a:latin typeface="Times New Roman"/>
                <a:cs typeface="Times New Roman"/>
              </a:rPr>
              <a:t>well </a:t>
            </a:r>
            <a:r>
              <a:rPr dirty="0" sz="2450" spc="-20">
                <a:latin typeface="Times New Roman"/>
                <a:cs typeface="Times New Roman"/>
              </a:rPr>
              <a:t>	</a:t>
            </a:r>
            <a:r>
              <a:rPr dirty="0" sz="2450">
                <a:latin typeface="Times New Roman"/>
                <a:cs typeface="Times New Roman"/>
              </a:rPr>
              <a:t>written</a:t>
            </a:r>
            <a:r>
              <a:rPr dirty="0" sz="2450" spc="55">
                <a:latin typeface="Times New Roman"/>
                <a:cs typeface="Times New Roman"/>
              </a:rPr>
              <a:t> </a:t>
            </a:r>
            <a:r>
              <a:rPr dirty="0" sz="2450">
                <a:latin typeface="Times New Roman"/>
                <a:cs typeface="Times New Roman"/>
              </a:rPr>
              <a:t>overview</a:t>
            </a:r>
            <a:r>
              <a:rPr dirty="0" sz="2450" spc="55">
                <a:latin typeface="Times New Roman"/>
                <a:cs typeface="Times New Roman"/>
              </a:rPr>
              <a:t> </a:t>
            </a:r>
            <a:r>
              <a:rPr dirty="0" sz="2450">
                <a:latin typeface="Times New Roman"/>
                <a:cs typeface="Times New Roman"/>
              </a:rPr>
              <a:t>of</a:t>
            </a:r>
            <a:r>
              <a:rPr dirty="0" sz="2450" spc="50">
                <a:latin typeface="Times New Roman"/>
                <a:cs typeface="Times New Roman"/>
              </a:rPr>
              <a:t> </a:t>
            </a:r>
            <a:r>
              <a:rPr dirty="0" sz="2450">
                <a:latin typeface="Times New Roman"/>
                <a:cs typeface="Times New Roman"/>
              </a:rPr>
              <a:t>the</a:t>
            </a:r>
            <a:r>
              <a:rPr dirty="0" sz="2450" spc="55">
                <a:latin typeface="Times New Roman"/>
                <a:cs typeface="Times New Roman"/>
              </a:rPr>
              <a:t> </a:t>
            </a:r>
            <a:r>
              <a:rPr dirty="0" sz="2450">
                <a:latin typeface="Times New Roman"/>
                <a:cs typeface="Times New Roman"/>
              </a:rPr>
              <a:t>IPsec</a:t>
            </a:r>
            <a:r>
              <a:rPr dirty="0" sz="2450" spc="55">
                <a:latin typeface="Times New Roman"/>
                <a:cs typeface="Times New Roman"/>
              </a:rPr>
              <a:t> </a:t>
            </a:r>
            <a:r>
              <a:rPr dirty="0" sz="2450">
                <a:latin typeface="Times New Roman"/>
                <a:cs typeface="Times New Roman"/>
              </a:rPr>
              <a:t>protocol</a:t>
            </a:r>
            <a:r>
              <a:rPr dirty="0" sz="2450" spc="55">
                <a:latin typeface="Times New Roman"/>
                <a:cs typeface="Times New Roman"/>
              </a:rPr>
              <a:t> </a:t>
            </a:r>
            <a:r>
              <a:rPr dirty="0" sz="2450">
                <a:latin typeface="Times New Roman"/>
                <a:cs typeface="Times New Roman"/>
              </a:rPr>
              <a:t>(but</a:t>
            </a:r>
            <a:r>
              <a:rPr dirty="0" sz="2450" spc="55">
                <a:latin typeface="Times New Roman"/>
                <a:cs typeface="Times New Roman"/>
              </a:rPr>
              <a:t> </a:t>
            </a:r>
            <a:r>
              <a:rPr dirty="0" sz="2450">
                <a:latin typeface="Times New Roman"/>
                <a:cs typeface="Times New Roman"/>
              </a:rPr>
              <a:t>now</a:t>
            </a:r>
            <a:r>
              <a:rPr dirty="0" sz="2450" spc="50">
                <a:latin typeface="Times New Roman"/>
                <a:cs typeface="Times New Roman"/>
              </a:rPr>
              <a:t> </a:t>
            </a:r>
            <a:r>
              <a:rPr dirty="0" sz="2450" spc="-10">
                <a:latin typeface="Times New Roman"/>
                <a:cs typeface="Times New Roman"/>
              </a:rPr>
              <a:t>outdated).</a:t>
            </a:r>
            <a:endParaRPr sz="2450">
              <a:latin typeface="Times New Roman"/>
              <a:cs typeface="Times New Roman"/>
            </a:endParaRPr>
          </a:p>
          <a:p>
            <a:pPr marL="320040" marR="324485" indent="-295275">
              <a:lnSpc>
                <a:spcPct val="89700"/>
              </a:lnSpc>
              <a:spcBef>
                <a:spcPts val="725"/>
              </a:spcBef>
              <a:buFont typeface="Symbol"/>
              <a:buChar char=""/>
              <a:tabLst>
                <a:tab pos="327660" algn="l"/>
                <a:tab pos="1339215" algn="l"/>
              </a:tabLst>
            </a:pPr>
            <a:r>
              <a:rPr dirty="0" sz="2900">
                <a:latin typeface="Times New Roman"/>
                <a:cs typeface="Times New Roman"/>
              </a:rPr>
              <a:t>W.</a:t>
            </a:r>
            <a:r>
              <a:rPr dirty="0" sz="2900" spc="-60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Diffie,</a:t>
            </a:r>
            <a:r>
              <a:rPr dirty="0" sz="2900" spc="-60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S.</a:t>
            </a:r>
            <a:r>
              <a:rPr dirty="0" sz="2900" spc="-60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Landau,</a:t>
            </a:r>
            <a:r>
              <a:rPr dirty="0" sz="2900" spc="-60">
                <a:latin typeface="Times New Roman"/>
                <a:cs typeface="Times New Roman"/>
              </a:rPr>
              <a:t> </a:t>
            </a:r>
            <a:r>
              <a:rPr dirty="0" sz="2900" i="1">
                <a:latin typeface="Times New Roman"/>
                <a:cs typeface="Times New Roman"/>
              </a:rPr>
              <a:t>Privacy</a:t>
            </a:r>
            <a:r>
              <a:rPr dirty="0" sz="2900" spc="-55" i="1">
                <a:latin typeface="Times New Roman"/>
                <a:cs typeface="Times New Roman"/>
              </a:rPr>
              <a:t> </a:t>
            </a:r>
            <a:r>
              <a:rPr dirty="0" sz="2900" i="1">
                <a:latin typeface="Times New Roman"/>
                <a:cs typeface="Times New Roman"/>
              </a:rPr>
              <a:t>on</a:t>
            </a:r>
            <a:r>
              <a:rPr dirty="0" sz="2900" spc="-60" i="1">
                <a:latin typeface="Times New Roman"/>
                <a:cs typeface="Times New Roman"/>
              </a:rPr>
              <a:t> </a:t>
            </a:r>
            <a:r>
              <a:rPr dirty="0" sz="2900" i="1">
                <a:latin typeface="Times New Roman"/>
                <a:cs typeface="Times New Roman"/>
              </a:rPr>
              <a:t>the</a:t>
            </a:r>
            <a:r>
              <a:rPr dirty="0" sz="2900" spc="-60" i="1">
                <a:latin typeface="Times New Roman"/>
                <a:cs typeface="Times New Roman"/>
              </a:rPr>
              <a:t> </a:t>
            </a:r>
            <a:r>
              <a:rPr dirty="0" sz="2900" i="1">
                <a:latin typeface="Times New Roman"/>
                <a:cs typeface="Times New Roman"/>
              </a:rPr>
              <a:t>line.</a:t>
            </a:r>
            <a:r>
              <a:rPr dirty="0" sz="2900" spc="-60" i="1">
                <a:latin typeface="Times New Roman"/>
                <a:cs typeface="Times New Roman"/>
              </a:rPr>
              <a:t> </a:t>
            </a:r>
            <a:r>
              <a:rPr dirty="0" sz="2900" spc="-25" i="1">
                <a:latin typeface="Times New Roman"/>
                <a:cs typeface="Times New Roman"/>
              </a:rPr>
              <a:t>The</a:t>
            </a:r>
            <a:r>
              <a:rPr dirty="0" sz="2900" spc="-25" i="1">
                <a:latin typeface="Times New Roman"/>
                <a:cs typeface="Times New Roman"/>
              </a:rPr>
              <a:t> </a:t>
            </a:r>
            <a:r>
              <a:rPr dirty="0" sz="2900" spc="-25" i="1">
                <a:latin typeface="Times New Roman"/>
                <a:cs typeface="Times New Roman"/>
              </a:rPr>
              <a:t>	</a:t>
            </a:r>
            <a:r>
              <a:rPr dirty="0" sz="2900" i="1">
                <a:latin typeface="Times New Roman"/>
                <a:cs typeface="Times New Roman"/>
              </a:rPr>
              <a:t>politics</a:t>
            </a:r>
            <a:r>
              <a:rPr dirty="0" sz="2900" spc="-65" i="1">
                <a:latin typeface="Times New Roman"/>
                <a:cs typeface="Times New Roman"/>
              </a:rPr>
              <a:t> </a:t>
            </a:r>
            <a:r>
              <a:rPr dirty="0" sz="2900" i="1">
                <a:latin typeface="Times New Roman"/>
                <a:cs typeface="Times New Roman"/>
              </a:rPr>
              <a:t>of</a:t>
            </a:r>
            <a:r>
              <a:rPr dirty="0" sz="2900" spc="-55" i="1">
                <a:latin typeface="Times New Roman"/>
                <a:cs typeface="Times New Roman"/>
              </a:rPr>
              <a:t> </a:t>
            </a:r>
            <a:r>
              <a:rPr dirty="0" sz="2900" i="1">
                <a:latin typeface="Times New Roman"/>
                <a:cs typeface="Times New Roman"/>
              </a:rPr>
              <a:t>wiretapping</a:t>
            </a:r>
            <a:r>
              <a:rPr dirty="0" sz="2900" spc="-50" i="1">
                <a:latin typeface="Times New Roman"/>
                <a:cs typeface="Times New Roman"/>
              </a:rPr>
              <a:t> </a:t>
            </a:r>
            <a:r>
              <a:rPr dirty="0" sz="2900" i="1">
                <a:latin typeface="Times New Roman"/>
                <a:cs typeface="Times New Roman"/>
              </a:rPr>
              <a:t>and</a:t>
            </a:r>
            <a:r>
              <a:rPr dirty="0" sz="2900" spc="-55" i="1">
                <a:latin typeface="Times New Roman"/>
                <a:cs typeface="Times New Roman"/>
              </a:rPr>
              <a:t> </a:t>
            </a:r>
            <a:r>
              <a:rPr dirty="0" sz="2900" i="1">
                <a:latin typeface="Times New Roman"/>
                <a:cs typeface="Times New Roman"/>
              </a:rPr>
              <a:t>encryption</a:t>
            </a:r>
            <a:r>
              <a:rPr dirty="0" sz="2900">
                <a:latin typeface="Times New Roman"/>
                <a:cs typeface="Times New Roman"/>
              </a:rPr>
              <a:t>,</a:t>
            </a:r>
            <a:r>
              <a:rPr dirty="0" sz="2900" spc="-55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MIT</a:t>
            </a:r>
            <a:r>
              <a:rPr dirty="0" sz="2900" spc="-50">
                <a:latin typeface="Times New Roman"/>
                <a:cs typeface="Times New Roman"/>
              </a:rPr>
              <a:t> </a:t>
            </a:r>
            <a:r>
              <a:rPr dirty="0" sz="2900" spc="-10">
                <a:latin typeface="Times New Roman"/>
                <a:cs typeface="Times New Roman"/>
              </a:rPr>
              <a:t>Press, 	2007.</a:t>
            </a:r>
            <a:r>
              <a:rPr dirty="0" sz="2900">
                <a:latin typeface="Times New Roman"/>
                <a:cs typeface="Times New Roman"/>
              </a:rPr>
              <a:t>	</a:t>
            </a:r>
            <a:r>
              <a:rPr dirty="0" sz="2450">
                <a:latin typeface="Times New Roman"/>
                <a:cs typeface="Times New Roman"/>
              </a:rPr>
              <a:t>The</a:t>
            </a:r>
            <a:r>
              <a:rPr dirty="0" sz="2450" spc="35">
                <a:latin typeface="Times New Roman"/>
                <a:cs typeface="Times New Roman"/>
              </a:rPr>
              <a:t> </a:t>
            </a:r>
            <a:r>
              <a:rPr dirty="0" sz="2450">
                <a:latin typeface="Times New Roman"/>
                <a:cs typeface="Times New Roman"/>
              </a:rPr>
              <a:t>best</a:t>
            </a:r>
            <a:r>
              <a:rPr dirty="0" sz="2450" spc="45">
                <a:latin typeface="Times New Roman"/>
                <a:cs typeface="Times New Roman"/>
              </a:rPr>
              <a:t> </a:t>
            </a:r>
            <a:r>
              <a:rPr dirty="0" sz="2450">
                <a:latin typeface="Times New Roman"/>
                <a:cs typeface="Times New Roman"/>
              </a:rPr>
              <a:t>book</a:t>
            </a:r>
            <a:r>
              <a:rPr dirty="0" sz="2450" spc="40">
                <a:latin typeface="Times New Roman"/>
                <a:cs typeface="Times New Roman"/>
              </a:rPr>
              <a:t> </a:t>
            </a:r>
            <a:r>
              <a:rPr dirty="0" sz="2450">
                <a:latin typeface="Times New Roman"/>
                <a:cs typeface="Times New Roman"/>
              </a:rPr>
              <a:t>so</a:t>
            </a:r>
            <a:r>
              <a:rPr dirty="0" sz="2450" spc="45">
                <a:latin typeface="Times New Roman"/>
                <a:cs typeface="Times New Roman"/>
              </a:rPr>
              <a:t> </a:t>
            </a:r>
            <a:r>
              <a:rPr dirty="0" sz="2450">
                <a:latin typeface="Times New Roman"/>
                <a:cs typeface="Times New Roman"/>
              </a:rPr>
              <a:t>far</a:t>
            </a:r>
            <a:r>
              <a:rPr dirty="0" sz="2450" spc="45">
                <a:latin typeface="Times New Roman"/>
                <a:cs typeface="Times New Roman"/>
              </a:rPr>
              <a:t> </a:t>
            </a:r>
            <a:r>
              <a:rPr dirty="0" sz="2450">
                <a:latin typeface="Times New Roman"/>
                <a:cs typeface="Times New Roman"/>
              </a:rPr>
              <a:t>on</a:t>
            </a:r>
            <a:r>
              <a:rPr dirty="0" sz="2450" spc="45">
                <a:latin typeface="Times New Roman"/>
                <a:cs typeface="Times New Roman"/>
              </a:rPr>
              <a:t> </a:t>
            </a:r>
            <a:r>
              <a:rPr dirty="0" sz="2450">
                <a:latin typeface="Times New Roman"/>
                <a:cs typeface="Times New Roman"/>
              </a:rPr>
              <a:t>the</a:t>
            </a:r>
            <a:r>
              <a:rPr dirty="0" sz="2450" spc="40">
                <a:latin typeface="Times New Roman"/>
                <a:cs typeface="Times New Roman"/>
              </a:rPr>
              <a:t> </a:t>
            </a:r>
            <a:r>
              <a:rPr dirty="0" sz="2450">
                <a:latin typeface="Times New Roman"/>
                <a:cs typeface="Times New Roman"/>
              </a:rPr>
              <a:t>intricate</a:t>
            </a:r>
            <a:r>
              <a:rPr dirty="0" sz="2450" spc="45">
                <a:latin typeface="Times New Roman"/>
                <a:cs typeface="Times New Roman"/>
              </a:rPr>
              <a:t> </a:t>
            </a:r>
            <a:r>
              <a:rPr dirty="0" sz="2450">
                <a:latin typeface="Times New Roman"/>
                <a:cs typeface="Times New Roman"/>
              </a:rPr>
              <a:t>politics</a:t>
            </a:r>
            <a:r>
              <a:rPr dirty="0" sz="2450" spc="45">
                <a:latin typeface="Times New Roman"/>
                <a:cs typeface="Times New Roman"/>
              </a:rPr>
              <a:t> </a:t>
            </a:r>
            <a:r>
              <a:rPr dirty="0" sz="2450">
                <a:latin typeface="Times New Roman"/>
                <a:cs typeface="Times New Roman"/>
              </a:rPr>
              <a:t>of</a:t>
            </a:r>
            <a:r>
              <a:rPr dirty="0" sz="2450" spc="45">
                <a:latin typeface="Times New Roman"/>
                <a:cs typeface="Times New Roman"/>
              </a:rPr>
              <a:t> </a:t>
            </a:r>
            <a:r>
              <a:rPr dirty="0" sz="2450" spc="-25">
                <a:latin typeface="Times New Roman"/>
                <a:cs typeface="Times New Roman"/>
              </a:rPr>
              <a:t>the</a:t>
            </a:r>
            <a:endParaRPr sz="24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112016" y="646117"/>
            <a:ext cx="6949440" cy="72009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More</a:t>
            </a:r>
            <a:r>
              <a:rPr dirty="0" spc="-45"/>
              <a:t> </a:t>
            </a:r>
            <a:r>
              <a:rPr dirty="0"/>
              <a:t>information:</a:t>
            </a:r>
            <a:r>
              <a:rPr dirty="0" spc="-45"/>
              <a:t> </a:t>
            </a:r>
            <a:r>
              <a:rPr dirty="0"/>
              <a:t>some</a:t>
            </a:r>
            <a:r>
              <a:rPr dirty="0" spc="-40"/>
              <a:t> </a:t>
            </a:r>
            <a:r>
              <a:rPr dirty="0" spc="-20"/>
              <a:t>links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998388" y="6251217"/>
            <a:ext cx="5457825" cy="4914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3710"/>
              </a:lnSpc>
            </a:pPr>
            <a:r>
              <a:rPr dirty="0" sz="3300">
                <a:latin typeface="Times New Roman"/>
                <a:cs typeface="Times New Roman"/>
              </a:rPr>
              <a:t>but</a:t>
            </a:r>
            <a:r>
              <a:rPr dirty="0" sz="3300" spc="-20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informative</a:t>
            </a:r>
            <a:r>
              <a:rPr dirty="0" sz="3300" spc="-10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and</a:t>
            </a:r>
            <a:r>
              <a:rPr dirty="0" sz="3300" spc="-10">
                <a:latin typeface="Times New Roman"/>
                <a:cs typeface="Times New Roman"/>
              </a:rPr>
              <a:t> entertaining</a:t>
            </a:r>
            <a:endParaRPr sz="33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083273" y="6751308"/>
            <a:ext cx="209550" cy="229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80"/>
              </a:lnSpc>
            </a:pPr>
            <a:r>
              <a:rPr dirty="0" sz="1450" spc="-25">
                <a:latin typeface="Times New Roman"/>
                <a:cs typeface="Times New Roman"/>
              </a:rPr>
              <a:t>72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643486" y="1761919"/>
            <a:ext cx="7950200" cy="4470400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marL="367030" marR="1242695" indent="-354965">
              <a:lnSpc>
                <a:spcPts val="3929"/>
              </a:lnSpc>
              <a:spcBef>
                <a:spcPts val="265"/>
              </a:spcBef>
              <a:buFont typeface="Symbol"/>
              <a:buChar char=""/>
              <a:tabLst>
                <a:tab pos="367030" algn="l"/>
              </a:tabLst>
            </a:pPr>
            <a:r>
              <a:rPr dirty="0" sz="3300">
                <a:latin typeface="Times New Roman"/>
                <a:cs typeface="Times New Roman"/>
              </a:rPr>
              <a:t>IACR</a:t>
            </a:r>
            <a:r>
              <a:rPr dirty="0" sz="3300" spc="-30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(International</a:t>
            </a:r>
            <a:r>
              <a:rPr dirty="0" sz="3300" spc="-20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Association</a:t>
            </a:r>
            <a:r>
              <a:rPr dirty="0" sz="3300" spc="-20">
                <a:latin typeface="Times New Roman"/>
                <a:cs typeface="Times New Roman"/>
              </a:rPr>
              <a:t> </a:t>
            </a:r>
            <a:r>
              <a:rPr dirty="0" sz="3300" spc="-25">
                <a:latin typeface="Times New Roman"/>
                <a:cs typeface="Times New Roman"/>
              </a:rPr>
              <a:t>for </a:t>
            </a:r>
            <a:r>
              <a:rPr dirty="0" sz="3300">
                <a:latin typeface="Times New Roman"/>
                <a:cs typeface="Times New Roman"/>
              </a:rPr>
              <a:t>Cryptologic</a:t>
            </a:r>
            <a:r>
              <a:rPr dirty="0" sz="3300" spc="-30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Research):</a:t>
            </a:r>
            <a:r>
              <a:rPr dirty="0" sz="3300" spc="-15">
                <a:latin typeface="Times New Roman"/>
                <a:cs typeface="Times New Roman"/>
              </a:rPr>
              <a:t> </a:t>
            </a:r>
            <a:r>
              <a:rPr dirty="0" sz="3300" spc="-10">
                <a:latin typeface="Times New Roman"/>
                <a:cs typeface="Times New Roman"/>
                <a:hlinkClick r:id="rId2"/>
              </a:rPr>
              <a:t>www.iacr.org</a:t>
            </a:r>
            <a:endParaRPr sz="3300">
              <a:latin typeface="Times New Roman"/>
              <a:cs typeface="Times New Roman"/>
            </a:endParaRPr>
          </a:p>
          <a:p>
            <a:pPr marL="367030" indent="-354330">
              <a:lnSpc>
                <a:spcPct val="100000"/>
              </a:lnSpc>
              <a:spcBef>
                <a:spcPts val="750"/>
              </a:spcBef>
              <a:buChar char="•"/>
              <a:tabLst>
                <a:tab pos="367030" algn="l"/>
              </a:tabLst>
            </a:pPr>
            <a:r>
              <a:rPr dirty="0" sz="3300">
                <a:latin typeface="Times New Roman"/>
                <a:cs typeface="Times New Roman"/>
              </a:rPr>
              <a:t>IETF</a:t>
            </a:r>
            <a:r>
              <a:rPr dirty="0" sz="3300" spc="-20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web</a:t>
            </a:r>
            <a:r>
              <a:rPr dirty="0" sz="3300" spc="-10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site:</a:t>
            </a:r>
            <a:r>
              <a:rPr dirty="0" sz="3300" spc="-10">
                <a:latin typeface="Times New Roman"/>
                <a:cs typeface="Times New Roman"/>
              </a:rPr>
              <a:t> </a:t>
            </a:r>
            <a:r>
              <a:rPr dirty="0" sz="3300" spc="-10">
                <a:latin typeface="Times New Roman"/>
                <a:cs typeface="Times New Roman"/>
                <a:hlinkClick r:id="rId3"/>
              </a:rPr>
              <a:t>www.ietf.org</a:t>
            </a:r>
            <a:endParaRPr sz="3300">
              <a:latin typeface="Times New Roman"/>
              <a:cs typeface="Times New Roman"/>
            </a:endParaRPr>
          </a:p>
          <a:p>
            <a:pPr marL="367030" marR="1055370" indent="-354965">
              <a:lnSpc>
                <a:spcPct val="100000"/>
              </a:lnSpc>
              <a:spcBef>
                <a:spcPts val="805"/>
              </a:spcBef>
              <a:buChar char="•"/>
              <a:tabLst>
                <a:tab pos="367030" algn="l"/>
              </a:tabLst>
            </a:pPr>
            <a:r>
              <a:rPr dirty="0" sz="3300">
                <a:latin typeface="Times New Roman"/>
                <a:cs typeface="Times New Roman"/>
              </a:rPr>
              <a:t>Cryptography</a:t>
            </a:r>
            <a:r>
              <a:rPr dirty="0" sz="3300" spc="-20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faq:</a:t>
            </a:r>
            <a:r>
              <a:rPr dirty="0" sz="3300" spc="-5">
                <a:latin typeface="Times New Roman"/>
                <a:cs typeface="Times New Roman"/>
              </a:rPr>
              <a:t> </a:t>
            </a:r>
            <a:r>
              <a:rPr dirty="0" sz="3300" spc="-10">
                <a:latin typeface="Times New Roman"/>
                <a:cs typeface="Times New Roman"/>
                <a:hlinkClick r:id="rId4"/>
              </a:rPr>
              <a:t>www.faqs.org/faqs/</a:t>
            </a:r>
            <a:r>
              <a:rPr dirty="0" sz="3300" spc="-10">
                <a:latin typeface="Times New Roman"/>
                <a:cs typeface="Times New Roman"/>
              </a:rPr>
              <a:t> cryptography-</a:t>
            </a:r>
            <a:r>
              <a:rPr dirty="0" sz="3300" spc="-25">
                <a:latin typeface="Times New Roman"/>
                <a:cs typeface="Times New Roman"/>
              </a:rPr>
              <a:t>faq</a:t>
            </a:r>
            <a:endParaRPr sz="3300">
              <a:latin typeface="Times New Roman"/>
              <a:cs typeface="Times New Roman"/>
            </a:endParaRPr>
          </a:p>
          <a:p>
            <a:pPr marL="367030" marR="261620" indent="-354965">
              <a:lnSpc>
                <a:spcPct val="100000"/>
              </a:lnSpc>
              <a:spcBef>
                <a:spcPts val="775"/>
              </a:spcBef>
              <a:buChar char="•"/>
              <a:tabLst>
                <a:tab pos="367030" algn="l"/>
              </a:tabLst>
            </a:pPr>
            <a:r>
              <a:rPr dirty="0" sz="3300">
                <a:latin typeface="Times New Roman"/>
                <a:cs typeface="Times New Roman"/>
              </a:rPr>
              <a:t>Counterpane</a:t>
            </a:r>
            <a:r>
              <a:rPr dirty="0" sz="3300" spc="-30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links:</a:t>
            </a:r>
            <a:r>
              <a:rPr dirty="0" sz="3300" spc="-15">
                <a:latin typeface="Times New Roman"/>
                <a:cs typeface="Times New Roman"/>
              </a:rPr>
              <a:t> </a:t>
            </a:r>
            <a:r>
              <a:rPr dirty="0" sz="3300" spc="-10">
                <a:latin typeface="Times New Roman"/>
                <a:cs typeface="Times New Roman"/>
                <a:hlinkClick r:id="rId5"/>
              </a:rPr>
              <a:t>www.counterpane.com/</a:t>
            </a:r>
            <a:r>
              <a:rPr dirty="0" sz="3300" spc="-10">
                <a:latin typeface="Times New Roman"/>
                <a:cs typeface="Times New Roman"/>
              </a:rPr>
              <a:t> hotlist.html</a:t>
            </a:r>
            <a:endParaRPr sz="3300">
              <a:latin typeface="Times New Roman"/>
              <a:cs typeface="Times New Roman"/>
            </a:endParaRPr>
          </a:p>
          <a:p>
            <a:pPr marL="367030" indent="-354330">
              <a:lnSpc>
                <a:spcPct val="100000"/>
              </a:lnSpc>
              <a:spcBef>
                <a:spcPts val="875"/>
              </a:spcBef>
              <a:buChar char="•"/>
              <a:tabLst>
                <a:tab pos="367030" algn="l"/>
              </a:tabLst>
            </a:pPr>
            <a:r>
              <a:rPr dirty="0" sz="3300">
                <a:latin typeface="Times New Roman"/>
                <a:cs typeface="Times New Roman"/>
              </a:rPr>
              <a:t>Digicrime</a:t>
            </a:r>
            <a:r>
              <a:rPr dirty="0" sz="3300" spc="-2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  <a:hlinkClick r:id="rId6"/>
              </a:rPr>
              <a:t>(www.digicrime.org)</a:t>
            </a:r>
            <a:r>
              <a:rPr dirty="0" sz="3300" spc="-1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-</a:t>
            </a:r>
            <a:r>
              <a:rPr dirty="0" sz="3300" spc="-1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not</a:t>
            </a:r>
            <a:r>
              <a:rPr dirty="0" sz="3300" spc="-15">
                <a:latin typeface="Times New Roman"/>
                <a:cs typeface="Times New Roman"/>
              </a:rPr>
              <a:t> </a:t>
            </a:r>
            <a:r>
              <a:rPr dirty="0" sz="3300" spc="-10">
                <a:latin typeface="Times New Roman"/>
                <a:cs typeface="Times New Roman"/>
              </a:rPr>
              <a:t>serious</a:t>
            </a:r>
            <a:endParaRPr sz="33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2026-06-15T20:16:19Z</dcterms:created>
  <dcterms:modified xsi:type="dcterms:W3CDTF">2026-06-15T20:16:19Z</dcterms:modified>
</cp:coreProperties>
</file>